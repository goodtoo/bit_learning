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9FB99-1F44-4393-BCB3-31A87FA11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23ECDF-5663-4584-96F8-65C8DD607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7BAF80-92DC-4FB1-BFD4-DC21BA35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C15CBA-58C4-482A-9584-60EF7EDE4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538519-847C-4033-B934-243C1A4D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76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3A9A5-B875-4DB4-A909-BE7D68A8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203167-2BF0-4773-9E2B-E0EFE86F6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9B6B9-13E5-4486-A0F7-6BE82E25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9AE6A-9BE9-4E09-91D3-76981723A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A09243-A59C-4D4A-9024-8A0B64C3C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08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B49893-4B55-4C93-94E5-8AAD74C5B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B7DDC-F851-4821-BDBF-EB7E618A1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6833E6-9397-4F8C-B41F-16A5A70C4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8DABFC-73CA-4938-AFD8-8830FA80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C8944A-9D2A-4360-A6F2-6057B259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53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10B772-C8CF-49EC-950C-2AF43EBC8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9F1759-8FD2-4BFD-99E6-45B0AAD4B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9EEFE3-B88D-45AC-B8EE-C77E1DE50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F14FAC-5E1E-45C6-9D74-CB222864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E0C3FC-A0CF-4D7A-81B2-2C1102DC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3DDD37-51DF-441F-B651-81E92BF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699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746E8-537E-4BE7-9B41-7B11F93E9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0EDABC-9FA8-4F48-9C0B-E037EE22E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207151-C530-4187-9314-0103C14F5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571D2C-4282-4D96-837E-F1DA3985C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239A03-D122-4E5A-A48C-8FA39E080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5789EA-915C-4492-8DA3-12B41F5C1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635E7A-4FAA-4500-A297-1FFB800F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3F1AF9-8E65-47CC-8052-EB9F2036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923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6E365-A8FD-4A8E-BA1D-04388699A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CAE9F2-380D-4AFB-B34A-01246F5D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5DC60E-EDAF-45F3-ACA1-E96AB4267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E6D8CA-FAA7-439E-9737-389B635F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92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E0B6ED-FC2D-45EA-8889-5716AE43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72AE58-F537-44B1-95E7-76275B54F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431D9F-A387-4D10-9396-B9CBC277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83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F585E-0E73-491B-87AE-41C0282FD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D975B8-FE26-465A-84D2-6E95D08F4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0F9291-FB85-4D42-9CB8-9484E1CEF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393EA9-2FE3-43C3-9B48-6ADD9B678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8B04BA-74A0-420D-9ED4-DE666555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CAE5A4-142D-4CE3-8CBD-82E13200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86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EAB8B-177E-418D-A1F6-7059478CF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B79E94-6322-4D6E-9270-A61184CD1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48FDA5-3418-4B9E-B85F-2AAA9E748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6E5F67-B481-4982-B0A8-C750CBB84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01A536-9E2D-4187-BABF-AC19B2A2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996A62-992E-42DE-89E3-9A7F66C2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0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59C92-511A-4A53-9CFA-A62D8C90D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0B8AE1-C256-4979-BA0D-F7FEF7996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78F8B2-CEE9-4F46-96BB-82335668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BEA347-BEC8-40C6-9FE6-CF6EB460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F57007-D82A-4282-814E-A64C4E4C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085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1D1774-92C6-4C87-986A-AB5AB5111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59E8B5-304E-4920-9EFB-217830E0C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A63D58-257C-4BDB-BE29-27ED10578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F1422-E9D5-4BC1-B513-B9EF8CCE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485A34-B034-4170-8D39-AD81D96F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466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CB4CE8-26CB-4BB7-976D-E1AC8F782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DAB619-B193-4B0D-A5C3-26D22F1D9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F26C54-D8D7-4206-9419-4FA90BED4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26629-4DB4-4EBF-8FF6-AE99F28FE2BF}" type="datetimeFigureOut">
              <a:rPr lang="zh-CN" altLang="en-US" smtClean="0"/>
              <a:t>2018/6/17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475321-2055-416A-90FB-9D4EFAA5B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DEBB63-BC44-4580-9D3D-4CB177A05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684AE-FC3B-496C-9339-E3984960B0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C5277-8FB8-4D66-A658-3A9FCFF8F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256" y="841009"/>
            <a:ext cx="9144000" cy="1930326"/>
          </a:xfrm>
        </p:spPr>
        <p:txBody>
          <a:bodyPr>
            <a:noAutofit/>
          </a:bodyPr>
          <a:lstStyle/>
          <a:p>
            <a:pPr algn="l"/>
            <a:r>
              <a:rPr lang="en-US" altLang="zh-CN" sz="3200" dirty="0"/>
              <a:t>1.</a:t>
            </a:r>
            <a:r>
              <a:rPr lang="zh-CN" altLang="en-US" sz="3200" dirty="0"/>
              <a:t>水平光滑平面上有一质量</a:t>
            </a:r>
            <a:r>
              <a:rPr lang="zh-CN" altLang="en-US" sz="3200" dirty="0" smtClean="0"/>
              <a:t>为</a:t>
            </a:r>
            <a:r>
              <a:rPr lang="en-US" altLang="zh-CN" sz="3200" dirty="0" smtClean="0"/>
              <a:t>m</a:t>
            </a:r>
            <a:r>
              <a:rPr lang="zh-CN" altLang="en-US" sz="3200" dirty="0" smtClean="0"/>
              <a:t>、</a:t>
            </a:r>
            <a:r>
              <a:rPr lang="zh-CN" altLang="en-US" sz="3200" dirty="0"/>
              <a:t>长度</a:t>
            </a:r>
            <a:r>
              <a:rPr lang="zh-CN" altLang="en-US" sz="3200" dirty="0" smtClean="0"/>
              <a:t>为</a:t>
            </a:r>
            <a:r>
              <a:rPr lang="en-US" altLang="zh-CN" sz="3200" dirty="0" smtClean="0"/>
              <a:t>l</a:t>
            </a:r>
            <a:r>
              <a:rPr lang="zh-CN" altLang="en-US" sz="3200" dirty="0" smtClean="0"/>
              <a:t>的</a:t>
            </a:r>
            <a:r>
              <a:rPr lang="zh-CN" altLang="en-US" sz="3200" dirty="0"/>
              <a:t>面各移动了多少距离？小车，车的右段站有一质量为</a:t>
            </a:r>
            <a:r>
              <a:rPr lang="en-US" altLang="zh-CN" sz="3200" dirty="0"/>
              <a:t>m</a:t>
            </a:r>
            <a:r>
              <a:rPr lang="zh-CN" altLang="en-US" sz="3200" dirty="0"/>
              <a:t>的人。人、车相对于地面静止。若人从车的右段走到左端，求人和车相对于地面各移动了多少距离？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DA931C-9BB1-4E29-80D8-A5D348D25BC8}"/>
              </a:ext>
            </a:extLst>
          </p:cNvPr>
          <p:cNvSpPr/>
          <p:nvPr/>
        </p:nvSpPr>
        <p:spPr>
          <a:xfrm>
            <a:off x="2138288" y="3615397"/>
            <a:ext cx="3249637" cy="1969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CCBC55B-CA59-4A8C-9B86-003E7A173D40}"/>
              </a:ext>
            </a:extLst>
          </p:cNvPr>
          <p:cNvSpPr/>
          <p:nvPr/>
        </p:nvSpPr>
        <p:spPr>
          <a:xfrm>
            <a:off x="2335237" y="3826413"/>
            <a:ext cx="450166" cy="3094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6A11BE6-1F5D-4954-8CB7-B90C49ACDEB1}"/>
              </a:ext>
            </a:extLst>
          </p:cNvPr>
          <p:cNvSpPr/>
          <p:nvPr/>
        </p:nvSpPr>
        <p:spPr>
          <a:xfrm>
            <a:off x="4754879" y="3812345"/>
            <a:ext cx="464234" cy="3376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C754629-E070-4664-9414-6D68253285E1}"/>
              </a:ext>
            </a:extLst>
          </p:cNvPr>
          <p:cNvGrpSpPr/>
          <p:nvPr/>
        </p:nvGrpSpPr>
        <p:grpSpPr>
          <a:xfrm>
            <a:off x="5022166" y="2982351"/>
            <a:ext cx="393896" cy="618979"/>
            <a:chOff x="4135902" y="3460653"/>
            <a:chExt cx="478301" cy="829993"/>
          </a:xfrm>
          <a:solidFill>
            <a:schemeClr val="accent3"/>
          </a:solidFill>
        </p:grpSpPr>
        <p:sp>
          <p:nvSpPr>
            <p:cNvPr id="7" name="笑脸 6">
              <a:extLst>
                <a:ext uri="{FF2B5EF4-FFF2-40B4-BE49-F238E27FC236}">
                  <a16:creationId xmlns:a16="http://schemas.microsoft.com/office/drawing/2014/main" id="{589E529D-2CE2-4FE0-A6B3-8E458479A936}"/>
                </a:ext>
              </a:extLst>
            </p:cNvPr>
            <p:cNvSpPr/>
            <p:nvPr/>
          </p:nvSpPr>
          <p:spPr>
            <a:xfrm>
              <a:off x="4192173" y="3460653"/>
              <a:ext cx="323557" cy="351692"/>
            </a:xfrm>
            <a:prstGeom prst="smileyFac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A9A50F8-40F3-4DEB-8496-02FCEE427F8B}"/>
                </a:ext>
              </a:extLst>
            </p:cNvPr>
            <p:cNvSpPr/>
            <p:nvPr/>
          </p:nvSpPr>
          <p:spPr>
            <a:xfrm>
              <a:off x="4234375" y="3826413"/>
              <a:ext cx="253219" cy="33762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C0EA9C7-91FE-4741-89BC-928276C7AF20}"/>
                </a:ext>
              </a:extLst>
            </p:cNvPr>
            <p:cNvCxnSpPr>
              <a:stCxn id="8" idx="3"/>
            </p:cNvCxnSpPr>
            <p:nvPr/>
          </p:nvCxnSpPr>
          <p:spPr>
            <a:xfrm flipH="1">
              <a:off x="4262511" y="4114594"/>
              <a:ext cx="8947" cy="176052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51495A6-13CC-472A-A3A8-241D75AE8EA5}"/>
                </a:ext>
              </a:extLst>
            </p:cNvPr>
            <p:cNvCxnSpPr>
              <a:stCxn id="8" idx="5"/>
            </p:cNvCxnSpPr>
            <p:nvPr/>
          </p:nvCxnSpPr>
          <p:spPr>
            <a:xfrm flipH="1">
              <a:off x="4431323" y="4114594"/>
              <a:ext cx="19188" cy="161984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6DA036D-1787-42D8-A336-B15A3AF0AE2E}"/>
                </a:ext>
              </a:extLst>
            </p:cNvPr>
            <p:cNvCxnSpPr>
              <a:endCxn id="8" idx="1"/>
            </p:cNvCxnSpPr>
            <p:nvPr/>
          </p:nvCxnSpPr>
          <p:spPr>
            <a:xfrm>
              <a:off x="4135902" y="3784209"/>
              <a:ext cx="135556" cy="91648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91424C3-92A1-4401-8B60-AAD404B86111}"/>
                </a:ext>
              </a:extLst>
            </p:cNvPr>
            <p:cNvCxnSpPr>
              <a:endCxn id="8" idx="7"/>
            </p:cNvCxnSpPr>
            <p:nvPr/>
          </p:nvCxnSpPr>
          <p:spPr>
            <a:xfrm flipH="1">
              <a:off x="4450511" y="3812345"/>
              <a:ext cx="163692" cy="63512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E0274AFF-B6A1-489E-B77B-A9BA0279C314}"/>
              </a:ext>
            </a:extLst>
          </p:cNvPr>
          <p:cNvSpPr/>
          <p:nvPr/>
        </p:nvSpPr>
        <p:spPr>
          <a:xfrm>
            <a:off x="942536" y="4164036"/>
            <a:ext cx="7441809" cy="25321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3401EA-FCD4-4585-85E1-BB11864C97BD}"/>
              </a:ext>
            </a:extLst>
          </p:cNvPr>
          <p:cNvSpPr/>
          <p:nvPr/>
        </p:nvSpPr>
        <p:spPr>
          <a:xfrm>
            <a:off x="1012874" y="5809957"/>
            <a:ext cx="7455877" cy="28135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7B1D665-A7AE-4AD1-B7FC-C7504BA990FE}"/>
              </a:ext>
            </a:extLst>
          </p:cNvPr>
          <p:cNvSpPr/>
          <p:nvPr/>
        </p:nvSpPr>
        <p:spPr>
          <a:xfrm>
            <a:off x="3683390" y="5273040"/>
            <a:ext cx="3249637" cy="1969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074C34A-53E5-4392-8967-BE88DF819F3C}"/>
              </a:ext>
            </a:extLst>
          </p:cNvPr>
          <p:cNvCxnSpPr>
            <a:cxnSpLocks/>
          </p:cNvCxnSpPr>
          <p:nvPr/>
        </p:nvCxnSpPr>
        <p:spPr>
          <a:xfrm>
            <a:off x="2110154" y="2729132"/>
            <a:ext cx="0" cy="305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5430664-2854-4C39-BE4E-A28FCA5DB4B9}"/>
              </a:ext>
            </a:extLst>
          </p:cNvPr>
          <p:cNvCxnSpPr>
            <a:cxnSpLocks/>
          </p:cNvCxnSpPr>
          <p:nvPr/>
        </p:nvCxnSpPr>
        <p:spPr>
          <a:xfrm>
            <a:off x="5387925" y="2729133"/>
            <a:ext cx="0" cy="3144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D56AC22D-0268-43A1-A9DD-EF566285C88E}"/>
              </a:ext>
            </a:extLst>
          </p:cNvPr>
          <p:cNvCxnSpPr>
            <a:cxnSpLocks/>
          </p:cNvCxnSpPr>
          <p:nvPr/>
        </p:nvCxnSpPr>
        <p:spPr>
          <a:xfrm flipH="1" flipV="1">
            <a:off x="3685736" y="2743200"/>
            <a:ext cx="11722" cy="3106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BDB59D90-8892-447F-8B57-C094218C1459}"/>
              </a:ext>
            </a:extLst>
          </p:cNvPr>
          <p:cNvSpPr/>
          <p:nvPr/>
        </p:nvSpPr>
        <p:spPr>
          <a:xfrm>
            <a:off x="3880339" y="5484056"/>
            <a:ext cx="450166" cy="3094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A0CDD5BB-7CCC-4065-8EC8-A74C128DB410}"/>
              </a:ext>
            </a:extLst>
          </p:cNvPr>
          <p:cNvSpPr/>
          <p:nvPr/>
        </p:nvSpPr>
        <p:spPr>
          <a:xfrm flipV="1">
            <a:off x="6314048" y="5469988"/>
            <a:ext cx="464234" cy="3259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A0FC921-3823-41DF-8A2F-8DCC1F889B42}"/>
              </a:ext>
            </a:extLst>
          </p:cNvPr>
          <p:cNvGrpSpPr/>
          <p:nvPr/>
        </p:nvGrpSpPr>
        <p:grpSpPr>
          <a:xfrm>
            <a:off x="3711526" y="4670474"/>
            <a:ext cx="396240" cy="602567"/>
            <a:chOff x="4135902" y="3460653"/>
            <a:chExt cx="478301" cy="829993"/>
          </a:xfrm>
          <a:solidFill>
            <a:schemeClr val="accent3"/>
          </a:solidFill>
        </p:grpSpPr>
        <p:sp>
          <p:nvSpPr>
            <p:cNvPr id="41" name="笑脸 40">
              <a:extLst>
                <a:ext uri="{FF2B5EF4-FFF2-40B4-BE49-F238E27FC236}">
                  <a16:creationId xmlns:a16="http://schemas.microsoft.com/office/drawing/2014/main" id="{EE3AB35C-D05B-413C-A7D5-C3D617DD5DB0}"/>
                </a:ext>
              </a:extLst>
            </p:cNvPr>
            <p:cNvSpPr/>
            <p:nvPr/>
          </p:nvSpPr>
          <p:spPr>
            <a:xfrm>
              <a:off x="4192173" y="3460653"/>
              <a:ext cx="323557" cy="351692"/>
            </a:xfrm>
            <a:prstGeom prst="smileyFac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883DF13D-3785-4EED-829A-3AD1089F84E9}"/>
                </a:ext>
              </a:extLst>
            </p:cNvPr>
            <p:cNvSpPr/>
            <p:nvPr/>
          </p:nvSpPr>
          <p:spPr>
            <a:xfrm>
              <a:off x="4234375" y="3826413"/>
              <a:ext cx="253219" cy="33762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6010F482-71F5-4219-A617-365C653A2457}"/>
                </a:ext>
              </a:extLst>
            </p:cNvPr>
            <p:cNvCxnSpPr>
              <a:stCxn id="42" idx="3"/>
            </p:cNvCxnSpPr>
            <p:nvPr/>
          </p:nvCxnSpPr>
          <p:spPr>
            <a:xfrm flipH="1">
              <a:off x="4262511" y="4114594"/>
              <a:ext cx="8947" cy="176052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BE41AA56-85E4-4C4C-953D-D4DC85D5EA08}"/>
                </a:ext>
              </a:extLst>
            </p:cNvPr>
            <p:cNvCxnSpPr>
              <a:stCxn id="42" idx="5"/>
            </p:cNvCxnSpPr>
            <p:nvPr/>
          </p:nvCxnSpPr>
          <p:spPr>
            <a:xfrm flipH="1">
              <a:off x="4431323" y="4114594"/>
              <a:ext cx="19188" cy="161984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A79944C2-0559-4E5E-ACA7-C39D4062A93B}"/>
                </a:ext>
              </a:extLst>
            </p:cNvPr>
            <p:cNvCxnSpPr>
              <a:endCxn id="42" idx="1"/>
            </p:cNvCxnSpPr>
            <p:nvPr/>
          </p:nvCxnSpPr>
          <p:spPr>
            <a:xfrm>
              <a:off x="4135902" y="3784209"/>
              <a:ext cx="135556" cy="91648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7BE7C37-EE00-4395-809A-F709F85BF419}"/>
                </a:ext>
              </a:extLst>
            </p:cNvPr>
            <p:cNvCxnSpPr>
              <a:endCxn id="42" idx="7"/>
            </p:cNvCxnSpPr>
            <p:nvPr/>
          </p:nvCxnSpPr>
          <p:spPr>
            <a:xfrm flipH="1">
              <a:off x="4450511" y="3812345"/>
              <a:ext cx="163692" cy="63512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8755D91-8884-4233-86B9-052CF4CF9C79}"/>
              </a:ext>
            </a:extLst>
          </p:cNvPr>
          <p:cNvCxnSpPr/>
          <p:nvPr/>
        </p:nvCxnSpPr>
        <p:spPr>
          <a:xfrm>
            <a:off x="2124222" y="5317588"/>
            <a:ext cx="151931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FF7FDE5-C95D-4C7C-87F4-A5DFE28EDD8D}"/>
              </a:ext>
            </a:extLst>
          </p:cNvPr>
          <p:cNvCxnSpPr>
            <a:cxnSpLocks/>
          </p:cNvCxnSpPr>
          <p:nvPr/>
        </p:nvCxnSpPr>
        <p:spPr>
          <a:xfrm>
            <a:off x="3697458" y="4597792"/>
            <a:ext cx="1676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C87190DC-903D-4D9F-8B4F-965803EF5007}"/>
              </a:ext>
            </a:extLst>
          </p:cNvPr>
          <p:cNvSpPr txBox="1"/>
          <p:nvPr/>
        </p:nvSpPr>
        <p:spPr>
          <a:xfrm>
            <a:off x="2489982" y="4923692"/>
            <a:ext cx="33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X</a:t>
            </a:r>
            <a:endParaRPr lang="zh-CN" altLang="en-US" i="1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4B5EB13-AE58-443F-BE34-59FCC1BF9576}"/>
              </a:ext>
            </a:extLst>
          </p:cNvPr>
          <p:cNvSpPr txBox="1"/>
          <p:nvPr/>
        </p:nvSpPr>
        <p:spPr>
          <a:xfrm>
            <a:off x="4457115" y="4569654"/>
            <a:ext cx="25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x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70159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F771901-7D33-4358-B161-E1F902898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380" y="0"/>
            <a:ext cx="9678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4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042500B-D8A6-4C14-8719-67FE8904E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722"/>
            <a:ext cx="12192000" cy="333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49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ED7FFE3-409C-4134-A5F1-9071EA989E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81" t="-746" r="181" b="2697"/>
          <a:stretch/>
        </p:blipFill>
        <p:spPr>
          <a:xfrm>
            <a:off x="1501651" y="-54159"/>
            <a:ext cx="9696231" cy="691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0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CD2598F-A07D-4DA3-8C30-225C9D57E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508"/>
            <a:ext cx="12192000" cy="582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02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8ACE9DB-7129-41E8-850B-3A4CEC35C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3717"/>
            <a:ext cx="12192000" cy="261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68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B0EE746-4BCC-4A33-8159-121A80022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4740"/>
            <a:ext cx="6147582" cy="43328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7F6151F-2ACC-4565-9237-4801A0AFF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649" y="981586"/>
            <a:ext cx="6030351" cy="433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91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89D0437-93C1-4F52-B21E-9BA3C3CCC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0739"/>
            <a:ext cx="12192000" cy="239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888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8C42D9AB-0178-4CBA-904A-FB92103BF87E}"/>
              </a:ext>
            </a:extLst>
          </p:cNvPr>
          <p:cNvGrpSpPr/>
          <p:nvPr/>
        </p:nvGrpSpPr>
        <p:grpSpPr>
          <a:xfrm>
            <a:off x="1773849" y="0"/>
            <a:ext cx="8834611" cy="6858001"/>
            <a:chOff x="971990" y="0"/>
            <a:chExt cx="8834611" cy="685800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C0F9B45-FF38-43FA-B52B-B0A0D3040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-214741" y="1213131"/>
              <a:ext cx="6831600" cy="4458138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67D5133-9D88-493B-A444-CDFB308EE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4193723" y="1245124"/>
              <a:ext cx="6858001" cy="43677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2979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147C504-E376-491E-B920-4E379D3BE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975"/>
            <a:ext cx="12192000" cy="62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85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D51D2F1-8DB5-4128-98D8-3DAC41E84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500"/>
            <a:ext cx="12275117" cy="653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47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69</Words>
  <Application>Microsoft Office PowerPoint</Application>
  <PresentationFormat>宽屏</PresentationFormat>
  <Paragraphs>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1.水平光滑平面上有一质量为m、长度为l的面各移动了多少距离？小车，车的右段站有一质量为m的人。人、车相对于地面静止。若人从车的右段走到左端，求人和车相对于地面各移动了多少距离？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1.水平光滑平面上有一质量为、长度为的面各移动了多少距离？小车，车的右段站有一质量为m的人。人、车相对于地面静止。若人从车的右段走到左端，求人和车相对于地面各移动了多少距离？</dc:title>
  <dc:creator>YXT</dc:creator>
  <cp:lastModifiedBy>878751716@qq.com</cp:lastModifiedBy>
  <cp:revision>11</cp:revision>
  <dcterms:created xsi:type="dcterms:W3CDTF">2018-06-14T01:51:31Z</dcterms:created>
  <dcterms:modified xsi:type="dcterms:W3CDTF">2018-06-17T02:37:11Z</dcterms:modified>
</cp:coreProperties>
</file>