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8" r:id="rId1"/>
    <p:sldMasterId id="2147483752" r:id="rId2"/>
    <p:sldMasterId id="2147483785" r:id="rId3"/>
    <p:sldMasterId id="2147483797" r:id="rId4"/>
    <p:sldMasterId id="2147483856" r:id="rId5"/>
  </p:sldMasterIdLst>
  <p:notesMasterIdLst>
    <p:notesMasterId r:id="rId33"/>
  </p:notesMasterIdLst>
  <p:handoutMasterIdLst>
    <p:handoutMasterId r:id="rId34"/>
  </p:handoutMasterIdLst>
  <p:sldIdLst>
    <p:sldId id="645" r:id="rId6"/>
    <p:sldId id="806" r:id="rId7"/>
    <p:sldId id="831" r:id="rId8"/>
    <p:sldId id="1527" r:id="rId9"/>
    <p:sldId id="1529" r:id="rId10"/>
    <p:sldId id="1532" r:id="rId11"/>
    <p:sldId id="1526" r:id="rId12"/>
    <p:sldId id="1531" r:id="rId13"/>
    <p:sldId id="1530" r:id="rId14"/>
    <p:sldId id="1528" r:id="rId15"/>
    <p:sldId id="1536" r:id="rId16"/>
    <p:sldId id="1535" r:id="rId17"/>
    <p:sldId id="1534" r:id="rId18"/>
    <p:sldId id="1533" r:id="rId19"/>
    <p:sldId id="1537" r:id="rId20"/>
    <p:sldId id="1540" r:id="rId21"/>
    <p:sldId id="1539" r:id="rId22"/>
    <p:sldId id="1543" r:id="rId23"/>
    <p:sldId id="1542" r:id="rId24"/>
    <p:sldId id="1548" r:id="rId25"/>
    <p:sldId id="1541" r:id="rId26"/>
    <p:sldId id="1538" r:id="rId27"/>
    <p:sldId id="1547" r:id="rId28"/>
    <p:sldId id="1546" r:id="rId29"/>
    <p:sldId id="1545" r:id="rId30"/>
    <p:sldId id="1544" r:id="rId31"/>
    <p:sldId id="1405"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1721"/>
    <a:srgbClr val="FFFFFF"/>
    <a:srgbClr val="891A1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05" autoAdjust="0"/>
    <p:restoredTop sz="94118" autoAdjust="0"/>
  </p:normalViewPr>
  <p:slideViewPr>
    <p:cSldViewPr snapToGrid="0">
      <p:cViewPr varScale="1">
        <p:scale>
          <a:sx n="86" d="100"/>
          <a:sy n="86" d="100"/>
        </p:scale>
        <p:origin x="1320" y="62"/>
      </p:cViewPr>
      <p:guideLst/>
    </p:cSldViewPr>
  </p:slideViewPr>
  <p:notesTextViewPr>
    <p:cViewPr>
      <p:scale>
        <a:sx n="400" d="100"/>
        <a:sy n="400" d="100"/>
      </p:scale>
      <p:origin x="0" y="0"/>
    </p:cViewPr>
  </p:notesTextViewPr>
  <p:sorterViewPr>
    <p:cViewPr>
      <p:scale>
        <a:sx n="100" d="100"/>
        <a:sy n="100" d="100"/>
      </p:scale>
      <p:origin x="0" y="-3006"/>
    </p:cViewPr>
  </p:sorterViewPr>
  <p:notesViewPr>
    <p:cSldViewPr snapToGrid="0">
      <p:cViewPr varScale="1">
        <p:scale>
          <a:sx n="76" d="100"/>
          <a:sy n="76" d="100"/>
        </p:scale>
        <p:origin x="2580" y="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DDF984-46A5-D646-B914-CE31AB3A08C2}" type="doc">
      <dgm:prSet loTypeId="urn:microsoft.com/office/officeart/2008/layout/VerticalCurvedList" loCatId="" qsTypeId="urn:microsoft.com/office/officeart/2005/8/quickstyle/3D1" qsCatId="3D" csTypeId="urn:microsoft.com/office/officeart/2005/8/colors/accent1_2" csCatId="accent1"/>
      <dgm:spPr/>
      <dgm:t>
        <a:bodyPr/>
        <a:lstStyle/>
        <a:p>
          <a:endParaRPr lang="zh-CN" altLang="en-US"/>
        </a:p>
      </dgm:t>
    </dgm:pt>
    <dgm:pt modelId="{DEF2E628-9B81-AB46-AF78-AE3D1AA6D9EF}">
      <dgm:prSet custT="1"/>
      <dgm:spPr>
        <a:xfrm>
          <a:off x="337595" y="222178"/>
          <a:ext cx="7024911" cy="444642"/>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gm:spPr>
      <dgm:t>
        <a:bodyPr/>
        <a:lstStyle/>
        <a:p>
          <a:pPr rtl="0">
            <a:buNone/>
          </a:pPr>
          <a:r>
            <a:rPr kumimoji="1" lang="zh-CN" altLang="en-US" sz="2800" dirty="0">
              <a:solidFill>
                <a:srgbClr val="FFFFFF"/>
              </a:solidFill>
              <a:latin typeface="微软雅黑"/>
              <a:ea typeface="微软雅黑"/>
              <a:cs typeface="+mn-cs"/>
            </a:rPr>
            <a:t>创新是引领发展的第一动力。 </a:t>
          </a:r>
          <a:endParaRPr lang="zh-CN" altLang="en-US" sz="2800" dirty="0">
            <a:solidFill>
              <a:srgbClr val="FFFFFF"/>
            </a:solidFill>
            <a:latin typeface="微软雅黑"/>
            <a:ea typeface="微软雅黑"/>
            <a:cs typeface="+mn-cs"/>
          </a:endParaRPr>
        </a:p>
      </dgm:t>
    </dgm:pt>
    <dgm:pt modelId="{EDB92E53-EA5A-F84D-9FC7-BB7E55199558}" type="parTrans" cxnId="{61D361E1-BDC5-4049-88EF-7899AEFAB977}">
      <dgm:prSet/>
      <dgm:spPr/>
      <dgm:t>
        <a:bodyPr/>
        <a:lstStyle/>
        <a:p>
          <a:endParaRPr lang="zh-CN" altLang="en-US"/>
        </a:p>
      </dgm:t>
    </dgm:pt>
    <dgm:pt modelId="{56BB5D06-7034-FE45-8869-980842FA6B89}" type="sibTrans" cxnId="{61D361E1-BDC5-4049-88EF-7899AEFAB977}">
      <dgm:prSet/>
      <dgm:spPr>
        <a:xfrm>
          <a:off x="-4019592" y="-617031"/>
          <a:ext cx="4790062" cy="4790062"/>
        </a:xfrm>
        <a:prstGeom prst="blockArc">
          <a:avLst>
            <a:gd name="adj1" fmla="val 18900000"/>
            <a:gd name="adj2" fmla="val 2700000"/>
            <a:gd name="adj3" fmla="val 451"/>
          </a:avLst>
        </a:prstGeom>
        <a:noFill/>
        <a:ln w="25400" cap="flat" cmpd="sng" algn="ctr">
          <a:solidFill>
            <a:srgbClr val="FF7F01">
              <a:shade val="60000"/>
              <a:hueOff val="0"/>
              <a:satOff val="0"/>
              <a:lumOff val="0"/>
              <a:alphaOff val="0"/>
            </a:srgbClr>
          </a:solidFill>
          <a:prstDash val="solid"/>
        </a:ln>
        <a:effectLst/>
        <a:scene3d>
          <a:camera prst="orthographicFront"/>
          <a:lightRig rig="flat" dir="t"/>
        </a:scene3d>
        <a:sp3d prstMaterial="matte"/>
      </dgm:spPr>
      <dgm:t>
        <a:bodyPr/>
        <a:lstStyle/>
        <a:p>
          <a:endParaRPr lang="zh-CN" altLang="en-US"/>
        </a:p>
      </dgm:t>
    </dgm:pt>
    <dgm:pt modelId="{5607C19C-C21F-5C41-A558-E9D98CDA6B40}">
      <dgm:prSet custT="1"/>
      <dgm:spPr>
        <a:xfrm>
          <a:off x="656213" y="888928"/>
          <a:ext cx="6706294" cy="444642"/>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gm:spPr>
      <dgm:t>
        <a:bodyPr/>
        <a:lstStyle/>
        <a:p>
          <a:pPr rtl="0">
            <a:buNone/>
          </a:pPr>
          <a:r>
            <a:rPr kumimoji="1" lang="zh-CN" altLang="en-US" sz="2800" dirty="0">
              <a:solidFill>
                <a:srgbClr val="FFFFFF"/>
              </a:solidFill>
              <a:latin typeface="微软雅黑"/>
              <a:ea typeface="微软雅黑"/>
              <a:cs typeface="+mn-cs"/>
            </a:rPr>
            <a:t>协调是持续健康发展的内在要求。</a:t>
          </a:r>
          <a:endParaRPr lang="zh-CN" altLang="en-US" sz="2800" dirty="0">
            <a:solidFill>
              <a:srgbClr val="FFFFFF"/>
            </a:solidFill>
            <a:latin typeface="微软雅黑"/>
            <a:ea typeface="微软雅黑"/>
            <a:cs typeface="+mn-cs"/>
          </a:endParaRPr>
        </a:p>
      </dgm:t>
    </dgm:pt>
    <dgm:pt modelId="{A7FEFD37-65CC-A741-AA62-1E9C178CFDE0}" type="parTrans" cxnId="{C1594AB1-FD8B-FE44-AB08-769D6E7B70E5}">
      <dgm:prSet/>
      <dgm:spPr/>
      <dgm:t>
        <a:bodyPr/>
        <a:lstStyle/>
        <a:p>
          <a:endParaRPr lang="zh-CN" altLang="en-US"/>
        </a:p>
      </dgm:t>
    </dgm:pt>
    <dgm:pt modelId="{2F821A4D-F1BE-9446-B885-76579FE75FF8}" type="sibTrans" cxnId="{C1594AB1-FD8B-FE44-AB08-769D6E7B70E5}">
      <dgm:prSet/>
      <dgm:spPr/>
      <dgm:t>
        <a:bodyPr/>
        <a:lstStyle/>
        <a:p>
          <a:endParaRPr lang="zh-CN" altLang="en-US"/>
        </a:p>
      </dgm:t>
    </dgm:pt>
    <dgm:pt modelId="{29528825-62DB-1B41-AF9E-BA9B8AEAE765}">
      <dgm:prSet custT="1"/>
      <dgm:spPr>
        <a:xfrm>
          <a:off x="754003" y="1555678"/>
          <a:ext cx="6608504" cy="444642"/>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gm:spPr>
      <dgm:t>
        <a:bodyPr/>
        <a:lstStyle/>
        <a:p>
          <a:pPr rtl="0">
            <a:buNone/>
          </a:pPr>
          <a:r>
            <a:rPr kumimoji="1" lang="zh-CN" altLang="en-US" sz="2800">
              <a:solidFill>
                <a:srgbClr val="FFFFFF"/>
              </a:solidFill>
              <a:latin typeface="微软雅黑"/>
              <a:ea typeface="微软雅黑"/>
              <a:cs typeface="+mn-cs"/>
            </a:rPr>
            <a:t>绿色是永续发展的必要条件。 </a:t>
          </a:r>
          <a:endParaRPr lang="zh-CN" altLang="en-US" sz="2800">
            <a:solidFill>
              <a:srgbClr val="FFFFFF"/>
            </a:solidFill>
            <a:latin typeface="微软雅黑"/>
            <a:ea typeface="微软雅黑"/>
            <a:cs typeface="+mn-cs"/>
          </a:endParaRPr>
        </a:p>
      </dgm:t>
    </dgm:pt>
    <dgm:pt modelId="{793CD512-4083-7142-95F5-005ECDDE7800}" type="parTrans" cxnId="{CDF6DF40-3FF3-CF4E-9112-CFD051CD067B}">
      <dgm:prSet/>
      <dgm:spPr/>
      <dgm:t>
        <a:bodyPr/>
        <a:lstStyle/>
        <a:p>
          <a:endParaRPr lang="zh-CN" altLang="en-US"/>
        </a:p>
      </dgm:t>
    </dgm:pt>
    <dgm:pt modelId="{3B2D519E-3995-0F40-B68A-89635FF6AE44}" type="sibTrans" cxnId="{CDF6DF40-3FF3-CF4E-9112-CFD051CD067B}">
      <dgm:prSet/>
      <dgm:spPr/>
      <dgm:t>
        <a:bodyPr/>
        <a:lstStyle/>
        <a:p>
          <a:endParaRPr lang="zh-CN" altLang="en-US"/>
        </a:p>
      </dgm:t>
    </dgm:pt>
    <dgm:pt modelId="{89072FBA-F027-1149-9959-61E84C9C841C}">
      <dgm:prSet custT="1"/>
      <dgm:spPr>
        <a:xfrm>
          <a:off x="656213" y="2222428"/>
          <a:ext cx="6706294" cy="444642"/>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gm:spPr>
      <dgm:t>
        <a:bodyPr/>
        <a:lstStyle/>
        <a:p>
          <a:pPr rtl="0">
            <a:buNone/>
          </a:pPr>
          <a:r>
            <a:rPr kumimoji="1" lang="zh-CN" altLang="en-US" sz="2800" dirty="0">
              <a:solidFill>
                <a:srgbClr val="FFFFFF"/>
              </a:solidFill>
              <a:latin typeface="微软雅黑"/>
              <a:ea typeface="微软雅黑"/>
              <a:cs typeface="+mn-cs"/>
            </a:rPr>
            <a:t>开放是国家繁荣发展的必由之路。 </a:t>
          </a:r>
          <a:endParaRPr lang="zh-CN" altLang="en-US" sz="2800" dirty="0">
            <a:solidFill>
              <a:srgbClr val="FFFFFF"/>
            </a:solidFill>
            <a:latin typeface="微软雅黑"/>
            <a:ea typeface="微软雅黑"/>
            <a:cs typeface="+mn-cs"/>
          </a:endParaRPr>
        </a:p>
      </dgm:t>
    </dgm:pt>
    <dgm:pt modelId="{18A8D7A5-45F4-3E49-B432-E0C3714908FA}" type="parTrans" cxnId="{E8F8F3A9-3B74-6142-BEFD-65C8FD211C7D}">
      <dgm:prSet/>
      <dgm:spPr/>
      <dgm:t>
        <a:bodyPr/>
        <a:lstStyle/>
        <a:p>
          <a:endParaRPr lang="zh-CN" altLang="en-US"/>
        </a:p>
      </dgm:t>
    </dgm:pt>
    <dgm:pt modelId="{69EA904B-4D4A-3546-B9AF-3BCBE0D752D3}" type="sibTrans" cxnId="{E8F8F3A9-3B74-6142-BEFD-65C8FD211C7D}">
      <dgm:prSet/>
      <dgm:spPr/>
      <dgm:t>
        <a:bodyPr/>
        <a:lstStyle/>
        <a:p>
          <a:endParaRPr lang="zh-CN" altLang="en-US"/>
        </a:p>
      </dgm:t>
    </dgm:pt>
    <dgm:pt modelId="{119E8E4E-8D9F-B048-80F0-E989568C6869}">
      <dgm:prSet custT="1"/>
      <dgm:spPr>
        <a:xfrm>
          <a:off x="337595" y="2889178"/>
          <a:ext cx="7024911" cy="444642"/>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gm:spPr>
      <dgm:t>
        <a:bodyPr/>
        <a:lstStyle/>
        <a:p>
          <a:pPr rtl="0">
            <a:buNone/>
          </a:pPr>
          <a:r>
            <a:rPr kumimoji="1" lang="zh-CN" altLang="en-US" sz="2800" dirty="0">
              <a:solidFill>
                <a:srgbClr val="FFFFFF"/>
              </a:solidFill>
              <a:latin typeface="微软雅黑"/>
              <a:ea typeface="微软雅黑"/>
              <a:cs typeface="+mn-cs"/>
            </a:rPr>
            <a:t>共享是中国特色社会主义的本质要求。</a:t>
          </a:r>
          <a:endParaRPr lang="zh-CN" altLang="en-US" sz="2800" dirty="0">
            <a:solidFill>
              <a:srgbClr val="FFFFFF"/>
            </a:solidFill>
            <a:latin typeface="微软雅黑"/>
            <a:ea typeface="微软雅黑"/>
            <a:cs typeface="+mn-cs"/>
          </a:endParaRPr>
        </a:p>
      </dgm:t>
    </dgm:pt>
    <dgm:pt modelId="{DDA72DDD-0A46-3E42-854B-621CC99B9925}" type="parTrans" cxnId="{49D3F0DC-9F90-7846-A79E-09BD70D3CFC3}">
      <dgm:prSet/>
      <dgm:spPr/>
      <dgm:t>
        <a:bodyPr/>
        <a:lstStyle/>
        <a:p>
          <a:endParaRPr lang="zh-CN" altLang="en-US"/>
        </a:p>
      </dgm:t>
    </dgm:pt>
    <dgm:pt modelId="{2227E048-8D9B-C645-8AE6-F05ED539EEAD}" type="sibTrans" cxnId="{49D3F0DC-9F90-7846-A79E-09BD70D3CFC3}">
      <dgm:prSet/>
      <dgm:spPr/>
      <dgm:t>
        <a:bodyPr/>
        <a:lstStyle/>
        <a:p>
          <a:endParaRPr lang="zh-CN" altLang="en-US"/>
        </a:p>
      </dgm:t>
    </dgm:pt>
    <dgm:pt modelId="{38128B36-5E91-0646-829B-EE61E7952836}" type="pres">
      <dgm:prSet presAssocID="{A2DDF984-46A5-D646-B914-CE31AB3A08C2}" presName="Name0" presStyleCnt="0">
        <dgm:presLayoutVars>
          <dgm:chMax val="7"/>
          <dgm:chPref val="7"/>
          <dgm:dir/>
        </dgm:presLayoutVars>
      </dgm:prSet>
      <dgm:spPr/>
    </dgm:pt>
    <dgm:pt modelId="{6C814C51-0943-B747-B416-E2758E91CA9B}" type="pres">
      <dgm:prSet presAssocID="{A2DDF984-46A5-D646-B914-CE31AB3A08C2}" presName="Name1" presStyleCnt="0"/>
      <dgm:spPr/>
    </dgm:pt>
    <dgm:pt modelId="{2E375CBD-3D86-2540-93B7-F0431DB0DCBB}" type="pres">
      <dgm:prSet presAssocID="{A2DDF984-46A5-D646-B914-CE31AB3A08C2}" presName="cycle" presStyleCnt="0"/>
      <dgm:spPr/>
    </dgm:pt>
    <dgm:pt modelId="{BA173391-CF9B-8346-86F3-33D2B1C1F059}" type="pres">
      <dgm:prSet presAssocID="{A2DDF984-46A5-D646-B914-CE31AB3A08C2}" presName="srcNode" presStyleLbl="node1" presStyleIdx="0" presStyleCnt="5"/>
      <dgm:spPr/>
    </dgm:pt>
    <dgm:pt modelId="{A39B7D7A-1D34-4645-9C3F-708F90704195}" type="pres">
      <dgm:prSet presAssocID="{A2DDF984-46A5-D646-B914-CE31AB3A08C2}" presName="conn" presStyleLbl="parChTrans1D2" presStyleIdx="0" presStyleCnt="1"/>
      <dgm:spPr/>
    </dgm:pt>
    <dgm:pt modelId="{5D3249DB-B6FC-334C-9E7F-DAC8F368752C}" type="pres">
      <dgm:prSet presAssocID="{A2DDF984-46A5-D646-B914-CE31AB3A08C2}" presName="extraNode" presStyleLbl="node1" presStyleIdx="0" presStyleCnt="5"/>
      <dgm:spPr/>
    </dgm:pt>
    <dgm:pt modelId="{12347487-FD23-0041-A32E-04E2A6F810FC}" type="pres">
      <dgm:prSet presAssocID="{A2DDF984-46A5-D646-B914-CE31AB3A08C2}" presName="dstNode" presStyleLbl="node1" presStyleIdx="0" presStyleCnt="5"/>
      <dgm:spPr/>
    </dgm:pt>
    <dgm:pt modelId="{F3F043BE-E5B6-5343-98EB-17BF581A570B}" type="pres">
      <dgm:prSet presAssocID="{DEF2E628-9B81-AB46-AF78-AE3D1AA6D9EF}" presName="text_1" presStyleLbl="node1" presStyleIdx="0" presStyleCnt="5">
        <dgm:presLayoutVars>
          <dgm:bulletEnabled val="1"/>
        </dgm:presLayoutVars>
      </dgm:prSet>
      <dgm:spPr/>
    </dgm:pt>
    <dgm:pt modelId="{90EFCF1B-CB47-B54B-8B72-45B33A1F10B1}" type="pres">
      <dgm:prSet presAssocID="{DEF2E628-9B81-AB46-AF78-AE3D1AA6D9EF}" presName="accent_1" presStyleCnt="0"/>
      <dgm:spPr/>
    </dgm:pt>
    <dgm:pt modelId="{4E9A0B63-BBFA-3B40-A997-90D74815AF33}" type="pres">
      <dgm:prSet presAssocID="{DEF2E628-9B81-AB46-AF78-AE3D1AA6D9EF}" presName="accentRepeatNode" presStyleLbl="solidFgAcc1" presStyleIdx="0" presStyleCnt="5"/>
      <dgm:spPr>
        <a:xfrm>
          <a:off x="59694" y="166598"/>
          <a:ext cx="555802" cy="555802"/>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gm:spPr>
    </dgm:pt>
    <dgm:pt modelId="{EBD35AAA-7596-424F-AAB1-CC1B043519B9}" type="pres">
      <dgm:prSet presAssocID="{5607C19C-C21F-5C41-A558-E9D98CDA6B40}" presName="text_2" presStyleLbl="node1" presStyleIdx="1" presStyleCnt="5">
        <dgm:presLayoutVars>
          <dgm:bulletEnabled val="1"/>
        </dgm:presLayoutVars>
      </dgm:prSet>
      <dgm:spPr/>
    </dgm:pt>
    <dgm:pt modelId="{3158C8F7-29D2-C446-88EF-1FA012BCFF0B}" type="pres">
      <dgm:prSet presAssocID="{5607C19C-C21F-5C41-A558-E9D98CDA6B40}" presName="accent_2" presStyleCnt="0"/>
      <dgm:spPr/>
    </dgm:pt>
    <dgm:pt modelId="{E6CB3409-18E1-2B45-B975-B47DA4EAD05D}" type="pres">
      <dgm:prSet presAssocID="{5607C19C-C21F-5C41-A558-E9D98CDA6B40}" presName="accentRepeatNode" presStyleLbl="solidFgAcc1" presStyleIdx="1" presStyleCnt="5"/>
      <dgm:spPr>
        <a:xfrm>
          <a:off x="378312" y="833348"/>
          <a:ext cx="555802" cy="555802"/>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gm:spPr>
    </dgm:pt>
    <dgm:pt modelId="{AA7419A8-BC4E-1843-B1D4-FC7A075404A6}" type="pres">
      <dgm:prSet presAssocID="{29528825-62DB-1B41-AF9E-BA9B8AEAE765}" presName="text_3" presStyleLbl="node1" presStyleIdx="2" presStyleCnt="5">
        <dgm:presLayoutVars>
          <dgm:bulletEnabled val="1"/>
        </dgm:presLayoutVars>
      </dgm:prSet>
      <dgm:spPr/>
    </dgm:pt>
    <dgm:pt modelId="{1663E315-8A14-B54A-AFE3-C1FD81D1DAD9}" type="pres">
      <dgm:prSet presAssocID="{29528825-62DB-1B41-AF9E-BA9B8AEAE765}" presName="accent_3" presStyleCnt="0"/>
      <dgm:spPr/>
    </dgm:pt>
    <dgm:pt modelId="{AF6BEC4B-34FD-604B-B05A-0A1DE24B3C45}" type="pres">
      <dgm:prSet presAssocID="{29528825-62DB-1B41-AF9E-BA9B8AEAE765}" presName="accentRepeatNode" presStyleLbl="solidFgAcc1" presStyleIdx="2" presStyleCnt="5"/>
      <dgm:spPr>
        <a:xfrm>
          <a:off x="476102" y="1500098"/>
          <a:ext cx="555802" cy="555802"/>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gm:spPr>
    </dgm:pt>
    <dgm:pt modelId="{E5D23631-60E9-F940-9948-6A1C757E108D}" type="pres">
      <dgm:prSet presAssocID="{89072FBA-F027-1149-9959-61E84C9C841C}" presName="text_4" presStyleLbl="node1" presStyleIdx="3" presStyleCnt="5">
        <dgm:presLayoutVars>
          <dgm:bulletEnabled val="1"/>
        </dgm:presLayoutVars>
      </dgm:prSet>
      <dgm:spPr/>
    </dgm:pt>
    <dgm:pt modelId="{BADD8B04-48F0-4A4C-8066-478748F2434B}" type="pres">
      <dgm:prSet presAssocID="{89072FBA-F027-1149-9959-61E84C9C841C}" presName="accent_4" presStyleCnt="0"/>
      <dgm:spPr/>
    </dgm:pt>
    <dgm:pt modelId="{898A90C6-02A8-F54E-AF04-848A07CA38CD}" type="pres">
      <dgm:prSet presAssocID="{89072FBA-F027-1149-9959-61E84C9C841C}" presName="accentRepeatNode" presStyleLbl="solidFgAcc1" presStyleIdx="3" presStyleCnt="5"/>
      <dgm:spPr>
        <a:xfrm>
          <a:off x="378312" y="2166847"/>
          <a:ext cx="555802" cy="555802"/>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gm:spPr>
    </dgm:pt>
    <dgm:pt modelId="{045FE0CA-F34D-CA4A-90A5-7DD1D29CC521}" type="pres">
      <dgm:prSet presAssocID="{119E8E4E-8D9F-B048-80F0-E989568C6869}" presName="text_5" presStyleLbl="node1" presStyleIdx="4" presStyleCnt="5">
        <dgm:presLayoutVars>
          <dgm:bulletEnabled val="1"/>
        </dgm:presLayoutVars>
      </dgm:prSet>
      <dgm:spPr/>
    </dgm:pt>
    <dgm:pt modelId="{E0182A22-5327-B84F-92DC-2BB1E03AA588}" type="pres">
      <dgm:prSet presAssocID="{119E8E4E-8D9F-B048-80F0-E989568C6869}" presName="accent_5" presStyleCnt="0"/>
      <dgm:spPr/>
    </dgm:pt>
    <dgm:pt modelId="{44555A2D-AB3A-214F-A9E9-53439B122074}" type="pres">
      <dgm:prSet presAssocID="{119E8E4E-8D9F-B048-80F0-E989568C6869}" presName="accentRepeatNode" presStyleLbl="solidFgAcc1" presStyleIdx="4" presStyleCnt="5"/>
      <dgm:spPr>
        <a:xfrm>
          <a:off x="59694" y="2833597"/>
          <a:ext cx="555802" cy="555802"/>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gm:spPr>
    </dgm:pt>
  </dgm:ptLst>
  <dgm:cxnLst>
    <dgm:cxn modelId="{CDF6DF40-3FF3-CF4E-9112-CFD051CD067B}" srcId="{A2DDF984-46A5-D646-B914-CE31AB3A08C2}" destId="{29528825-62DB-1B41-AF9E-BA9B8AEAE765}" srcOrd="2" destOrd="0" parTransId="{793CD512-4083-7142-95F5-005ECDDE7800}" sibTransId="{3B2D519E-3995-0F40-B68A-89635FF6AE44}"/>
    <dgm:cxn modelId="{11BF136C-67A7-824E-AF16-5CE997DA54FC}" type="presOf" srcId="{A2DDF984-46A5-D646-B914-CE31AB3A08C2}" destId="{38128B36-5E91-0646-829B-EE61E7952836}" srcOrd="0" destOrd="0" presId="urn:microsoft.com/office/officeart/2008/layout/VerticalCurvedList"/>
    <dgm:cxn modelId="{C31AEB85-791A-CA41-96E2-FCED72D74946}" type="presOf" srcId="{5607C19C-C21F-5C41-A558-E9D98CDA6B40}" destId="{EBD35AAA-7596-424F-AAB1-CC1B043519B9}" srcOrd="0" destOrd="0" presId="urn:microsoft.com/office/officeart/2008/layout/VerticalCurvedList"/>
    <dgm:cxn modelId="{48F4FC87-E503-484E-B706-98CD2784970D}" type="presOf" srcId="{DEF2E628-9B81-AB46-AF78-AE3D1AA6D9EF}" destId="{F3F043BE-E5B6-5343-98EB-17BF581A570B}" srcOrd="0" destOrd="0" presId="urn:microsoft.com/office/officeart/2008/layout/VerticalCurvedList"/>
    <dgm:cxn modelId="{318B179E-39EF-1748-8F50-C6C7DBAB414E}" type="presOf" srcId="{29528825-62DB-1B41-AF9E-BA9B8AEAE765}" destId="{AA7419A8-BC4E-1843-B1D4-FC7A075404A6}" srcOrd="0" destOrd="0" presId="urn:microsoft.com/office/officeart/2008/layout/VerticalCurvedList"/>
    <dgm:cxn modelId="{6682FBA2-3662-B542-BD8A-F0CC29E0BE3A}" type="presOf" srcId="{56BB5D06-7034-FE45-8869-980842FA6B89}" destId="{A39B7D7A-1D34-4645-9C3F-708F90704195}" srcOrd="0" destOrd="0" presId="urn:microsoft.com/office/officeart/2008/layout/VerticalCurvedList"/>
    <dgm:cxn modelId="{E8F8F3A9-3B74-6142-BEFD-65C8FD211C7D}" srcId="{A2DDF984-46A5-D646-B914-CE31AB3A08C2}" destId="{89072FBA-F027-1149-9959-61E84C9C841C}" srcOrd="3" destOrd="0" parTransId="{18A8D7A5-45F4-3E49-B432-E0C3714908FA}" sibTransId="{69EA904B-4D4A-3546-B9AF-3BCBE0D752D3}"/>
    <dgm:cxn modelId="{C1594AB1-FD8B-FE44-AB08-769D6E7B70E5}" srcId="{A2DDF984-46A5-D646-B914-CE31AB3A08C2}" destId="{5607C19C-C21F-5C41-A558-E9D98CDA6B40}" srcOrd="1" destOrd="0" parTransId="{A7FEFD37-65CC-A741-AA62-1E9C178CFDE0}" sibTransId="{2F821A4D-F1BE-9446-B885-76579FE75FF8}"/>
    <dgm:cxn modelId="{2A0E2EBE-DDE0-0548-8A43-5037FCEECA96}" type="presOf" srcId="{119E8E4E-8D9F-B048-80F0-E989568C6869}" destId="{045FE0CA-F34D-CA4A-90A5-7DD1D29CC521}" srcOrd="0" destOrd="0" presId="urn:microsoft.com/office/officeart/2008/layout/VerticalCurvedList"/>
    <dgm:cxn modelId="{49D3F0DC-9F90-7846-A79E-09BD70D3CFC3}" srcId="{A2DDF984-46A5-D646-B914-CE31AB3A08C2}" destId="{119E8E4E-8D9F-B048-80F0-E989568C6869}" srcOrd="4" destOrd="0" parTransId="{DDA72DDD-0A46-3E42-854B-621CC99B9925}" sibTransId="{2227E048-8D9B-C645-8AE6-F05ED539EEAD}"/>
    <dgm:cxn modelId="{61D361E1-BDC5-4049-88EF-7899AEFAB977}" srcId="{A2DDF984-46A5-D646-B914-CE31AB3A08C2}" destId="{DEF2E628-9B81-AB46-AF78-AE3D1AA6D9EF}" srcOrd="0" destOrd="0" parTransId="{EDB92E53-EA5A-F84D-9FC7-BB7E55199558}" sibTransId="{56BB5D06-7034-FE45-8869-980842FA6B89}"/>
    <dgm:cxn modelId="{4758A9FA-17ED-C842-AB82-C6B7CAB330D2}" type="presOf" srcId="{89072FBA-F027-1149-9959-61E84C9C841C}" destId="{E5D23631-60E9-F940-9948-6A1C757E108D}" srcOrd="0" destOrd="0" presId="urn:microsoft.com/office/officeart/2008/layout/VerticalCurvedList"/>
    <dgm:cxn modelId="{1F8E3E3F-1B64-0340-9D20-BF73D6E59787}" type="presParOf" srcId="{38128B36-5E91-0646-829B-EE61E7952836}" destId="{6C814C51-0943-B747-B416-E2758E91CA9B}" srcOrd="0" destOrd="0" presId="urn:microsoft.com/office/officeart/2008/layout/VerticalCurvedList"/>
    <dgm:cxn modelId="{D9798FD5-4E45-6E4C-B09F-9DC8C8D2693D}" type="presParOf" srcId="{6C814C51-0943-B747-B416-E2758E91CA9B}" destId="{2E375CBD-3D86-2540-93B7-F0431DB0DCBB}" srcOrd="0" destOrd="0" presId="urn:microsoft.com/office/officeart/2008/layout/VerticalCurvedList"/>
    <dgm:cxn modelId="{478AA88A-C3A0-594B-91C3-68C04764C054}" type="presParOf" srcId="{2E375CBD-3D86-2540-93B7-F0431DB0DCBB}" destId="{BA173391-CF9B-8346-86F3-33D2B1C1F059}" srcOrd="0" destOrd="0" presId="urn:microsoft.com/office/officeart/2008/layout/VerticalCurvedList"/>
    <dgm:cxn modelId="{5F991793-42A8-724E-AD91-4023B00067DE}" type="presParOf" srcId="{2E375CBD-3D86-2540-93B7-F0431DB0DCBB}" destId="{A39B7D7A-1D34-4645-9C3F-708F90704195}" srcOrd="1" destOrd="0" presId="urn:microsoft.com/office/officeart/2008/layout/VerticalCurvedList"/>
    <dgm:cxn modelId="{96A35CD4-5544-C642-BF90-6F2477286707}" type="presParOf" srcId="{2E375CBD-3D86-2540-93B7-F0431DB0DCBB}" destId="{5D3249DB-B6FC-334C-9E7F-DAC8F368752C}" srcOrd="2" destOrd="0" presId="urn:microsoft.com/office/officeart/2008/layout/VerticalCurvedList"/>
    <dgm:cxn modelId="{826216B7-4ACB-404F-B2D1-C3689F343AD5}" type="presParOf" srcId="{2E375CBD-3D86-2540-93B7-F0431DB0DCBB}" destId="{12347487-FD23-0041-A32E-04E2A6F810FC}" srcOrd="3" destOrd="0" presId="urn:microsoft.com/office/officeart/2008/layout/VerticalCurvedList"/>
    <dgm:cxn modelId="{909B1C4C-16C1-5B41-81DA-02D6C3A781A4}" type="presParOf" srcId="{6C814C51-0943-B747-B416-E2758E91CA9B}" destId="{F3F043BE-E5B6-5343-98EB-17BF581A570B}" srcOrd="1" destOrd="0" presId="urn:microsoft.com/office/officeart/2008/layout/VerticalCurvedList"/>
    <dgm:cxn modelId="{E9374B62-1E74-F64C-8242-5B06EBC96BFC}" type="presParOf" srcId="{6C814C51-0943-B747-B416-E2758E91CA9B}" destId="{90EFCF1B-CB47-B54B-8B72-45B33A1F10B1}" srcOrd="2" destOrd="0" presId="urn:microsoft.com/office/officeart/2008/layout/VerticalCurvedList"/>
    <dgm:cxn modelId="{120B3926-E0BC-8642-BF74-C7B10BFD6AE4}" type="presParOf" srcId="{90EFCF1B-CB47-B54B-8B72-45B33A1F10B1}" destId="{4E9A0B63-BBFA-3B40-A997-90D74815AF33}" srcOrd="0" destOrd="0" presId="urn:microsoft.com/office/officeart/2008/layout/VerticalCurvedList"/>
    <dgm:cxn modelId="{EEFA1AA2-F34B-A343-959B-44A8A0EADD3F}" type="presParOf" srcId="{6C814C51-0943-B747-B416-E2758E91CA9B}" destId="{EBD35AAA-7596-424F-AAB1-CC1B043519B9}" srcOrd="3" destOrd="0" presId="urn:microsoft.com/office/officeart/2008/layout/VerticalCurvedList"/>
    <dgm:cxn modelId="{1CF11ECE-A0B7-6447-B0F7-8A5CAA3562FF}" type="presParOf" srcId="{6C814C51-0943-B747-B416-E2758E91CA9B}" destId="{3158C8F7-29D2-C446-88EF-1FA012BCFF0B}" srcOrd="4" destOrd="0" presId="urn:microsoft.com/office/officeart/2008/layout/VerticalCurvedList"/>
    <dgm:cxn modelId="{AF3CD874-1951-794E-96E6-A7576D654654}" type="presParOf" srcId="{3158C8F7-29D2-C446-88EF-1FA012BCFF0B}" destId="{E6CB3409-18E1-2B45-B975-B47DA4EAD05D}" srcOrd="0" destOrd="0" presId="urn:microsoft.com/office/officeart/2008/layout/VerticalCurvedList"/>
    <dgm:cxn modelId="{CF200405-D0A6-5640-9913-A674CD12060A}" type="presParOf" srcId="{6C814C51-0943-B747-B416-E2758E91CA9B}" destId="{AA7419A8-BC4E-1843-B1D4-FC7A075404A6}" srcOrd="5" destOrd="0" presId="urn:microsoft.com/office/officeart/2008/layout/VerticalCurvedList"/>
    <dgm:cxn modelId="{660A709B-DA6E-CE4A-B763-F154E5007C00}" type="presParOf" srcId="{6C814C51-0943-B747-B416-E2758E91CA9B}" destId="{1663E315-8A14-B54A-AFE3-C1FD81D1DAD9}" srcOrd="6" destOrd="0" presId="urn:microsoft.com/office/officeart/2008/layout/VerticalCurvedList"/>
    <dgm:cxn modelId="{EF9B21EB-4A63-AE48-9BEB-CF5730F96A5F}" type="presParOf" srcId="{1663E315-8A14-B54A-AFE3-C1FD81D1DAD9}" destId="{AF6BEC4B-34FD-604B-B05A-0A1DE24B3C45}" srcOrd="0" destOrd="0" presId="urn:microsoft.com/office/officeart/2008/layout/VerticalCurvedList"/>
    <dgm:cxn modelId="{7F070A6E-FF70-FE4E-9458-BCE10109D7B2}" type="presParOf" srcId="{6C814C51-0943-B747-B416-E2758E91CA9B}" destId="{E5D23631-60E9-F940-9948-6A1C757E108D}" srcOrd="7" destOrd="0" presId="urn:microsoft.com/office/officeart/2008/layout/VerticalCurvedList"/>
    <dgm:cxn modelId="{E9C5B9CB-4E12-7448-B4FA-9ECF74B56C50}" type="presParOf" srcId="{6C814C51-0943-B747-B416-E2758E91CA9B}" destId="{BADD8B04-48F0-4A4C-8066-478748F2434B}" srcOrd="8" destOrd="0" presId="urn:microsoft.com/office/officeart/2008/layout/VerticalCurvedList"/>
    <dgm:cxn modelId="{39685513-45BF-FC4C-86B7-80F1390A1C80}" type="presParOf" srcId="{BADD8B04-48F0-4A4C-8066-478748F2434B}" destId="{898A90C6-02A8-F54E-AF04-848A07CA38CD}" srcOrd="0" destOrd="0" presId="urn:microsoft.com/office/officeart/2008/layout/VerticalCurvedList"/>
    <dgm:cxn modelId="{F5602913-8019-CC4D-9CBA-156041BC8538}" type="presParOf" srcId="{6C814C51-0943-B747-B416-E2758E91CA9B}" destId="{045FE0CA-F34D-CA4A-90A5-7DD1D29CC521}" srcOrd="9" destOrd="0" presId="urn:microsoft.com/office/officeart/2008/layout/VerticalCurvedList"/>
    <dgm:cxn modelId="{6D30ACA4-76FA-6F41-9EF7-829A159A5478}" type="presParOf" srcId="{6C814C51-0943-B747-B416-E2758E91CA9B}" destId="{E0182A22-5327-B84F-92DC-2BB1E03AA588}" srcOrd="10" destOrd="0" presId="urn:microsoft.com/office/officeart/2008/layout/VerticalCurvedList"/>
    <dgm:cxn modelId="{C3B8B50F-231A-0F4C-B991-80C6110DF4BA}" type="presParOf" srcId="{E0182A22-5327-B84F-92DC-2BB1E03AA588}" destId="{44555A2D-AB3A-214F-A9E9-53439B122074}"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9B7D7A-1D34-4645-9C3F-708F90704195}">
      <dsp:nvSpPr>
        <dsp:cNvPr id="0" name=""/>
        <dsp:cNvSpPr/>
      </dsp:nvSpPr>
      <dsp:spPr>
        <a:xfrm>
          <a:off x="-4718793" y="-723328"/>
          <a:ext cx="5620662" cy="5620662"/>
        </a:xfrm>
        <a:prstGeom prst="blockArc">
          <a:avLst>
            <a:gd name="adj1" fmla="val 18900000"/>
            <a:gd name="adj2" fmla="val 2700000"/>
            <a:gd name="adj3" fmla="val 451"/>
          </a:avLst>
        </a:prstGeom>
        <a:noFill/>
        <a:ln w="25400" cap="flat" cmpd="sng" algn="ctr">
          <a:solidFill>
            <a:srgbClr val="FF7F01">
              <a:shade val="60000"/>
              <a:hueOff val="0"/>
              <a:satOff val="0"/>
              <a:lumOff val="0"/>
              <a:alphaOff val="0"/>
            </a:srgb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3F043BE-E5B6-5343-98EB-17BF581A570B}">
      <dsp:nvSpPr>
        <dsp:cNvPr id="0" name=""/>
        <dsp:cNvSpPr/>
      </dsp:nvSpPr>
      <dsp:spPr>
        <a:xfrm>
          <a:off x="394703" y="260791"/>
          <a:ext cx="6958043" cy="521917"/>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4272" tIns="71120" rIns="71120" bIns="71120" numCol="1" spcCol="1270" anchor="ctr" anchorCtr="0">
          <a:noAutofit/>
        </a:bodyPr>
        <a:lstStyle/>
        <a:p>
          <a:pPr marL="0" lvl="0" indent="0" algn="l" defTabSz="1244600" rtl="0">
            <a:lnSpc>
              <a:spcPct val="90000"/>
            </a:lnSpc>
            <a:spcBef>
              <a:spcPct val="0"/>
            </a:spcBef>
            <a:spcAft>
              <a:spcPct val="35000"/>
            </a:spcAft>
            <a:buNone/>
          </a:pPr>
          <a:r>
            <a:rPr kumimoji="1" lang="zh-CN" altLang="en-US" sz="2800" kern="1200" dirty="0">
              <a:solidFill>
                <a:srgbClr val="FFFFFF"/>
              </a:solidFill>
              <a:latin typeface="微软雅黑"/>
              <a:ea typeface="微软雅黑"/>
              <a:cs typeface="+mn-cs"/>
            </a:rPr>
            <a:t>创新是引领发展的第一动力。 </a:t>
          </a:r>
          <a:endParaRPr lang="zh-CN" altLang="en-US" sz="2800" kern="1200" dirty="0">
            <a:solidFill>
              <a:srgbClr val="FFFFFF"/>
            </a:solidFill>
            <a:latin typeface="微软雅黑"/>
            <a:ea typeface="微软雅黑"/>
            <a:cs typeface="+mn-cs"/>
          </a:endParaRPr>
        </a:p>
      </dsp:txBody>
      <dsp:txXfrm>
        <a:off x="394703" y="260791"/>
        <a:ext cx="6958043" cy="521917"/>
      </dsp:txXfrm>
    </dsp:sp>
    <dsp:sp modelId="{4E9A0B63-BBFA-3B40-A997-90D74815AF33}">
      <dsp:nvSpPr>
        <dsp:cNvPr id="0" name=""/>
        <dsp:cNvSpPr/>
      </dsp:nvSpPr>
      <dsp:spPr>
        <a:xfrm>
          <a:off x="68504" y="195552"/>
          <a:ext cx="652396" cy="652396"/>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miter lim="800000"/>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EBD35AAA-7596-424F-AAB1-CC1B043519B9}">
      <dsp:nvSpPr>
        <dsp:cNvPr id="0" name=""/>
        <dsp:cNvSpPr/>
      </dsp:nvSpPr>
      <dsp:spPr>
        <a:xfrm>
          <a:off x="768694" y="1043417"/>
          <a:ext cx="6584052" cy="521917"/>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4272" tIns="71120" rIns="71120" bIns="71120" numCol="1" spcCol="1270" anchor="ctr" anchorCtr="0">
          <a:noAutofit/>
        </a:bodyPr>
        <a:lstStyle/>
        <a:p>
          <a:pPr marL="0" lvl="0" indent="0" algn="l" defTabSz="1244600" rtl="0">
            <a:lnSpc>
              <a:spcPct val="90000"/>
            </a:lnSpc>
            <a:spcBef>
              <a:spcPct val="0"/>
            </a:spcBef>
            <a:spcAft>
              <a:spcPct val="35000"/>
            </a:spcAft>
            <a:buNone/>
          </a:pPr>
          <a:r>
            <a:rPr kumimoji="1" lang="zh-CN" altLang="en-US" sz="2800" kern="1200" dirty="0">
              <a:solidFill>
                <a:srgbClr val="FFFFFF"/>
              </a:solidFill>
              <a:latin typeface="微软雅黑"/>
              <a:ea typeface="微软雅黑"/>
              <a:cs typeface="+mn-cs"/>
            </a:rPr>
            <a:t>协调是持续健康发展的内在要求。</a:t>
          </a:r>
          <a:endParaRPr lang="zh-CN" altLang="en-US" sz="2800" kern="1200" dirty="0">
            <a:solidFill>
              <a:srgbClr val="FFFFFF"/>
            </a:solidFill>
            <a:latin typeface="微软雅黑"/>
            <a:ea typeface="微软雅黑"/>
            <a:cs typeface="+mn-cs"/>
          </a:endParaRPr>
        </a:p>
      </dsp:txBody>
      <dsp:txXfrm>
        <a:off x="768694" y="1043417"/>
        <a:ext cx="6584052" cy="521917"/>
      </dsp:txXfrm>
    </dsp:sp>
    <dsp:sp modelId="{E6CB3409-18E1-2B45-B975-B47DA4EAD05D}">
      <dsp:nvSpPr>
        <dsp:cNvPr id="0" name=""/>
        <dsp:cNvSpPr/>
      </dsp:nvSpPr>
      <dsp:spPr>
        <a:xfrm>
          <a:off x="442495" y="978178"/>
          <a:ext cx="652396" cy="652396"/>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miter lim="800000"/>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AA7419A8-BC4E-1843-B1D4-FC7A075404A6}">
      <dsp:nvSpPr>
        <dsp:cNvPr id="0" name=""/>
        <dsp:cNvSpPr/>
      </dsp:nvSpPr>
      <dsp:spPr>
        <a:xfrm>
          <a:off x="883479" y="1826043"/>
          <a:ext cx="6469267" cy="521917"/>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4272" tIns="71120" rIns="71120" bIns="71120" numCol="1" spcCol="1270" anchor="ctr" anchorCtr="0">
          <a:noAutofit/>
        </a:bodyPr>
        <a:lstStyle/>
        <a:p>
          <a:pPr marL="0" lvl="0" indent="0" algn="l" defTabSz="1244600" rtl="0">
            <a:lnSpc>
              <a:spcPct val="90000"/>
            </a:lnSpc>
            <a:spcBef>
              <a:spcPct val="0"/>
            </a:spcBef>
            <a:spcAft>
              <a:spcPct val="35000"/>
            </a:spcAft>
            <a:buNone/>
          </a:pPr>
          <a:r>
            <a:rPr kumimoji="1" lang="zh-CN" altLang="en-US" sz="2800" kern="1200">
              <a:solidFill>
                <a:srgbClr val="FFFFFF"/>
              </a:solidFill>
              <a:latin typeface="微软雅黑"/>
              <a:ea typeface="微软雅黑"/>
              <a:cs typeface="+mn-cs"/>
            </a:rPr>
            <a:t>绿色是永续发展的必要条件。 </a:t>
          </a:r>
          <a:endParaRPr lang="zh-CN" altLang="en-US" sz="2800" kern="1200">
            <a:solidFill>
              <a:srgbClr val="FFFFFF"/>
            </a:solidFill>
            <a:latin typeface="微软雅黑"/>
            <a:ea typeface="微软雅黑"/>
            <a:cs typeface="+mn-cs"/>
          </a:endParaRPr>
        </a:p>
      </dsp:txBody>
      <dsp:txXfrm>
        <a:off x="883479" y="1826043"/>
        <a:ext cx="6469267" cy="521917"/>
      </dsp:txXfrm>
    </dsp:sp>
    <dsp:sp modelId="{AF6BEC4B-34FD-604B-B05A-0A1DE24B3C45}">
      <dsp:nvSpPr>
        <dsp:cNvPr id="0" name=""/>
        <dsp:cNvSpPr/>
      </dsp:nvSpPr>
      <dsp:spPr>
        <a:xfrm>
          <a:off x="557280" y="1760804"/>
          <a:ext cx="652396" cy="652396"/>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miter lim="800000"/>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E5D23631-60E9-F940-9948-6A1C757E108D}">
      <dsp:nvSpPr>
        <dsp:cNvPr id="0" name=""/>
        <dsp:cNvSpPr/>
      </dsp:nvSpPr>
      <dsp:spPr>
        <a:xfrm>
          <a:off x="768694" y="2608669"/>
          <a:ext cx="6584052" cy="521917"/>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4272" tIns="71120" rIns="71120" bIns="71120" numCol="1" spcCol="1270" anchor="ctr" anchorCtr="0">
          <a:noAutofit/>
        </a:bodyPr>
        <a:lstStyle/>
        <a:p>
          <a:pPr marL="0" lvl="0" indent="0" algn="l" defTabSz="1244600" rtl="0">
            <a:lnSpc>
              <a:spcPct val="90000"/>
            </a:lnSpc>
            <a:spcBef>
              <a:spcPct val="0"/>
            </a:spcBef>
            <a:spcAft>
              <a:spcPct val="35000"/>
            </a:spcAft>
            <a:buNone/>
          </a:pPr>
          <a:r>
            <a:rPr kumimoji="1" lang="zh-CN" altLang="en-US" sz="2800" kern="1200" dirty="0">
              <a:solidFill>
                <a:srgbClr val="FFFFFF"/>
              </a:solidFill>
              <a:latin typeface="微软雅黑"/>
              <a:ea typeface="微软雅黑"/>
              <a:cs typeface="+mn-cs"/>
            </a:rPr>
            <a:t>开放是国家繁荣发展的必由之路。 </a:t>
          </a:r>
          <a:endParaRPr lang="zh-CN" altLang="en-US" sz="2800" kern="1200" dirty="0">
            <a:solidFill>
              <a:srgbClr val="FFFFFF"/>
            </a:solidFill>
            <a:latin typeface="微软雅黑"/>
            <a:ea typeface="微软雅黑"/>
            <a:cs typeface="+mn-cs"/>
          </a:endParaRPr>
        </a:p>
      </dsp:txBody>
      <dsp:txXfrm>
        <a:off x="768694" y="2608669"/>
        <a:ext cx="6584052" cy="521917"/>
      </dsp:txXfrm>
    </dsp:sp>
    <dsp:sp modelId="{898A90C6-02A8-F54E-AF04-848A07CA38CD}">
      <dsp:nvSpPr>
        <dsp:cNvPr id="0" name=""/>
        <dsp:cNvSpPr/>
      </dsp:nvSpPr>
      <dsp:spPr>
        <a:xfrm>
          <a:off x="442495" y="2543429"/>
          <a:ext cx="652396" cy="652396"/>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miter lim="800000"/>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045FE0CA-F34D-CA4A-90A5-7DD1D29CC521}">
      <dsp:nvSpPr>
        <dsp:cNvPr id="0" name=""/>
        <dsp:cNvSpPr/>
      </dsp:nvSpPr>
      <dsp:spPr>
        <a:xfrm>
          <a:off x="394703" y="3391295"/>
          <a:ext cx="6958043" cy="521917"/>
        </a:xfrm>
        <a:prstGeom prst="rect">
          <a:avLst/>
        </a:prstGeom>
        <a:solidFill>
          <a:srgbClr val="FF7F01">
            <a:hueOff val="0"/>
            <a:satOff val="0"/>
            <a:lumOff val="0"/>
            <a:alphaOff val="0"/>
          </a:srgbClr>
        </a:solidFill>
        <a:ln>
          <a:noFill/>
        </a:ln>
        <a:effectLst>
          <a:outerShdw blurRad="50800" dist="63500" dir="2700000" sx="102000" sy="102000"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4272" tIns="71120" rIns="71120" bIns="71120" numCol="1" spcCol="1270" anchor="ctr" anchorCtr="0">
          <a:noAutofit/>
        </a:bodyPr>
        <a:lstStyle/>
        <a:p>
          <a:pPr marL="0" lvl="0" indent="0" algn="l" defTabSz="1244600" rtl="0">
            <a:lnSpc>
              <a:spcPct val="90000"/>
            </a:lnSpc>
            <a:spcBef>
              <a:spcPct val="0"/>
            </a:spcBef>
            <a:spcAft>
              <a:spcPct val="35000"/>
            </a:spcAft>
            <a:buNone/>
          </a:pPr>
          <a:r>
            <a:rPr kumimoji="1" lang="zh-CN" altLang="en-US" sz="2800" kern="1200" dirty="0">
              <a:solidFill>
                <a:srgbClr val="FFFFFF"/>
              </a:solidFill>
              <a:latin typeface="微软雅黑"/>
              <a:ea typeface="微软雅黑"/>
              <a:cs typeface="+mn-cs"/>
            </a:rPr>
            <a:t>共享是中国特色社会主义的本质要求。</a:t>
          </a:r>
          <a:endParaRPr lang="zh-CN" altLang="en-US" sz="2800" kern="1200" dirty="0">
            <a:solidFill>
              <a:srgbClr val="FFFFFF"/>
            </a:solidFill>
            <a:latin typeface="微软雅黑"/>
            <a:ea typeface="微软雅黑"/>
            <a:cs typeface="+mn-cs"/>
          </a:endParaRPr>
        </a:p>
      </dsp:txBody>
      <dsp:txXfrm>
        <a:off x="394703" y="3391295"/>
        <a:ext cx="6958043" cy="521917"/>
      </dsp:txXfrm>
    </dsp:sp>
    <dsp:sp modelId="{44555A2D-AB3A-214F-A9E9-53439B122074}">
      <dsp:nvSpPr>
        <dsp:cNvPr id="0" name=""/>
        <dsp:cNvSpPr/>
      </dsp:nvSpPr>
      <dsp:spPr>
        <a:xfrm>
          <a:off x="68504" y="3326055"/>
          <a:ext cx="652396" cy="652396"/>
        </a:xfrm>
        <a:prstGeom prst="ellipse">
          <a:avLst/>
        </a:prstGeom>
        <a:solidFill>
          <a:srgbClr val="FFFFFF">
            <a:hueOff val="0"/>
            <a:satOff val="0"/>
            <a:lumOff val="0"/>
            <a:alphaOff val="0"/>
          </a:srgbClr>
        </a:solidFill>
        <a:ln w="12700" cap="flat" cmpd="sng" algn="ctr">
          <a:solidFill>
            <a:srgbClr val="FF7F01">
              <a:hueOff val="0"/>
              <a:satOff val="0"/>
              <a:lumOff val="0"/>
              <a:alphaOff val="0"/>
            </a:srgbClr>
          </a:solidFill>
          <a:prstDash val="solid"/>
          <a:miter lim="800000"/>
        </a:ln>
        <a:effectLst>
          <a:outerShdw blurRad="50800" dist="63500" dir="2700000" sx="102000" sy="102000" rotWithShape="0">
            <a:srgbClr val="000000">
              <a:alpha val="5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0207E9-B062-49BD-9621-3BEE62E19F6F}" type="datetimeFigureOut">
              <a:rPr lang="zh-CN" altLang="en-US" smtClean="0"/>
              <a:t>2020/12/14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DBAD7E-133B-4990-B4AC-91563B6EE138}" type="slidenum">
              <a:rPr lang="zh-CN" altLang="en-US" smtClean="0"/>
              <a:t>‹#›</a:t>
            </a:fld>
            <a:endParaRPr lang="zh-CN" altLang="en-US"/>
          </a:p>
        </p:txBody>
      </p:sp>
    </p:spTree>
    <p:extLst>
      <p:ext uri="{BB962C8B-B14F-4D97-AF65-F5344CB8AC3E}">
        <p14:creationId xmlns:p14="http://schemas.microsoft.com/office/powerpoint/2010/main" val="1651862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98A936-2FBE-4CB1-812D-AFEE738ED848}" type="datetimeFigureOut">
              <a:rPr lang="zh-CN" altLang="en-US" smtClean="0"/>
              <a:t>2020/12/14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2956BA-7F02-4B60-A98B-894382B4FD49}" type="slidenum">
              <a:rPr lang="zh-CN" altLang="en-US" smtClean="0"/>
              <a:t>‹#›</a:t>
            </a:fld>
            <a:endParaRPr lang="zh-CN" altLang="en-US"/>
          </a:p>
        </p:txBody>
      </p:sp>
    </p:spTree>
    <p:extLst>
      <p:ext uri="{BB962C8B-B14F-4D97-AF65-F5344CB8AC3E}">
        <p14:creationId xmlns:p14="http://schemas.microsoft.com/office/powerpoint/2010/main" val="1658355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218ABE-F604-4CA1-8826-485C89C7153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3699104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2639512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7"/>
            <a:ext cx="78867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1041075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1264242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9" y="1681163"/>
            <a:ext cx="386873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9"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2748261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1611517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546016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9"/>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40" y="2057400"/>
            <a:ext cx="294957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1571524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9"/>
            <a:ext cx="462915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CN" altLang="en-US"/>
          </a:p>
        </p:txBody>
      </p:sp>
      <p:sp>
        <p:nvSpPr>
          <p:cNvPr id="4" name="文本占位符 3"/>
          <p:cNvSpPr>
            <a:spLocks noGrp="1"/>
          </p:cNvSpPr>
          <p:nvPr>
            <p:ph type="body" sz="half" idx="2"/>
          </p:nvPr>
        </p:nvSpPr>
        <p:spPr>
          <a:xfrm>
            <a:off x="630240" y="2057400"/>
            <a:ext cx="294957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1212768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2134536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365125"/>
            <a:ext cx="57626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DEDAE6-DC90-4019-8858-5780007FC948}"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1628921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633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页">
    <p:bg>
      <p:bgPr>
        <a:solidFill>
          <a:srgbClr val="FFFFF5"/>
        </a:solidFill>
        <a:effectLst/>
      </p:bgPr>
    </p:bg>
    <p:spTree>
      <p:nvGrpSpPr>
        <p:cNvPr id="1" name=""/>
        <p:cNvGrpSpPr/>
        <p:nvPr/>
      </p:nvGrpSpPr>
      <p:grpSpPr>
        <a:xfrm>
          <a:off x="0" y="0"/>
          <a:ext cx="0" cy="0"/>
          <a:chOff x="0" y="0"/>
          <a:chExt cx="0" cy="0"/>
        </a:xfrm>
      </p:grpSpPr>
      <p:pic>
        <p:nvPicPr>
          <p:cNvPr id="4" name="图片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630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3520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页">
    <p:bg>
      <p:bgPr>
        <a:solidFill>
          <a:srgbClr val="FFFFF5"/>
        </a:solidFill>
        <a:effectLst/>
      </p:bgPr>
    </p:bg>
    <p:spTree>
      <p:nvGrpSpPr>
        <p:cNvPr id="1" name=""/>
        <p:cNvGrpSpPr/>
        <p:nvPr/>
      </p:nvGrpSpPr>
      <p:grpSpPr>
        <a:xfrm>
          <a:off x="0" y="0"/>
          <a:ext cx="0" cy="0"/>
          <a:chOff x="0" y="0"/>
          <a:chExt cx="0" cy="0"/>
        </a:xfrm>
      </p:grpSpPr>
      <p:pic>
        <p:nvPicPr>
          <p:cNvPr id="3" name="图片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9398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本讲内容&amp;金句">
    <p:bg>
      <p:bgPr>
        <a:solidFill>
          <a:srgbClr val="FFFFF5"/>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5B05CA5E-C216-4C11-9641-92A3DACFE72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061610" y="0"/>
            <a:ext cx="8082390" cy="2873196"/>
          </a:xfrm>
          <a:prstGeom prst="rect">
            <a:avLst/>
          </a:prstGeom>
        </p:spPr>
      </p:pic>
      <p:pic>
        <p:nvPicPr>
          <p:cNvPr id="9" name="图片 36">
            <a:extLst>
              <a:ext uri="{FF2B5EF4-FFF2-40B4-BE49-F238E27FC236}">
                <a16:creationId xmlns:a16="http://schemas.microsoft.com/office/drawing/2014/main" id="{A26DF16D-67FA-45CA-BCC2-970FABACAAC3}"/>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 t="-1" b="909"/>
          <a:stretch/>
        </p:blipFill>
        <p:spPr bwMode="auto">
          <a:xfrm>
            <a:off x="0" y="6165850"/>
            <a:ext cx="9144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32" descr="图片包含 轮廓&#10;&#10;已生成高可信度的说明">
            <a:extLst>
              <a:ext uri="{FF2B5EF4-FFF2-40B4-BE49-F238E27FC236}">
                <a16:creationId xmlns:a16="http://schemas.microsoft.com/office/drawing/2014/main" id="{C07E110B-A8CF-4887-B383-ADE6D5509A9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2465785" cy="1441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584260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第一章">
    <p:bg>
      <p:bgPr>
        <a:solidFill>
          <a:srgbClr val="FFFFF5"/>
        </a:solidFill>
        <a:effectLst/>
      </p:bgPr>
    </p:bg>
    <p:spTree>
      <p:nvGrpSpPr>
        <p:cNvPr id="1" name=""/>
        <p:cNvGrpSpPr/>
        <p:nvPr/>
      </p:nvGrpSpPr>
      <p:grpSpPr>
        <a:xfrm>
          <a:off x="0" y="0"/>
          <a:ext cx="0" cy="0"/>
          <a:chOff x="0" y="0"/>
          <a:chExt cx="0" cy="0"/>
        </a:xfrm>
      </p:grpSpPr>
      <p:sp>
        <p:nvSpPr>
          <p:cNvPr id="3" name="文本框 27">
            <a:extLst>
              <a:ext uri="{FF2B5EF4-FFF2-40B4-BE49-F238E27FC236}">
                <a16:creationId xmlns:a16="http://schemas.microsoft.com/office/drawing/2014/main" id="{8881B356-7B77-483D-88B6-0A765BFAE7AA}"/>
              </a:ext>
            </a:extLst>
          </p:cNvPr>
          <p:cNvSpPr txBox="1">
            <a:spLocks noChangeArrowheads="1"/>
          </p:cNvSpPr>
          <p:nvPr userDrawn="1"/>
        </p:nvSpPr>
        <p:spPr bwMode="auto">
          <a:xfrm>
            <a:off x="5925201" y="6444476"/>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defTabSz="914378">
              <a:defRPr/>
            </a:pPr>
            <a:r>
              <a:rPr lang="zh-CN" altLang="en-US" sz="900" b="1" kern="0" spc="90" dirty="0">
                <a:solidFill>
                  <a:prstClr val="black">
                    <a:lumMod val="50000"/>
                    <a:lumOff val="50000"/>
                  </a:prst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prstClr val="black">
                  <a:lumMod val="50000"/>
                  <a:lumOff val="50000"/>
                </a:prstClr>
              </a:solidFill>
              <a:latin typeface="华文行楷" panose="02010800040101010101" pitchFamily="2" charset="-122"/>
              <a:ea typeface="华文行楷" panose="02010800040101010101" pitchFamily="2" charset="-122"/>
            </a:endParaRPr>
          </a:p>
        </p:txBody>
      </p:sp>
      <p:cxnSp>
        <p:nvCxnSpPr>
          <p:cNvPr id="5" name="直接连接符 4">
            <a:extLst>
              <a:ext uri="{FF2B5EF4-FFF2-40B4-BE49-F238E27FC236}">
                <a16:creationId xmlns:a16="http://schemas.microsoft.com/office/drawing/2014/main" id="{F75E37DD-AF44-4C5E-82C9-2C53B78CB0BE}"/>
              </a:ext>
            </a:extLst>
          </p:cNvPr>
          <p:cNvCxnSpPr>
            <a:cxnSpLocks/>
          </p:cNvCxnSpPr>
          <p:nvPr userDrawn="1"/>
        </p:nvCxnSpPr>
        <p:spPr>
          <a:xfrm>
            <a:off x="251422" y="6564122"/>
            <a:ext cx="5616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TextBox 2">
            <a:extLst>
              <a:ext uri="{FF2B5EF4-FFF2-40B4-BE49-F238E27FC236}">
                <a16:creationId xmlns:a16="http://schemas.microsoft.com/office/drawing/2014/main" id="{F191129E-E81C-45B7-AFCB-D58220061B18}"/>
              </a:ext>
            </a:extLst>
          </p:cNvPr>
          <p:cNvSpPr txBox="1">
            <a:spLocks noChangeArrowheads="1"/>
          </p:cNvSpPr>
          <p:nvPr userDrawn="1"/>
        </p:nvSpPr>
        <p:spPr bwMode="auto">
          <a:xfrm>
            <a:off x="197514" y="142858"/>
            <a:ext cx="3552120"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r>
              <a:rPr lang="zh-CN" altLang="en-US" sz="1050" b="1" kern="0" spc="90" dirty="0">
                <a:solidFill>
                  <a:prstClr val="black">
                    <a:lumMod val="85000"/>
                    <a:lumOff val="15000"/>
                  </a:prstClr>
                </a:solidFill>
                <a:latin typeface="微软雅黑" panose="020B0503020204020204" pitchFamily="34" charset="-122"/>
                <a:ea typeface="微软雅黑" panose="020B0503020204020204" pitchFamily="34" charset="-122"/>
              </a:rPr>
              <a:t>一、我国社会主要矛盾的变化反映了时代和实践要求</a:t>
            </a:r>
          </a:p>
        </p:txBody>
      </p:sp>
      <p:cxnSp>
        <p:nvCxnSpPr>
          <p:cNvPr id="8" name="直接箭头连接符 79">
            <a:extLst>
              <a:ext uri="{FF2B5EF4-FFF2-40B4-BE49-F238E27FC236}">
                <a16:creationId xmlns:a16="http://schemas.microsoft.com/office/drawing/2014/main" id="{9A7D0C41-5E7E-4449-8E5C-398DFA616F28}"/>
              </a:ext>
            </a:extLst>
          </p:cNvPr>
          <p:cNvCxnSpPr>
            <a:cxnSpLocks/>
          </p:cNvCxnSpPr>
          <p:nvPr userDrawn="1"/>
        </p:nvCxnSpPr>
        <p:spPr bwMode="auto">
          <a:xfrm>
            <a:off x="3742564" y="258274"/>
            <a:ext cx="5157000" cy="0"/>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44A8A9AA-7E2C-42DF-A101-4E0D897F83D4}"/>
              </a:ext>
            </a:extLst>
          </p:cNvPr>
          <p:cNvSpPr>
            <a:spLocks noChangeArrowheads="1"/>
          </p:cNvSpPr>
          <p:nvPr userDrawn="1"/>
        </p:nvSpPr>
        <p:spPr bwMode="auto">
          <a:xfrm>
            <a:off x="8290188" y="6450754"/>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defTabSz="914378">
              <a:defRPr/>
            </a:pPr>
            <a:r>
              <a:rPr lang="zh-CN" altLang="en-US" sz="1050" dirty="0">
                <a:solidFill>
                  <a:srgbClr val="C00000"/>
                </a:solidFill>
                <a:latin typeface="华文行楷" panose="02010800040101010101" pitchFamily="2" charset="-122"/>
                <a:ea typeface="华文行楷" panose="02010800040101010101" pitchFamily="2" charset="-122"/>
              </a:rPr>
              <a:t>第六讲</a:t>
            </a:r>
            <a:endParaRPr lang="zh-CN" altLang="en-US" sz="1050" dirty="0">
              <a:solidFill>
                <a:srgbClr val="C00000"/>
              </a:solidFill>
            </a:endParaRPr>
          </a:p>
        </p:txBody>
      </p:sp>
    </p:spTree>
    <p:extLst>
      <p:ext uri="{BB962C8B-B14F-4D97-AF65-F5344CB8AC3E}">
        <p14:creationId xmlns:p14="http://schemas.microsoft.com/office/powerpoint/2010/main" val="3955683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第二章">
    <p:bg>
      <p:bgPr>
        <a:solidFill>
          <a:srgbClr val="FFFFF5"/>
        </a:solidFill>
        <a:effectLst/>
      </p:bgPr>
    </p:bg>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F191129E-E81C-45B7-AFCB-D58220061B18}"/>
              </a:ext>
            </a:extLst>
          </p:cNvPr>
          <p:cNvSpPr txBox="1">
            <a:spLocks noChangeArrowheads="1"/>
          </p:cNvSpPr>
          <p:nvPr userDrawn="1"/>
        </p:nvSpPr>
        <p:spPr bwMode="auto">
          <a:xfrm>
            <a:off x="197514" y="142858"/>
            <a:ext cx="2665878"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r>
              <a:rPr lang="zh-CN" altLang="en-US" sz="1050" b="1" kern="0" spc="90" dirty="0">
                <a:solidFill>
                  <a:prstClr val="black">
                    <a:lumMod val="85000"/>
                    <a:lumOff val="15000"/>
                  </a:prstClr>
                </a:solidFill>
                <a:latin typeface="微软雅黑" panose="020B0503020204020204" pitchFamily="34" charset="-122"/>
                <a:ea typeface="微软雅黑" panose="020B0503020204020204" pitchFamily="34" charset="-122"/>
              </a:rPr>
              <a:t>二、我国社会主要矛盾变化的主要依据</a:t>
            </a:r>
          </a:p>
        </p:txBody>
      </p:sp>
      <p:sp>
        <p:nvSpPr>
          <p:cNvPr id="10" name="文本框 27">
            <a:extLst>
              <a:ext uri="{FF2B5EF4-FFF2-40B4-BE49-F238E27FC236}">
                <a16:creationId xmlns:a16="http://schemas.microsoft.com/office/drawing/2014/main" id="{BB252E2E-6B20-4787-B73C-94AEB31F5FD9}"/>
              </a:ext>
            </a:extLst>
          </p:cNvPr>
          <p:cNvSpPr txBox="1">
            <a:spLocks noChangeArrowheads="1"/>
          </p:cNvSpPr>
          <p:nvPr userDrawn="1"/>
        </p:nvSpPr>
        <p:spPr bwMode="auto">
          <a:xfrm>
            <a:off x="5925201" y="6444476"/>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defTabSz="914378">
              <a:defRPr/>
            </a:pPr>
            <a:r>
              <a:rPr lang="zh-CN" altLang="en-US" sz="900" b="1" kern="0" spc="90" dirty="0">
                <a:solidFill>
                  <a:prstClr val="black">
                    <a:lumMod val="50000"/>
                    <a:lumOff val="50000"/>
                  </a:prst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prstClr val="black">
                  <a:lumMod val="50000"/>
                  <a:lumOff val="50000"/>
                </a:prstClr>
              </a:solidFill>
              <a:latin typeface="华文行楷" panose="02010800040101010101" pitchFamily="2" charset="-122"/>
              <a:ea typeface="华文行楷" panose="02010800040101010101" pitchFamily="2" charset="-122"/>
            </a:endParaRPr>
          </a:p>
        </p:txBody>
      </p:sp>
      <p:cxnSp>
        <p:nvCxnSpPr>
          <p:cNvPr id="12" name="直接连接符 11">
            <a:extLst>
              <a:ext uri="{FF2B5EF4-FFF2-40B4-BE49-F238E27FC236}">
                <a16:creationId xmlns:a16="http://schemas.microsoft.com/office/drawing/2014/main" id="{F52D0FD2-1E2B-4DCE-BE02-301216579CEA}"/>
              </a:ext>
            </a:extLst>
          </p:cNvPr>
          <p:cNvCxnSpPr>
            <a:cxnSpLocks/>
          </p:cNvCxnSpPr>
          <p:nvPr userDrawn="1"/>
        </p:nvCxnSpPr>
        <p:spPr>
          <a:xfrm>
            <a:off x="251422" y="6564122"/>
            <a:ext cx="5616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箭头连接符 79">
            <a:extLst>
              <a:ext uri="{FF2B5EF4-FFF2-40B4-BE49-F238E27FC236}">
                <a16:creationId xmlns:a16="http://schemas.microsoft.com/office/drawing/2014/main" id="{72B35720-A09F-4642-BDCC-BDF490238181}"/>
              </a:ext>
            </a:extLst>
          </p:cNvPr>
          <p:cNvCxnSpPr>
            <a:cxnSpLocks/>
          </p:cNvCxnSpPr>
          <p:nvPr userDrawn="1"/>
        </p:nvCxnSpPr>
        <p:spPr bwMode="auto">
          <a:xfrm>
            <a:off x="2887084" y="258274"/>
            <a:ext cx="6021000" cy="0"/>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44A8A9AA-7E2C-42DF-A101-4E0D897F83D4}"/>
              </a:ext>
            </a:extLst>
          </p:cNvPr>
          <p:cNvSpPr>
            <a:spLocks noChangeArrowheads="1"/>
          </p:cNvSpPr>
          <p:nvPr userDrawn="1"/>
        </p:nvSpPr>
        <p:spPr bwMode="auto">
          <a:xfrm>
            <a:off x="8290188" y="6450754"/>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defTabSz="914378">
              <a:defRPr/>
            </a:pPr>
            <a:r>
              <a:rPr lang="zh-CN" altLang="en-US" sz="1050" dirty="0">
                <a:solidFill>
                  <a:srgbClr val="C00000"/>
                </a:solidFill>
                <a:latin typeface="华文行楷" panose="02010800040101010101" pitchFamily="2" charset="-122"/>
                <a:ea typeface="华文行楷" panose="02010800040101010101" pitchFamily="2" charset="-122"/>
              </a:rPr>
              <a:t>第六讲</a:t>
            </a:r>
            <a:endParaRPr lang="zh-CN" altLang="en-US" sz="1050" dirty="0">
              <a:solidFill>
                <a:srgbClr val="C00000"/>
              </a:solidFill>
            </a:endParaRPr>
          </a:p>
        </p:txBody>
      </p:sp>
    </p:spTree>
    <p:extLst>
      <p:ext uri="{BB962C8B-B14F-4D97-AF65-F5344CB8AC3E}">
        <p14:creationId xmlns:p14="http://schemas.microsoft.com/office/powerpoint/2010/main" val="289530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第三章">
    <p:bg>
      <p:bgPr>
        <a:solidFill>
          <a:srgbClr val="FFFFF5"/>
        </a:solidFill>
        <a:effectLst/>
      </p:bgPr>
    </p:bg>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F191129E-E81C-45B7-AFCB-D58220061B18}"/>
              </a:ext>
            </a:extLst>
          </p:cNvPr>
          <p:cNvSpPr txBox="1">
            <a:spLocks noChangeArrowheads="1"/>
          </p:cNvSpPr>
          <p:nvPr userDrawn="1"/>
        </p:nvSpPr>
        <p:spPr bwMode="auto">
          <a:xfrm>
            <a:off x="197514" y="142858"/>
            <a:ext cx="2602247"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r>
              <a:rPr lang="zh-CN" altLang="en-US" sz="1050" b="1" kern="0" spc="90" dirty="0">
                <a:solidFill>
                  <a:prstClr val="black">
                    <a:lumMod val="85000"/>
                    <a:lumOff val="15000"/>
                  </a:prstClr>
                </a:solidFill>
                <a:latin typeface="微软雅黑" panose="020B0503020204020204" pitchFamily="34" charset="-122"/>
                <a:ea typeface="微软雅黑" panose="020B0503020204020204" pitchFamily="34" charset="-122"/>
              </a:rPr>
              <a:t>三、我国社会主要矛盾变化的实践要求</a:t>
            </a:r>
          </a:p>
        </p:txBody>
      </p:sp>
      <p:sp>
        <p:nvSpPr>
          <p:cNvPr id="10" name="文本框 27">
            <a:extLst>
              <a:ext uri="{FF2B5EF4-FFF2-40B4-BE49-F238E27FC236}">
                <a16:creationId xmlns:a16="http://schemas.microsoft.com/office/drawing/2014/main" id="{C8D5BF5C-B5B2-406A-B7C4-59BB2728BF96}"/>
              </a:ext>
            </a:extLst>
          </p:cNvPr>
          <p:cNvSpPr txBox="1">
            <a:spLocks noChangeArrowheads="1"/>
          </p:cNvSpPr>
          <p:nvPr userDrawn="1"/>
        </p:nvSpPr>
        <p:spPr bwMode="auto">
          <a:xfrm>
            <a:off x="5925201" y="6444476"/>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defTabSz="914378">
              <a:defRPr/>
            </a:pPr>
            <a:r>
              <a:rPr lang="zh-CN" altLang="en-US" sz="900" b="1" kern="0" spc="90" dirty="0">
                <a:solidFill>
                  <a:prstClr val="black">
                    <a:lumMod val="50000"/>
                    <a:lumOff val="50000"/>
                  </a:prst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prstClr val="black">
                  <a:lumMod val="50000"/>
                  <a:lumOff val="50000"/>
                </a:prstClr>
              </a:solidFill>
              <a:latin typeface="华文行楷" panose="02010800040101010101" pitchFamily="2" charset="-122"/>
              <a:ea typeface="华文行楷" panose="02010800040101010101" pitchFamily="2" charset="-122"/>
            </a:endParaRPr>
          </a:p>
        </p:txBody>
      </p:sp>
      <p:cxnSp>
        <p:nvCxnSpPr>
          <p:cNvPr id="12" name="直接连接符 11">
            <a:extLst>
              <a:ext uri="{FF2B5EF4-FFF2-40B4-BE49-F238E27FC236}">
                <a16:creationId xmlns:a16="http://schemas.microsoft.com/office/drawing/2014/main" id="{83E3E6E3-6951-425C-9825-F7E03EDE3E11}"/>
              </a:ext>
            </a:extLst>
          </p:cNvPr>
          <p:cNvCxnSpPr>
            <a:cxnSpLocks/>
          </p:cNvCxnSpPr>
          <p:nvPr userDrawn="1"/>
        </p:nvCxnSpPr>
        <p:spPr>
          <a:xfrm>
            <a:off x="251422" y="6564122"/>
            <a:ext cx="5616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箭头连接符 79">
            <a:extLst>
              <a:ext uri="{FF2B5EF4-FFF2-40B4-BE49-F238E27FC236}">
                <a16:creationId xmlns:a16="http://schemas.microsoft.com/office/drawing/2014/main" id="{24924DD7-58DD-4C4D-BB4C-28C3BE898F61}"/>
              </a:ext>
            </a:extLst>
          </p:cNvPr>
          <p:cNvCxnSpPr>
            <a:cxnSpLocks/>
            <a:stCxn id="7" idx="3"/>
          </p:cNvCxnSpPr>
          <p:nvPr userDrawn="1"/>
        </p:nvCxnSpPr>
        <p:spPr bwMode="auto">
          <a:xfrm>
            <a:off x="2799761" y="258273"/>
            <a:ext cx="6095457" cy="2"/>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44A8A9AA-7E2C-42DF-A101-4E0D897F83D4}"/>
              </a:ext>
            </a:extLst>
          </p:cNvPr>
          <p:cNvSpPr>
            <a:spLocks noChangeArrowheads="1"/>
          </p:cNvSpPr>
          <p:nvPr userDrawn="1"/>
        </p:nvSpPr>
        <p:spPr bwMode="auto">
          <a:xfrm>
            <a:off x="8290188" y="6450754"/>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defTabSz="914378">
              <a:defRPr/>
            </a:pPr>
            <a:r>
              <a:rPr lang="zh-CN" altLang="en-US" sz="1050" dirty="0">
                <a:solidFill>
                  <a:srgbClr val="C00000"/>
                </a:solidFill>
                <a:latin typeface="华文行楷" panose="02010800040101010101" pitchFamily="2" charset="-122"/>
                <a:ea typeface="华文行楷" panose="02010800040101010101" pitchFamily="2" charset="-122"/>
              </a:rPr>
              <a:t>第六讲</a:t>
            </a:r>
            <a:endParaRPr lang="zh-CN" altLang="en-US" sz="1050" dirty="0">
              <a:solidFill>
                <a:srgbClr val="C00000"/>
              </a:solidFill>
            </a:endParaRPr>
          </a:p>
        </p:txBody>
      </p:sp>
    </p:spTree>
    <p:extLst>
      <p:ext uri="{BB962C8B-B14F-4D97-AF65-F5344CB8AC3E}">
        <p14:creationId xmlns:p14="http://schemas.microsoft.com/office/powerpoint/2010/main" val="22580138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第四章">
    <p:bg>
      <p:bgPr>
        <a:solidFill>
          <a:srgbClr val="FFFFF5"/>
        </a:solidFill>
        <a:effectLst/>
      </p:bgPr>
    </p:bg>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F191129E-E81C-45B7-AFCB-D58220061B18}"/>
              </a:ext>
            </a:extLst>
          </p:cNvPr>
          <p:cNvSpPr txBox="1">
            <a:spLocks noChangeArrowheads="1"/>
          </p:cNvSpPr>
          <p:nvPr userDrawn="1"/>
        </p:nvSpPr>
        <p:spPr bwMode="auto">
          <a:xfrm>
            <a:off x="197514" y="142858"/>
            <a:ext cx="4935381"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r>
              <a:rPr lang="zh-CN" altLang="en-US" sz="1050" b="1" kern="0" spc="90" dirty="0">
                <a:solidFill>
                  <a:srgbClr val="262626"/>
                </a:solidFill>
                <a:latin typeface="微软雅黑" panose="020B0503020204020204" pitchFamily="34" charset="-122"/>
                <a:ea typeface="微软雅黑" panose="020B0503020204020204" pitchFamily="34" charset="-122"/>
              </a:rPr>
              <a:t>四、我国社会主要矛盾的变化没有改变对我国社会主义所处历史阶段的判断</a:t>
            </a:r>
          </a:p>
        </p:txBody>
      </p:sp>
      <p:sp>
        <p:nvSpPr>
          <p:cNvPr id="9" name="文本框 27">
            <a:extLst>
              <a:ext uri="{FF2B5EF4-FFF2-40B4-BE49-F238E27FC236}">
                <a16:creationId xmlns:a16="http://schemas.microsoft.com/office/drawing/2014/main" id="{EA7F9BB6-FCB8-4700-A6F4-B869AAF9AF3F}"/>
              </a:ext>
            </a:extLst>
          </p:cNvPr>
          <p:cNvSpPr txBox="1">
            <a:spLocks noChangeArrowheads="1"/>
          </p:cNvSpPr>
          <p:nvPr userDrawn="1"/>
        </p:nvSpPr>
        <p:spPr bwMode="auto">
          <a:xfrm>
            <a:off x="5925201" y="6444476"/>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defTabSz="914378">
              <a:defRPr/>
            </a:pPr>
            <a:r>
              <a:rPr lang="zh-CN" altLang="en-US" sz="900" b="1" kern="0" spc="90" dirty="0">
                <a:solidFill>
                  <a:prstClr val="black">
                    <a:lumMod val="50000"/>
                    <a:lumOff val="50000"/>
                  </a:prst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prstClr val="black">
                  <a:lumMod val="50000"/>
                  <a:lumOff val="50000"/>
                </a:prstClr>
              </a:solidFill>
              <a:latin typeface="华文行楷" panose="02010800040101010101" pitchFamily="2" charset="-122"/>
              <a:ea typeface="华文行楷" panose="02010800040101010101" pitchFamily="2" charset="-122"/>
            </a:endParaRPr>
          </a:p>
        </p:txBody>
      </p:sp>
      <p:sp>
        <p:nvSpPr>
          <p:cNvPr id="11" name="矩形 10">
            <a:extLst>
              <a:ext uri="{FF2B5EF4-FFF2-40B4-BE49-F238E27FC236}">
                <a16:creationId xmlns:a16="http://schemas.microsoft.com/office/drawing/2014/main" id="{44A8A9AA-7E2C-42DF-A101-4E0D897F83D4}"/>
              </a:ext>
            </a:extLst>
          </p:cNvPr>
          <p:cNvSpPr>
            <a:spLocks noChangeArrowheads="1"/>
          </p:cNvSpPr>
          <p:nvPr userDrawn="1"/>
        </p:nvSpPr>
        <p:spPr bwMode="auto">
          <a:xfrm>
            <a:off x="8290188" y="6450754"/>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defTabSz="914378">
              <a:defRPr/>
            </a:pPr>
            <a:r>
              <a:rPr lang="zh-CN" altLang="en-US" sz="1050" dirty="0">
                <a:solidFill>
                  <a:srgbClr val="C00000"/>
                </a:solidFill>
                <a:latin typeface="华文行楷" panose="02010800040101010101" pitchFamily="2" charset="-122"/>
                <a:ea typeface="华文行楷" panose="02010800040101010101" pitchFamily="2" charset="-122"/>
              </a:rPr>
              <a:t>第六讲</a:t>
            </a:r>
            <a:endParaRPr lang="zh-CN" altLang="en-US" sz="1050" dirty="0">
              <a:solidFill>
                <a:srgbClr val="C00000"/>
              </a:solidFill>
            </a:endParaRPr>
          </a:p>
        </p:txBody>
      </p:sp>
      <p:cxnSp>
        <p:nvCxnSpPr>
          <p:cNvPr id="12" name="直接连接符 11">
            <a:extLst>
              <a:ext uri="{FF2B5EF4-FFF2-40B4-BE49-F238E27FC236}">
                <a16:creationId xmlns:a16="http://schemas.microsoft.com/office/drawing/2014/main" id="{4CF0BD6E-E260-488A-98F1-596C43B7BF89}"/>
              </a:ext>
            </a:extLst>
          </p:cNvPr>
          <p:cNvCxnSpPr>
            <a:cxnSpLocks/>
          </p:cNvCxnSpPr>
          <p:nvPr userDrawn="1"/>
        </p:nvCxnSpPr>
        <p:spPr>
          <a:xfrm>
            <a:off x="251422" y="6564122"/>
            <a:ext cx="5616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箭头连接符 79">
            <a:extLst>
              <a:ext uri="{FF2B5EF4-FFF2-40B4-BE49-F238E27FC236}">
                <a16:creationId xmlns:a16="http://schemas.microsoft.com/office/drawing/2014/main" id="{63DC4CD1-BFE7-4F76-AE1F-61E0112282AE}"/>
              </a:ext>
            </a:extLst>
          </p:cNvPr>
          <p:cNvCxnSpPr>
            <a:cxnSpLocks/>
            <a:stCxn id="7" idx="3"/>
          </p:cNvCxnSpPr>
          <p:nvPr userDrawn="1"/>
        </p:nvCxnSpPr>
        <p:spPr bwMode="auto">
          <a:xfrm>
            <a:off x="5132895" y="258273"/>
            <a:ext cx="3766669" cy="2"/>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80103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小结">
    <p:bg>
      <p:bgPr>
        <a:solidFill>
          <a:srgbClr val="FFFFF5"/>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C154E938-4A45-4B22-ACA6-B61F649E8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061610" y="-27384"/>
            <a:ext cx="8082390" cy="2873196"/>
          </a:xfrm>
          <a:prstGeom prst="rect">
            <a:avLst/>
          </a:prstGeom>
        </p:spPr>
      </p:pic>
    </p:spTree>
    <p:extLst>
      <p:ext uri="{BB962C8B-B14F-4D97-AF65-F5344CB8AC3E}">
        <p14:creationId xmlns:p14="http://schemas.microsoft.com/office/powerpoint/2010/main" val="3536638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51768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919740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6741300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hasCustomPrompt="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13378774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6693244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13430214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29321011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908312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hasCustomPrompt="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6864954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16653775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3348480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19123117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cSld name="空白">
    <p:bg>
      <p:bgPr>
        <a:solidFill>
          <a:srgbClr val="FFFF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37257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页">
    <p:spTree>
      <p:nvGrpSpPr>
        <p:cNvPr id="1" name=""/>
        <p:cNvGrpSpPr/>
        <p:nvPr/>
      </p:nvGrpSpPr>
      <p:grpSpPr>
        <a:xfrm>
          <a:off x="0" y="0"/>
          <a:ext cx="0" cy="0"/>
          <a:chOff x="0" y="0"/>
          <a:chExt cx="0" cy="0"/>
        </a:xfrm>
      </p:grpSpPr>
      <p:pic>
        <p:nvPicPr>
          <p:cNvPr id="4" name="图片 6">
            <a:extLst>
              <a:ext uri="{FF2B5EF4-FFF2-40B4-BE49-F238E27FC236}">
                <a16:creationId xmlns:a16="http://schemas.microsoft.com/office/drawing/2014/main" id="{1E9B068B-50F0-4A90-B8C2-124B771E549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630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01843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页">
    <p:spTree>
      <p:nvGrpSpPr>
        <p:cNvPr id="1" name=""/>
        <p:cNvGrpSpPr/>
        <p:nvPr/>
      </p:nvGrpSpPr>
      <p:grpSpPr>
        <a:xfrm>
          <a:off x="0" y="0"/>
          <a:ext cx="0" cy="0"/>
          <a:chOff x="0" y="0"/>
          <a:chExt cx="0" cy="0"/>
        </a:xfrm>
      </p:grpSpPr>
      <p:pic>
        <p:nvPicPr>
          <p:cNvPr id="3" name="图片 6">
            <a:extLst>
              <a:ext uri="{FF2B5EF4-FFF2-40B4-BE49-F238E27FC236}">
                <a16:creationId xmlns:a16="http://schemas.microsoft.com/office/drawing/2014/main" id="{95AE4ADE-4702-4442-9E3D-796E0BECEBC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70021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本讲内容&amp;金句">
    <p:bg>
      <p:bgPr>
        <a:solidFill>
          <a:srgbClr val="FFFFF5"/>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5B05CA5E-C216-4C11-9641-92A3DACFE72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061610" y="0"/>
            <a:ext cx="8082390" cy="2873196"/>
          </a:xfrm>
          <a:prstGeom prst="rect">
            <a:avLst/>
          </a:prstGeom>
        </p:spPr>
      </p:pic>
      <p:pic>
        <p:nvPicPr>
          <p:cNvPr id="9" name="图片 36">
            <a:extLst>
              <a:ext uri="{FF2B5EF4-FFF2-40B4-BE49-F238E27FC236}">
                <a16:creationId xmlns:a16="http://schemas.microsoft.com/office/drawing/2014/main" id="{A26DF16D-67FA-45CA-BCC2-970FABACAAC3}"/>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 t="-1" b="909"/>
          <a:stretch/>
        </p:blipFill>
        <p:spPr bwMode="auto">
          <a:xfrm>
            <a:off x="0" y="6165850"/>
            <a:ext cx="9144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32" descr="图片包含 轮廓&#10;&#10;已生成高可信度的说明">
            <a:extLst>
              <a:ext uri="{FF2B5EF4-FFF2-40B4-BE49-F238E27FC236}">
                <a16:creationId xmlns:a16="http://schemas.microsoft.com/office/drawing/2014/main" id="{C07E110B-A8CF-4887-B383-ADE6D5509A9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2465785" cy="1441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048344"/>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第一章">
    <p:bg>
      <p:bgPr>
        <a:solidFill>
          <a:srgbClr val="FFFFF5"/>
        </a:solidFill>
        <a:effectLst/>
      </p:bgPr>
    </p:bg>
    <p:spTree>
      <p:nvGrpSpPr>
        <p:cNvPr id="1" name=""/>
        <p:cNvGrpSpPr/>
        <p:nvPr/>
      </p:nvGrpSpPr>
      <p:grpSpPr>
        <a:xfrm>
          <a:off x="0" y="0"/>
          <a:ext cx="0" cy="0"/>
          <a:chOff x="0" y="0"/>
          <a:chExt cx="0" cy="0"/>
        </a:xfrm>
      </p:grpSpPr>
      <p:sp>
        <p:nvSpPr>
          <p:cNvPr id="5" name="文本框 27">
            <a:extLst>
              <a:ext uri="{FF2B5EF4-FFF2-40B4-BE49-F238E27FC236}">
                <a16:creationId xmlns:a16="http://schemas.microsoft.com/office/drawing/2014/main" id="{1D2839A0-9255-4B75-BCE6-B7A30058CB54}"/>
              </a:ext>
            </a:extLst>
          </p:cNvPr>
          <p:cNvSpPr txBox="1">
            <a:spLocks noChangeArrowheads="1"/>
          </p:cNvSpPr>
          <p:nvPr userDrawn="1"/>
        </p:nvSpPr>
        <p:spPr bwMode="auto">
          <a:xfrm>
            <a:off x="5925202" y="6444477"/>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eaLnBrk="1" hangingPunct="1">
              <a:defRPr/>
            </a:pPr>
            <a:r>
              <a:rPr lang="zh-CN" altLang="en-US" sz="900" b="1" kern="0" spc="90" dirty="0">
                <a:solidFill>
                  <a:schemeClr val="tx1">
                    <a:lumMod val="50000"/>
                    <a:lumOff val="50000"/>
                  </a:scheme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schemeClr val="tx1">
                  <a:lumMod val="50000"/>
                  <a:lumOff val="50000"/>
                </a:schemeClr>
              </a:solidFill>
              <a:latin typeface="华文行楷" panose="02010800040101010101" pitchFamily="2" charset="-122"/>
              <a:ea typeface="华文行楷" panose="02010800040101010101" pitchFamily="2" charset="-122"/>
            </a:endParaRPr>
          </a:p>
        </p:txBody>
      </p:sp>
      <p:cxnSp>
        <p:nvCxnSpPr>
          <p:cNvPr id="7" name="直接连接符 6">
            <a:extLst>
              <a:ext uri="{FF2B5EF4-FFF2-40B4-BE49-F238E27FC236}">
                <a16:creationId xmlns:a16="http://schemas.microsoft.com/office/drawing/2014/main" id="{6FE86BBC-73B6-4D2C-8E6F-154229C077D3}"/>
              </a:ext>
            </a:extLst>
          </p:cNvPr>
          <p:cNvCxnSpPr>
            <a:cxnSpLocks/>
          </p:cNvCxnSpPr>
          <p:nvPr userDrawn="1"/>
        </p:nvCxnSpPr>
        <p:spPr>
          <a:xfrm>
            <a:off x="248470" y="6582976"/>
            <a:ext cx="561967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2">
            <a:extLst>
              <a:ext uri="{FF2B5EF4-FFF2-40B4-BE49-F238E27FC236}">
                <a16:creationId xmlns:a16="http://schemas.microsoft.com/office/drawing/2014/main" id="{1A523B20-404D-411F-9C26-D5FA15716C1D}"/>
              </a:ext>
            </a:extLst>
          </p:cNvPr>
          <p:cNvSpPr txBox="1">
            <a:spLocks noChangeArrowheads="1"/>
          </p:cNvSpPr>
          <p:nvPr userDrawn="1"/>
        </p:nvSpPr>
        <p:spPr bwMode="auto">
          <a:xfrm>
            <a:off x="197514" y="142859"/>
            <a:ext cx="3552120"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eaLnBrk="1" hangingPunct="1"/>
            <a:r>
              <a:rPr lang="zh-CN" altLang="en-US" sz="1050" b="1" kern="0" spc="90" dirty="0">
                <a:solidFill>
                  <a:schemeClr val="tx1">
                    <a:lumMod val="85000"/>
                    <a:lumOff val="15000"/>
                  </a:schemeClr>
                </a:solidFill>
                <a:latin typeface="微软雅黑" panose="020B0503020204020204" pitchFamily="34" charset="-122"/>
                <a:ea typeface="微软雅黑" panose="020B0503020204020204" pitchFamily="34" charset="-122"/>
              </a:rPr>
              <a:t>一、对我国发展新的历史方位作出的重大政治论断</a:t>
            </a:r>
          </a:p>
        </p:txBody>
      </p:sp>
      <p:cxnSp>
        <p:nvCxnSpPr>
          <p:cNvPr id="9" name="直接箭头连接符 79">
            <a:extLst>
              <a:ext uri="{FF2B5EF4-FFF2-40B4-BE49-F238E27FC236}">
                <a16:creationId xmlns:a16="http://schemas.microsoft.com/office/drawing/2014/main" id="{E1D8EDFE-55D7-4D4E-957B-E1E0A50BC731}"/>
              </a:ext>
            </a:extLst>
          </p:cNvPr>
          <p:cNvCxnSpPr>
            <a:cxnSpLocks/>
          </p:cNvCxnSpPr>
          <p:nvPr userDrawn="1"/>
        </p:nvCxnSpPr>
        <p:spPr bwMode="auto">
          <a:xfrm>
            <a:off x="3545886" y="260648"/>
            <a:ext cx="5346594" cy="0"/>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5873DBF8-2869-4CFC-A5D1-2CE054C3148C}"/>
              </a:ext>
            </a:extLst>
          </p:cNvPr>
          <p:cNvSpPr>
            <a:spLocks noChangeArrowheads="1"/>
          </p:cNvSpPr>
          <p:nvPr userDrawn="1"/>
        </p:nvSpPr>
        <p:spPr bwMode="auto">
          <a:xfrm>
            <a:off x="8290188" y="6446383"/>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eaLnBrk="1" hangingPunct="1">
              <a:defRPr/>
            </a:pPr>
            <a:r>
              <a:rPr lang="zh-CN" altLang="en-US" sz="1050" dirty="0">
                <a:solidFill>
                  <a:srgbClr val="C00000"/>
                </a:solidFill>
                <a:latin typeface="华文行楷" panose="02010800040101010101" pitchFamily="2" charset="-122"/>
                <a:ea typeface="华文行楷" panose="02010800040101010101" pitchFamily="2" charset="-122"/>
              </a:rPr>
              <a:t>第五讲</a:t>
            </a:r>
            <a:endParaRPr lang="zh-CN" altLang="en-US" sz="1050" dirty="0">
              <a:solidFill>
                <a:srgbClr val="C00000"/>
              </a:solidFill>
            </a:endParaRPr>
          </a:p>
        </p:txBody>
      </p:sp>
    </p:spTree>
    <p:extLst>
      <p:ext uri="{BB962C8B-B14F-4D97-AF65-F5344CB8AC3E}">
        <p14:creationId xmlns:p14="http://schemas.microsoft.com/office/powerpoint/2010/main" val="2030017918"/>
      </p:ext>
    </p:extLst>
  </p:cSld>
  <p:clrMapOvr>
    <a:masterClrMapping/>
  </p:clrMapOvr>
  <p:extLst>
    <p:ext uri="{DCECCB84-F9BA-43D5-87BE-67443E8EF086}">
      <p15:sldGuideLst xmlns:p15="http://schemas.microsoft.com/office/powerpoint/2012/main">
        <p15:guide id="1" orient="horz" pos="4065">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第二章">
    <p:bg>
      <p:bgPr>
        <a:solidFill>
          <a:srgbClr val="FFFFF5"/>
        </a:solidFill>
        <a:effectLst/>
      </p:bgPr>
    </p:bg>
    <p:spTree>
      <p:nvGrpSpPr>
        <p:cNvPr id="1" name=""/>
        <p:cNvGrpSpPr/>
        <p:nvPr/>
      </p:nvGrpSpPr>
      <p:grpSpPr>
        <a:xfrm>
          <a:off x="0" y="0"/>
          <a:ext cx="0" cy="0"/>
          <a:chOff x="0" y="0"/>
          <a:chExt cx="0" cy="0"/>
        </a:xfrm>
      </p:grpSpPr>
      <p:sp>
        <p:nvSpPr>
          <p:cNvPr id="5" name="文本框 27">
            <a:extLst>
              <a:ext uri="{FF2B5EF4-FFF2-40B4-BE49-F238E27FC236}">
                <a16:creationId xmlns:a16="http://schemas.microsoft.com/office/drawing/2014/main" id="{1D2839A0-9255-4B75-BCE6-B7A30058CB54}"/>
              </a:ext>
            </a:extLst>
          </p:cNvPr>
          <p:cNvSpPr txBox="1">
            <a:spLocks noChangeArrowheads="1"/>
          </p:cNvSpPr>
          <p:nvPr userDrawn="1"/>
        </p:nvSpPr>
        <p:spPr bwMode="auto">
          <a:xfrm>
            <a:off x="5925202" y="6444477"/>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eaLnBrk="1" hangingPunct="1">
              <a:defRPr/>
            </a:pPr>
            <a:r>
              <a:rPr lang="zh-CN" altLang="en-US" sz="900" b="1" kern="0" spc="90" dirty="0">
                <a:solidFill>
                  <a:schemeClr val="tx1">
                    <a:lumMod val="50000"/>
                    <a:lumOff val="50000"/>
                  </a:scheme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schemeClr val="tx1">
                  <a:lumMod val="50000"/>
                  <a:lumOff val="50000"/>
                </a:schemeClr>
              </a:solidFill>
              <a:latin typeface="华文行楷" panose="02010800040101010101" pitchFamily="2" charset="-122"/>
              <a:ea typeface="华文行楷" panose="02010800040101010101" pitchFamily="2" charset="-122"/>
            </a:endParaRPr>
          </a:p>
        </p:txBody>
      </p:sp>
      <p:sp>
        <p:nvSpPr>
          <p:cNvPr id="8" name="TextBox 2">
            <a:extLst>
              <a:ext uri="{FF2B5EF4-FFF2-40B4-BE49-F238E27FC236}">
                <a16:creationId xmlns:a16="http://schemas.microsoft.com/office/drawing/2014/main" id="{1A523B20-404D-411F-9C26-D5FA15716C1D}"/>
              </a:ext>
            </a:extLst>
          </p:cNvPr>
          <p:cNvSpPr txBox="1">
            <a:spLocks noChangeArrowheads="1"/>
          </p:cNvSpPr>
          <p:nvPr userDrawn="1"/>
        </p:nvSpPr>
        <p:spPr bwMode="auto">
          <a:xfrm>
            <a:off x="197515" y="142859"/>
            <a:ext cx="1886606"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eaLnBrk="1" hangingPunct="1"/>
            <a:r>
              <a:rPr lang="zh-CN" altLang="en-US" sz="1050" b="1" kern="0" spc="90" dirty="0">
                <a:solidFill>
                  <a:schemeClr val="tx1">
                    <a:lumMod val="85000"/>
                    <a:lumOff val="15000"/>
                  </a:schemeClr>
                </a:solidFill>
                <a:latin typeface="微软雅黑" panose="020B0503020204020204" pitchFamily="34" charset="-122"/>
                <a:ea typeface="微软雅黑" panose="020B0503020204020204" pitchFamily="34" charset="-122"/>
              </a:rPr>
              <a:t>二、新时代的丰富内涵</a:t>
            </a:r>
          </a:p>
        </p:txBody>
      </p:sp>
      <p:cxnSp>
        <p:nvCxnSpPr>
          <p:cNvPr id="9" name="直接箭头连接符 79">
            <a:extLst>
              <a:ext uri="{FF2B5EF4-FFF2-40B4-BE49-F238E27FC236}">
                <a16:creationId xmlns:a16="http://schemas.microsoft.com/office/drawing/2014/main" id="{E1D8EDFE-55D7-4D4E-957B-E1E0A50BC731}"/>
              </a:ext>
            </a:extLst>
          </p:cNvPr>
          <p:cNvCxnSpPr>
            <a:cxnSpLocks/>
          </p:cNvCxnSpPr>
          <p:nvPr userDrawn="1"/>
        </p:nvCxnSpPr>
        <p:spPr bwMode="auto">
          <a:xfrm>
            <a:off x="1817695" y="260648"/>
            <a:ext cx="7122411" cy="0"/>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1B91E52-656E-4DF4-BD40-24A2558103A1}"/>
              </a:ext>
            </a:extLst>
          </p:cNvPr>
          <p:cNvCxnSpPr>
            <a:cxnSpLocks/>
          </p:cNvCxnSpPr>
          <p:nvPr userDrawn="1"/>
        </p:nvCxnSpPr>
        <p:spPr>
          <a:xfrm>
            <a:off x="248470" y="6582976"/>
            <a:ext cx="561967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5873DBF8-2869-4CFC-A5D1-2CE054C3148C}"/>
              </a:ext>
            </a:extLst>
          </p:cNvPr>
          <p:cNvSpPr>
            <a:spLocks noChangeArrowheads="1"/>
          </p:cNvSpPr>
          <p:nvPr userDrawn="1"/>
        </p:nvSpPr>
        <p:spPr bwMode="auto">
          <a:xfrm>
            <a:off x="8290188" y="6446383"/>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eaLnBrk="1" hangingPunct="1">
              <a:defRPr/>
            </a:pPr>
            <a:r>
              <a:rPr lang="zh-CN" altLang="en-US" sz="1050" dirty="0">
                <a:solidFill>
                  <a:srgbClr val="C00000"/>
                </a:solidFill>
                <a:latin typeface="华文行楷" panose="02010800040101010101" pitchFamily="2" charset="-122"/>
                <a:ea typeface="华文行楷" panose="02010800040101010101" pitchFamily="2" charset="-122"/>
              </a:rPr>
              <a:t>第五讲</a:t>
            </a:r>
            <a:endParaRPr lang="zh-CN" altLang="en-US" sz="1050" dirty="0">
              <a:solidFill>
                <a:srgbClr val="C00000"/>
              </a:solidFill>
            </a:endParaRPr>
          </a:p>
        </p:txBody>
      </p:sp>
    </p:spTree>
    <p:extLst>
      <p:ext uri="{BB962C8B-B14F-4D97-AF65-F5344CB8AC3E}">
        <p14:creationId xmlns:p14="http://schemas.microsoft.com/office/powerpoint/2010/main" val="2096502355"/>
      </p:ext>
    </p:extLst>
  </p:cSld>
  <p:clrMapOvr>
    <a:masterClrMapping/>
  </p:clrMapOvr>
  <p:extLst>
    <p:ext uri="{DCECCB84-F9BA-43D5-87BE-67443E8EF086}">
      <p15:sldGuideLst xmlns:p15="http://schemas.microsoft.com/office/powerpoint/2012/main">
        <p15:guide id="1" orient="horz" pos="4156">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第三章">
    <p:bg>
      <p:bgPr>
        <a:solidFill>
          <a:srgbClr val="FFFFF5"/>
        </a:solidFill>
        <a:effectLst/>
      </p:bgPr>
    </p:bg>
    <p:spTree>
      <p:nvGrpSpPr>
        <p:cNvPr id="1" name=""/>
        <p:cNvGrpSpPr/>
        <p:nvPr/>
      </p:nvGrpSpPr>
      <p:grpSpPr>
        <a:xfrm>
          <a:off x="0" y="0"/>
          <a:ext cx="0" cy="0"/>
          <a:chOff x="0" y="0"/>
          <a:chExt cx="0" cy="0"/>
        </a:xfrm>
      </p:grpSpPr>
      <p:sp>
        <p:nvSpPr>
          <p:cNvPr id="5" name="文本框 27">
            <a:extLst>
              <a:ext uri="{FF2B5EF4-FFF2-40B4-BE49-F238E27FC236}">
                <a16:creationId xmlns:a16="http://schemas.microsoft.com/office/drawing/2014/main" id="{1D2839A0-9255-4B75-BCE6-B7A30058CB54}"/>
              </a:ext>
            </a:extLst>
          </p:cNvPr>
          <p:cNvSpPr txBox="1">
            <a:spLocks noChangeArrowheads="1"/>
          </p:cNvSpPr>
          <p:nvPr userDrawn="1"/>
        </p:nvSpPr>
        <p:spPr bwMode="auto">
          <a:xfrm>
            <a:off x="5925202" y="6444477"/>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eaLnBrk="1" hangingPunct="1">
              <a:defRPr/>
            </a:pPr>
            <a:r>
              <a:rPr lang="zh-CN" altLang="en-US" sz="900" b="1" kern="0" spc="90" dirty="0">
                <a:solidFill>
                  <a:schemeClr val="tx1">
                    <a:lumMod val="50000"/>
                    <a:lumOff val="50000"/>
                  </a:scheme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schemeClr val="tx1">
                  <a:lumMod val="50000"/>
                  <a:lumOff val="50000"/>
                </a:schemeClr>
              </a:solidFill>
              <a:latin typeface="华文行楷" panose="02010800040101010101" pitchFamily="2" charset="-122"/>
              <a:ea typeface="华文行楷" panose="02010800040101010101" pitchFamily="2" charset="-122"/>
            </a:endParaRPr>
          </a:p>
        </p:txBody>
      </p:sp>
      <p:sp>
        <p:nvSpPr>
          <p:cNvPr id="8" name="TextBox 2">
            <a:extLst>
              <a:ext uri="{FF2B5EF4-FFF2-40B4-BE49-F238E27FC236}">
                <a16:creationId xmlns:a16="http://schemas.microsoft.com/office/drawing/2014/main" id="{1A523B20-404D-411F-9C26-D5FA15716C1D}"/>
              </a:ext>
            </a:extLst>
          </p:cNvPr>
          <p:cNvSpPr txBox="1">
            <a:spLocks noChangeArrowheads="1"/>
          </p:cNvSpPr>
          <p:nvPr userDrawn="1"/>
        </p:nvSpPr>
        <p:spPr bwMode="auto">
          <a:xfrm>
            <a:off x="197515" y="142859"/>
            <a:ext cx="1833167"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eaLnBrk="1" hangingPunct="1"/>
            <a:r>
              <a:rPr lang="zh-CN" altLang="en-US" sz="1050" b="1" kern="0" spc="90" dirty="0">
                <a:solidFill>
                  <a:schemeClr val="tx1">
                    <a:lumMod val="85000"/>
                    <a:lumOff val="15000"/>
                  </a:schemeClr>
                </a:solidFill>
                <a:latin typeface="微软雅黑" panose="020B0503020204020204" pitchFamily="34" charset="-122"/>
                <a:ea typeface="微软雅黑" panose="020B0503020204020204" pitchFamily="34" charset="-122"/>
              </a:rPr>
              <a:t>三、新时代的重大意义</a:t>
            </a:r>
          </a:p>
        </p:txBody>
      </p:sp>
      <p:cxnSp>
        <p:nvCxnSpPr>
          <p:cNvPr id="9" name="直接箭头连接符 79">
            <a:extLst>
              <a:ext uri="{FF2B5EF4-FFF2-40B4-BE49-F238E27FC236}">
                <a16:creationId xmlns:a16="http://schemas.microsoft.com/office/drawing/2014/main" id="{E1D8EDFE-55D7-4D4E-957B-E1E0A50BC731}"/>
              </a:ext>
            </a:extLst>
          </p:cNvPr>
          <p:cNvCxnSpPr>
            <a:cxnSpLocks/>
          </p:cNvCxnSpPr>
          <p:nvPr userDrawn="1"/>
        </p:nvCxnSpPr>
        <p:spPr bwMode="auto">
          <a:xfrm>
            <a:off x="1817695" y="260648"/>
            <a:ext cx="7122411" cy="0"/>
          </a:xfrm>
          <a:prstGeom prst="straightConnector1">
            <a:avLst/>
          </a:prstGeom>
          <a:ln w="6350">
            <a:solidFill>
              <a:srgbClr val="C00000">
                <a:alpha val="99000"/>
              </a:srgb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096DDB1-E862-4103-8CD2-B6E019ABD32D}"/>
              </a:ext>
            </a:extLst>
          </p:cNvPr>
          <p:cNvCxnSpPr>
            <a:cxnSpLocks/>
          </p:cNvCxnSpPr>
          <p:nvPr userDrawn="1"/>
        </p:nvCxnSpPr>
        <p:spPr>
          <a:xfrm>
            <a:off x="248470" y="6582976"/>
            <a:ext cx="561967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5873DBF8-2869-4CFC-A5D1-2CE054C3148C}"/>
              </a:ext>
            </a:extLst>
          </p:cNvPr>
          <p:cNvSpPr>
            <a:spLocks noChangeArrowheads="1"/>
          </p:cNvSpPr>
          <p:nvPr userDrawn="1"/>
        </p:nvSpPr>
        <p:spPr bwMode="auto">
          <a:xfrm>
            <a:off x="8290188" y="6446383"/>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eaLnBrk="1" hangingPunct="1">
              <a:defRPr/>
            </a:pPr>
            <a:r>
              <a:rPr lang="zh-CN" altLang="en-US" sz="1050" dirty="0">
                <a:solidFill>
                  <a:srgbClr val="C00000"/>
                </a:solidFill>
                <a:latin typeface="华文行楷" panose="02010800040101010101" pitchFamily="2" charset="-122"/>
                <a:ea typeface="华文行楷" panose="02010800040101010101" pitchFamily="2" charset="-122"/>
              </a:rPr>
              <a:t>第五讲</a:t>
            </a:r>
            <a:endParaRPr lang="zh-CN" altLang="en-US" sz="1050" dirty="0">
              <a:solidFill>
                <a:srgbClr val="C00000"/>
              </a:solidFill>
            </a:endParaRPr>
          </a:p>
        </p:txBody>
      </p:sp>
    </p:spTree>
    <p:extLst>
      <p:ext uri="{BB962C8B-B14F-4D97-AF65-F5344CB8AC3E}">
        <p14:creationId xmlns:p14="http://schemas.microsoft.com/office/powerpoint/2010/main" val="284293225"/>
      </p:ext>
    </p:extLst>
  </p:cSld>
  <p:clrMapOvr>
    <a:masterClrMapping/>
  </p:clrMapOvr>
  <p:extLst>
    <p:ext uri="{DCECCB84-F9BA-43D5-87BE-67443E8EF086}">
      <p15:sldGuideLst xmlns:p15="http://schemas.microsoft.com/office/powerpoint/2012/main">
        <p15:guide id="1" orient="horz" pos="4156">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第四章">
    <p:bg>
      <p:bgPr>
        <a:solidFill>
          <a:srgbClr val="FFFFF5"/>
        </a:solidFill>
        <a:effectLst/>
      </p:bgPr>
    </p:bg>
    <p:spTree>
      <p:nvGrpSpPr>
        <p:cNvPr id="1" name=""/>
        <p:cNvGrpSpPr/>
        <p:nvPr/>
      </p:nvGrpSpPr>
      <p:grpSpPr>
        <a:xfrm>
          <a:off x="0" y="0"/>
          <a:ext cx="0" cy="0"/>
          <a:chOff x="0" y="0"/>
          <a:chExt cx="0" cy="0"/>
        </a:xfrm>
      </p:grpSpPr>
      <p:sp>
        <p:nvSpPr>
          <p:cNvPr id="5" name="文本框 27">
            <a:extLst>
              <a:ext uri="{FF2B5EF4-FFF2-40B4-BE49-F238E27FC236}">
                <a16:creationId xmlns:a16="http://schemas.microsoft.com/office/drawing/2014/main" id="{1D2839A0-9255-4B75-BCE6-B7A30058CB54}"/>
              </a:ext>
            </a:extLst>
          </p:cNvPr>
          <p:cNvSpPr txBox="1">
            <a:spLocks noChangeArrowheads="1"/>
          </p:cNvSpPr>
          <p:nvPr userDrawn="1"/>
        </p:nvSpPr>
        <p:spPr bwMode="auto">
          <a:xfrm>
            <a:off x="5925202" y="6444477"/>
            <a:ext cx="2596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eaLnBrk="1" hangingPunct="1">
              <a:defRPr/>
            </a:pPr>
            <a:r>
              <a:rPr lang="zh-CN" altLang="en-US" sz="900" b="1" kern="0" spc="90" dirty="0">
                <a:solidFill>
                  <a:schemeClr val="tx1">
                    <a:lumMod val="50000"/>
                    <a:lumOff val="50000"/>
                  </a:schemeClr>
                </a:solidFill>
                <a:latin typeface="微软雅黑" panose="020B0503020204020204" pitchFamily="34" charset="-122"/>
                <a:ea typeface="微软雅黑" panose="020B0503020204020204" pitchFamily="34" charset="-122"/>
              </a:rPr>
              <a:t>习近平新时代中国特色社会主义思想三十讲</a:t>
            </a:r>
            <a:endParaRPr lang="zh-CN" altLang="en-US" sz="900" b="1" kern="0" spc="90" dirty="0">
              <a:solidFill>
                <a:schemeClr val="tx1">
                  <a:lumMod val="50000"/>
                  <a:lumOff val="50000"/>
                </a:schemeClr>
              </a:solidFill>
              <a:latin typeface="华文行楷" panose="02010800040101010101" pitchFamily="2" charset="-122"/>
              <a:ea typeface="华文行楷" panose="02010800040101010101" pitchFamily="2" charset="-122"/>
            </a:endParaRPr>
          </a:p>
        </p:txBody>
      </p:sp>
      <p:sp>
        <p:nvSpPr>
          <p:cNvPr id="6" name="矩形 5">
            <a:extLst>
              <a:ext uri="{FF2B5EF4-FFF2-40B4-BE49-F238E27FC236}">
                <a16:creationId xmlns:a16="http://schemas.microsoft.com/office/drawing/2014/main" id="{5873DBF8-2869-4CFC-A5D1-2CE054C3148C}"/>
              </a:ext>
            </a:extLst>
          </p:cNvPr>
          <p:cNvSpPr>
            <a:spLocks noChangeArrowheads="1"/>
          </p:cNvSpPr>
          <p:nvPr userDrawn="1"/>
        </p:nvSpPr>
        <p:spPr bwMode="auto">
          <a:xfrm>
            <a:off x="8290188" y="6446383"/>
            <a:ext cx="7560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marL="742950" indent="-28575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11430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16002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2057400" indent="-228600">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algn="ctr" eaLnBrk="1" hangingPunct="1">
              <a:defRPr/>
            </a:pPr>
            <a:r>
              <a:rPr lang="zh-CN" altLang="en-US" sz="1050" dirty="0">
                <a:solidFill>
                  <a:srgbClr val="C00000"/>
                </a:solidFill>
                <a:latin typeface="华文行楷" panose="02010800040101010101" pitchFamily="2" charset="-122"/>
                <a:ea typeface="华文行楷" panose="02010800040101010101" pitchFamily="2" charset="-122"/>
              </a:rPr>
              <a:t>第五讲</a:t>
            </a:r>
            <a:endParaRPr lang="zh-CN" altLang="en-US" sz="1050" dirty="0">
              <a:solidFill>
                <a:srgbClr val="C00000"/>
              </a:solidFill>
            </a:endParaRPr>
          </a:p>
        </p:txBody>
      </p:sp>
      <p:sp>
        <p:nvSpPr>
          <p:cNvPr id="8" name="TextBox 2">
            <a:extLst>
              <a:ext uri="{FF2B5EF4-FFF2-40B4-BE49-F238E27FC236}">
                <a16:creationId xmlns:a16="http://schemas.microsoft.com/office/drawing/2014/main" id="{1A523B20-404D-411F-9C26-D5FA15716C1D}"/>
              </a:ext>
            </a:extLst>
          </p:cNvPr>
          <p:cNvSpPr txBox="1">
            <a:spLocks noChangeArrowheads="1"/>
          </p:cNvSpPr>
          <p:nvPr userDrawn="1"/>
        </p:nvSpPr>
        <p:spPr bwMode="auto">
          <a:xfrm>
            <a:off x="197515" y="142859"/>
            <a:ext cx="2189426" cy="2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eaLnBrk="1" hangingPunct="1"/>
            <a:r>
              <a:rPr lang="zh-CN" altLang="en-US" sz="1050" b="1" kern="0" spc="90" dirty="0">
                <a:solidFill>
                  <a:schemeClr val="tx1">
                    <a:lumMod val="85000"/>
                    <a:lumOff val="15000"/>
                  </a:schemeClr>
                </a:solidFill>
                <a:latin typeface="微软雅黑" panose="020B0503020204020204" pitchFamily="34" charset="-122"/>
                <a:ea typeface="微软雅黑" panose="020B0503020204020204" pitchFamily="34" charset="-122"/>
              </a:rPr>
              <a:t>四、新时代要有新气象新作为</a:t>
            </a:r>
          </a:p>
        </p:txBody>
      </p:sp>
      <p:cxnSp>
        <p:nvCxnSpPr>
          <p:cNvPr id="9" name="直接箭头连接符 79">
            <a:extLst>
              <a:ext uri="{FF2B5EF4-FFF2-40B4-BE49-F238E27FC236}">
                <a16:creationId xmlns:a16="http://schemas.microsoft.com/office/drawing/2014/main" id="{E1D8EDFE-55D7-4D4E-957B-E1E0A50BC731}"/>
              </a:ext>
            </a:extLst>
          </p:cNvPr>
          <p:cNvCxnSpPr>
            <a:cxnSpLocks/>
          </p:cNvCxnSpPr>
          <p:nvPr userDrawn="1"/>
        </p:nvCxnSpPr>
        <p:spPr bwMode="auto">
          <a:xfrm>
            <a:off x="2195737" y="260648"/>
            <a:ext cx="6744369" cy="0"/>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3D4CF7E-6405-4542-B987-F5AD3CDDD1CB}"/>
              </a:ext>
            </a:extLst>
          </p:cNvPr>
          <p:cNvCxnSpPr>
            <a:cxnSpLocks/>
          </p:cNvCxnSpPr>
          <p:nvPr userDrawn="1"/>
        </p:nvCxnSpPr>
        <p:spPr>
          <a:xfrm>
            <a:off x="248470" y="6582976"/>
            <a:ext cx="561967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882309"/>
      </p:ext>
    </p:extLst>
  </p:cSld>
  <p:clrMapOvr>
    <a:masterClrMapping/>
  </p:clrMapOvr>
  <p:extLst>
    <p:ext uri="{DCECCB84-F9BA-43D5-87BE-67443E8EF086}">
      <p15:sldGuideLst xmlns:p15="http://schemas.microsoft.com/office/powerpoint/2012/main">
        <p15:guide id="1" orient="horz" pos="4156">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小结">
    <p:bg>
      <p:bgPr>
        <a:solidFill>
          <a:srgbClr val="FDFFF5"/>
        </a:solid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F870B40-8974-40CE-8262-6534384948D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061610" y="0"/>
            <a:ext cx="8082390" cy="2873196"/>
          </a:xfrm>
          <a:prstGeom prst="rect">
            <a:avLst/>
          </a:prstGeom>
        </p:spPr>
      </p:pic>
    </p:spTree>
    <p:extLst>
      <p:ext uri="{BB962C8B-B14F-4D97-AF65-F5344CB8AC3E}">
        <p14:creationId xmlns:p14="http://schemas.microsoft.com/office/powerpoint/2010/main" val="1692952187"/>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4" orient="horz" pos="346">
          <p15:clr>
            <a:srgbClr val="FBAE40"/>
          </p15:clr>
        </p15:guide>
        <p15:guide id="5" orient="horz" pos="3974">
          <p15:clr>
            <a:srgbClr val="FBAE40"/>
          </p15:clr>
        </p15:guide>
        <p15:guide id="6"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8"/>
            <a:ext cx="78867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436741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27355579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4363751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1585335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2300386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727785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3872881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8572634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7025153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5567717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384595087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7827859-D435-4724-8223-727E6B974E24}" type="datetimeFigureOut">
              <a:rPr lang="zh-CN" altLang="en-US" smtClean="0"/>
              <a:t>2020/12/14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691657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theme" Target="../theme/theme4.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4"/>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EDAE6-DC90-4019-8858-5780007FC948}" type="datetimeFigureOut">
              <a:rPr lang="zh-CN" altLang="en-US" smtClean="0"/>
              <a:t>2020/12/14</a:t>
            </a:fld>
            <a:endParaRPr lang="zh-CN" altLang="en-US"/>
          </a:p>
        </p:txBody>
      </p:sp>
      <p:sp>
        <p:nvSpPr>
          <p:cNvPr id="5" name="页脚占位符 4"/>
          <p:cNvSpPr>
            <a:spLocks noGrp="1"/>
          </p:cNvSpPr>
          <p:nvPr>
            <p:ph type="ftr" sz="quarter" idx="3"/>
          </p:nvPr>
        </p:nvSpPr>
        <p:spPr>
          <a:xfrm>
            <a:off x="3028950" y="6356354"/>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BF145-8901-45B8-BB22-C60220E23F19}" type="slidenum">
              <a:rPr lang="zh-CN" altLang="en-US" smtClean="0"/>
              <a:t>‹#›</a:t>
            </a:fld>
            <a:endParaRPr lang="zh-CN" altLang="en-US"/>
          </a:p>
        </p:txBody>
      </p:sp>
    </p:spTree>
    <p:extLst>
      <p:ext uri="{BB962C8B-B14F-4D97-AF65-F5344CB8AC3E}">
        <p14:creationId xmlns:p14="http://schemas.microsoft.com/office/powerpoint/2010/main" val="66115210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803621"/>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rtl="0" eaLnBrk="0" fontAlgn="base" hangingPunct="0">
        <a:lnSpc>
          <a:spcPct val="90000"/>
        </a:lnSpc>
        <a:spcBef>
          <a:spcPct val="0"/>
        </a:spcBef>
        <a:spcAft>
          <a:spcPct val="0"/>
        </a:spcAft>
        <a:defRPr sz="3300" kern="1200">
          <a:solidFill>
            <a:schemeClr val="tx1"/>
          </a:solidFill>
          <a:latin typeface="+mj-lt"/>
          <a:ea typeface="+mj-ea"/>
          <a:cs typeface="宋体" panose="02010600030101010101" pitchFamily="2" charset="-122"/>
        </a:defRPr>
      </a:lvl1pPr>
      <a:lvl2pPr algn="l" rtl="0" eaLnBrk="0" fontAlgn="base" hangingPunct="0">
        <a:lnSpc>
          <a:spcPct val="90000"/>
        </a:lnSpc>
        <a:spcBef>
          <a:spcPct val="0"/>
        </a:spcBef>
        <a:spcAft>
          <a:spcPct val="0"/>
        </a:spcAft>
        <a:defRPr sz="3300">
          <a:solidFill>
            <a:schemeClr val="tx1"/>
          </a:solidFill>
          <a:latin typeface="Calibri Light" pitchFamily="34" charset="0"/>
          <a:ea typeface="宋体" panose="02010600030101010101" pitchFamily="2" charset="-122"/>
          <a:cs typeface="宋体" panose="02010600030101010101" pitchFamily="2" charset="-122"/>
        </a:defRPr>
      </a:lvl2pPr>
      <a:lvl3pPr algn="l" rtl="0" eaLnBrk="0" fontAlgn="base" hangingPunct="0">
        <a:lnSpc>
          <a:spcPct val="90000"/>
        </a:lnSpc>
        <a:spcBef>
          <a:spcPct val="0"/>
        </a:spcBef>
        <a:spcAft>
          <a:spcPct val="0"/>
        </a:spcAft>
        <a:defRPr sz="3300">
          <a:solidFill>
            <a:schemeClr val="tx1"/>
          </a:solidFill>
          <a:latin typeface="Calibri Light" pitchFamily="34" charset="0"/>
          <a:ea typeface="宋体" panose="02010600030101010101" pitchFamily="2" charset="-122"/>
          <a:cs typeface="宋体" panose="02010600030101010101" pitchFamily="2" charset="-122"/>
        </a:defRPr>
      </a:lvl3pPr>
      <a:lvl4pPr algn="l" rtl="0" eaLnBrk="0" fontAlgn="base" hangingPunct="0">
        <a:lnSpc>
          <a:spcPct val="90000"/>
        </a:lnSpc>
        <a:spcBef>
          <a:spcPct val="0"/>
        </a:spcBef>
        <a:spcAft>
          <a:spcPct val="0"/>
        </a:spcAft>
        <a:defRPr sz="3300">
          <a:solidFill>
            <a:schemeClr val="tx1"/>
          </a:solidFill>
          <a:latin typeface="Calibri Light" pitchFamily="34" charset="0"/>
          <a:ea typeface="宋体" panose="02010600030101010101" pitchFamily="2" charset="-122"/>
          <a:cs typeface="宋体" panose="02010600030101010101" pitchFamily="2" charset="-122"/>
        </a:defRPr>
      </a:lvl4pPr>
      <a:lvl5pPr algn="l" rtl="0" eaLnBrk="0" fontAlgn="base" hangingPunct="0">
        <a:lnSpc>
          <a:spcPct val="90000"/>
        </a:lnSpc>
        <a:spcBef>
          <a:spcPct val="0"/>
        </a:spcBef>
        <a:spcAft>
          <a:spcPct val="0"/>
        </a:spcAft>
        <a:defRPr sz="3300">
          <a:solidFill>
            <a:schemeClr val="tx1"/>
          </a:solidFill>
          <a:latin typeface="Calibri Light" pitchFamily="34" charset="0"/>
          <a:ea typeface="宋体" panose="02010600030101010101" pitchFamily="2" charset="-122"/>
          <a:cs typeface="宋体" panose="02010600030101010101" pitchFamily="2" charset="-122"/>
        </a:defRPr>
      </a:lvl5pPr>
      <a:lvl6pPr marL="171446" algn="l" rtl="0" fontAlgn="base">
        <a:lnSpc>
          <a:spcPct val="90000"/>
        </a:lnSpc>
        <a:spcBef>
          <a:spcPct val="0"/>
        </a:spcBef>
        <a:spcAft>
          <a:spcPct val="0"/>
        </a:spcAft>
        <a:defRPr sz="1650">
          <a:solidFill>
            <a:schemeClr val="tx1"/>
          </a:solidFill>
          <a:latin typeface="Calibri Light" pitchFamily="34" charset="0"/>
          <a:ea typeface="宋体" panose="02010600030101010101" pitchFamily="2" charset="-122"/>
        </a:defRPr>
      </a:lvl6pPr>
      <a:lvl7pPr marL="342892" algn="l" rtl="0" fontAlgn="base">
        <a:lnSpc>
          <a:spcPct val="90000"/>
        </a:lnSpc>
        <a:spcBef>
          <a:spcPct val="0"/>
        </a:spcBef>
        <a:spcAft>
          <a:spcPct val="0"/>
        </a:spcAft>
        <a:defRPr sz="1650">
          <a:solidFill>
            <a:schemeClr val="tx1"/>
          </a:solidFill>
          <a:latin typeface="Calibri Light" pitchFamily="34" charset="0"/>
          <a:ea typeface="宋体" panose="02010600030101010101" pitchFamily="2" charset="-122"/>
        </a:defRPr>
      </a:lvl7pPr>
      <a:lvl8pPr marL="514337" algn="l" rtl="0" fontAlgn="base">
        <a:lnSpc>
          <a:spcPct val="90000"/>
        </a:lnSpc>
        <a:spcBef>
          <a:spcPct val="0"/>
        </a:spcBef>
        <a:spcAft>
          <a:spcPct val="0"/>
        </a:spcAft>
        <a:defRPr sz="1650">
          <a:solidFill>
            <a:schemeClr val="tx1"/>
          </a:solidFill>
          <a:latin typeface="Calibri Light" pitchFamily="34" charset="0"/>
          <a:ea typeface="宋体" panose="02010600030101010101" pitchFamily="2" charset="-122"/>
        </a:defRPr>
      </a:lvl8pPr>
      <a:lvl9pPr marL="685783" algn="l" rtl="0" fontAlgn="base">
        <a:lnSpc>
          <a:spcPct val="90000"/>
        </a:lnSpc>
        <a:spcBef>
          <a:spcPct val="0"/>
        </a:spcBef>
        <a:spcAft>
          <a:spcPct val="0"/>
        </a:spcAft>
        <a:defRPr sz="1650">
          <a:solidFill>
            <a:schemeClr val="tx1"/>
          </a:solidFill>
          <a:latin typeface="Calibri Light" pitchFamily="34" charset="0"/>
          <a:ea typeface="宋体" panose="02010600030101010101" pitchFamily="2" charset="-122"/>
        </a:defRPr>
      </a:lvl9pPr>
    </p:titleStyle>
    <p:bodyStyle>
      <a:lvl1pPr marL="169069" indent="-169069" algn="l" rtl="0" eaLnBrk="0" fontAlgn="base" hangingPunct="0">
        <a:lnSpc>
          <a:spcPct val="90000"/>
        </a:lnSpc>
        <a:spcBef>
          <a:spcPct val="401000"/>
        </a:spcBef>
        <a:spcAft>
          <a:spcPct val="0"/>
        </a:spcAft>
        <a:buFont typeface="Arial" panose="020B0604020202020204" pitchFamily="34" charset="0"/>
        <a:buChar char="•"/>
        <a:defRPr sz="2100" kern="1200">
          <a:solidFill>
            <a:schemeClr val="tx1"/>
          </a:solidFill>
          <a:latin typeface="+mn-lt"/>
          <a:ea typeface="+mn-ea"/>
          <a:cs typeface="宋体" panose="02010600030101010101" pitchFamily="2" charset="-122"/>
        </a:defRPr>
      </a:lvl1pPr>
      <a:lvl2pPr marL="511969" indent="-169069" algn="l" rtl="0" eaLnBrk="0" fontAlgn="base" hangingPunct="0">
        <a:lnSpc>
          <a:spcPct val="90000"/>
        </a:lnSpc>
        <a:spcBef>
          <a:spcPct val="201000"/>
        </a:spcBef>
        <a:spcAft>
          <a:spcPct val="0"/>
        </a:spcAft>
        <a:buFont typeface="Arial" panose="020B0604020202020204" pitchFamily="34" charset="0"/>
        <a:buChar char="•"/>
        <a:defRPr sz="1800" kern="1200">
          <a:solidFill>
            <a:schemeClr val="tx1"/>
          </a:solidFill>
          <a:latin typeface="+mn-lt"/>
          <a:ea typeface="+mn-ea"/>
          <a:cs typeface="+mn-cs"/>
        </a:defRPr>
      </a:lvl2pPr>
      <a:lvl3pPr marL="854869" indent="-169069" algn="l" rtl="0" eaLnBrk="0" fontAlgn="base" hangingPunct="0">
        <a:lnSpc>
          <a:spcPct val="90000"/>
        </a:lnSpc>
        <a:spcBef>
          <a:spcPct val="201000"/>
        </a:spcBef>
        <a:spcAft>
          <a:spcPct val="0"/>
        </a:spcAft>
        <a:buFont typeface="Arial" panose="020B0604020202020204" pitchFamily="34" charset="0"/>
        <a:buChar char="•"/>
        <a:defRPr sz="1575" kern="1200">
          <a:solidFill>
            <a:schemeClr val="tx1"/>
          </a:solidFill>
          <a:latin typeface="+mn-lt"/>
          <a:ea typeface="+mn-ea"/>
          <a:cs typeface="+mn-cs"/>
        </a:defRPr>
      </a:lvl3pPr>
      <a:lvl4pPr marL="1197769" indent="-169069" algn="l" rtl="0" eaLnBrk="0" fontAlgn="base" hangingPunct="0">
        <a:lnSpc>
          <a:spcPct val="90000"/>
        </a:lnSpc>
        <a:spcBef>
          <a:spcPct val="201000"/>
        </a:spcBef>
        <a:spcAft>
          <a:spcPct val="0"/>
        </a:spcAft>
        <a:buFont typeface="Arial" panose="020B0604020202020204" pitchFamily="34" charset="0"/>
        <a:buChar char="•"/>
        <a:defRPr sz="1500" kern="1200">
          <a:solidFill>
            <a:schemeClr val="tx1"/>
          </a:solidFill>
          <a:latin typeface="+mn-lt"/>
          <a:ea typeface="+mn-ea"/>
          <a:cs typeface="+mn-cs"/>
        </a:defRPr>
      </a:lvl4pPr>
      <a:lvl5pPr marL="1540669" indent="-169069" algn="l" rtl="0" eaLnBrk="0" fontAlgn="base" hangingPunct="0">
        <a:lnSpc>
          <a:spcPct val="90000"/>
        </a:lnSpc>
        <a:spcBef>
          <a:spcPct val="201000"/>
        </a:spcBef>
        <a:spcAft>
          <a:spcPct val="0"/>
        </a:spcAft>
        <a:buFont typeface="Arial" panose="020B0604020202020204" pitchFamily="34" charset="0"/>
        <a:buChar char="•"/>
        <a:defRPr sz="1500" kern="1200">
          <a:solidFill>
            <a:schemeClr val="tx1"/>
          </a:solidFill>
          <a:latin typeface="+mn-lt"/>
          <a:ea typeface="+mn-ea"/>
          <a:cs typeface="+mn-cs"/>
        </a:defRPr>
      </a:lvl5pPr>
      <a:lvl6pPr marL="1885427" indent="-171446" algn="l" defTabSz="685307" rtl="0" eaLnBrk="1" latinLnBrk="0" hangingPunct="1">
        <a:lnSpc>
          <a:spcPct val="90000"/>
        </a:lnSpc>
        <a:spcBef>
          <a:spcPct val="201000"/>
        </a:spcBef>
        <a:buFont typeface="Arial" panose="020B0604020202020204" pitchFamily="34" charset="0"/>
        <a:buChar char="•"/>
        <a:defRPr sz="1350" kern="1200">
          <a:solidFill>
            <a:schemeClr val="tx1"/>
          </a:solidFill>
          <a:latin typeface="+mn-lt"/>
          <a:ea typeface="+mn-ea"/>
          <a:cs typeface="+mn-cs"/>
        </a:defRPr>
      </a:lvl6pPr>
      <a:lvl7pPr marL="2228318" indent="-171446" algn="l" defTabSz="685307" rtl="0" eaLnBrk="1" latinLnBrk="0" hangingPunct="1">
        <a:lnSpc>
          <a:spcPct val="90000"/>
        </a:lnSpc>
        <a:spcBef>
          <a:spcPct val="201000"/>
        </a:spcBef>
        <a:buFont typeface="Arial" panose="020B0604020202020204" pitchFamily="34" charset="0"/>
        <a:buChar char="•"/>
        <a:defRPr sz="1350" kern="1200">
          <a:solidFill>
            <a:schemeClr val="tx1"/>
          </a:solidFill>
          <a:latin typeface="+mn-lt"/>
          <a:ea typeface="+mn-ea"/>
          <a:cs typeface="+mn-cs"/>
        </a:defRPr>
      </a:lvl7pPr>
      <a:lvl8pPr marL="2571210" indent="-171446" algn="l" defTabSz="685307" rtl="0" eaLnBrk="1" latinLnBrk="0" hangingPunct="1">
        <a:lnSpc>
          <a:spcPct val="90000"/>
        </a:lnSpc>
        <a:spcBef>
          <a:spcPct val="201000"/>
        </a:spcBef>
        <a:buFont typeface="Arial" panose="020B0604020202020204" pitchFamily="34" charset="0"/>
        <a:buChar char="•"/>
        <a:defRPr sz="1350" kern="1200">
          <a:solidFill>
            <a:schemeClr val="tx1"/>
          </a:solidFill>
          <a:latin typeface="+mn-lt"/>
          <a:ea typeface="+mn-ea"/>
          <a:cs typeface="+mn-cs"/>
        </a:defRPr>
      </a:lvl8pPr>
      <a:lvl9pPr marL="2914101" indent="-171446" algn="l" defTabSz="685307" rtl="0" eaLnBrk="1" latinLnBrk="0" hangingPunct="1">
        <a:lnSpc>
          <a:spcPct val="90000"/>
        </a:lnSpc>
        <a:spcBef>
          <a:spcPct val="201000"/>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307" rtl="0" eaLnBrk="1" latinLnBrk="0" hangingPunct="1">
        <a:defRPr sz="1350" kern="1200">
          <a:solidFill>
            <a:schemeClr val="tx1"/>
          </a:solidFill>
          <a:latin typeface="+mn-lt"/>
          <a:ea typeface="+mn-ea"/>
          <a:cs typeface="+mn-cs"/>
        </a:defRPr>
      </a:lvl1pPr>
      <a:lvl2pPr marL="342892" algn="l" defTabSz="685307" rtl="0" eaLnBrk="1" latinLnBrk="0" hangingPunct="1">
        <a:defRPr sz="1350" kern="1200">
          <a:solidFill>
            <a:schemeClr val="tx1"/>
          </a:solidFill>
          <a:latin typeface="+mn-lt"/>
          <a:ea typeface="+mn-ea"/>
          <a:cs typeface="+mn-cs"/>
        </a:defRPr>
      </a:lvl2pPr>
      <a:lvl3pPr marL="685783" algn="l" defTabSz="685307" rtl="0" eaLnBrk="1" latinLnBrk="0" hangingPunct="1">
        <a:defRPr sz="1350" kern="1200">
          <a:solidFill>
            <a:schemeClr val="tx1"/>
          </a:solidFill>
          <a:latin typeface="+mn-lt"/>
          <a:ea typeface="+mn-ea"/>
          <a:cs typeface="+mn-cs"/>
        </a:defRPr>
      </a:lvl3pPr>
      <a:lvl4pPr marL="1028675" algn="l" defTabSz="685307" rtl="0" eaLnBrk="1" latinLnBrk="0" hangingPunct="1">
        <a:defRPr sz="1350" kern="1200">
          <a:solidFill>
            <a:schemeClr val="tx1"/>
          </a:solidFill>
          <a:latin typeface="+mn-lt"/>
          <a:ea typeface="+mn-ea"/>
          <a:cs typeface="+mn-cs"/>
        </a:defRPr>
      </a:lvl4pPr>
      <a:lvl5pPr marL="1371566" algn="l" defTabSz="685307" rtl="0" eaLnBrk="1" latinLnBrk="0" hangingPunct="1">
        <a:defRPr sz="1350" kern="1200">
          <a:solidFill>
            <a:schemeClr val="tx1"/>
          </a:solidFill>
          <a:latin typeface="+mn-lt"/>
          <a:ea typeface="+mn-ea"/>
          <a:cs typeface="+mn-cs"/>
        </a:defRPr>
      </a:lvl5pPr>
      <a:lvl6pPr marL="1713981" algn="l" defTabSz="685307" rtl="0" eaLnBrk="1" latinLnBrk="0" hangingPunct="1">
        <a:defRPr sz="1350" kern="1200">
          <a:solidFill>
            <a:schemeClr val="tx1"/>
          </a:solidFill>
          <a:latin typeface="+mn-lt"/>
          <a:ea typeface="+mn-ea"/>
          <a:cs typeface="+mn-cs"/>
        </a:defRPr>
      </a:lvl6pPr>
      <a:lvl7pPr marL="2056873" algn="l" defTabSz="685307" rtl="0" eaLnBrk="1" latinLnBrk="0" hangingPunct="1">
        <a:defRPr sz="1350" kern="1200">
          <a:solidFill>
            <a:schemeClr val="tx1"/>
          </a:solidFill>
          <a:latin typeface="+mn-lt"/>
          <a:ea typeface="+mn-ea"/>
          <a:cs typeface="+mn-cs"/>
        </a:defRPr>
      </a:lvl7pPr>
      <a:lvl8pPr marL="2399764" algn="l" defTabSz="685307" rtl="0" eaLnBrk="1" latinLnBrk="0" hangingPunct="1">
        <a:defRPr sz="1350" kern="1200">
          <a:solidFill>
            <a:schemeClr val="tx1"/>
          </a:solidFill>
          <a:latin typeface="+mn-lt"/>
          <a:ea typeface="+mn-ea"/>
          <a:cs typeface="+mn-cs"/>
        </a:defRPr>
      </a:lvl8pPr>
      <a:lvl9pPr marL="2742656" algn="l" defTabSz="685307"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7827859-D435-4724-8223-727E6B974E24}" type="datetimeFigureOut">
              <a:rPr lang="zh-CN" altLang="en-US" smtClean="0"/>
              <a:t>2020/12/14</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1089882321"/>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249162"/>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Lst>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27859-D435-4724-8223-727E6B974E24}" type="datetimeFigureOut">
              <a:rPr lang="zh-CN" altLang="en-US" smtClean="0"/>
              <a:t>2020/12/14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0325CB-8809-4562-9528-0DB355CAE7DF}" type="slidenum">
              <a:rPr lang="zh-CN" altLang="en-US" smtClean="0"/>
              <a:t>‹#›</a:t>
            </a:fld>
            <a:endParaRPr lang="zh-CN" altLang="en-US"/>
          </a:p>
        </p:txBody>
      </p:sp>
    </p:spTree>
    <p:extLst>
      <p:ext uri="{BB962C8B-B14F-4D97-AF65-F5344CB8AC3E}">
        <p14:creationId xmlns:p14="http://schemas.microsoft.com/office/powerpoint/2010/main" val="1151608807"/>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8.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png"/><Relationship Id="rId7" Type="http://schemas.openxmlformats.org/officeDocument/2006/relationships/diagramColors" Target="../diagrams/colors1.xml"/><Relationship Id="rId2" Type="http://schemas.openxmlformats.org/officeDocument/2006/relationships/slideLayout" Target="../slideLayouts/slideLayout49.xml"/><Relationship Id="rId1" Type="http://schemas.openxmlformats.org/officeDocument/2006/relationships/tags" Target="../tags/tag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8.xml"/><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21.xml"/><Relationship Id="rId4" Type="http://schemas.openxmlformats.org/officeDocument/2006/relationships/image" Target="../media/image18.jpe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3.jpeg"/><Relationship Id="rId3" Type="http://schemas.openxmlformats.org/officeDocument/2006/relationships/tags" Target="../tags/tag25.xml"/><Relationship Id="rId7" Type="http://schemas.openxmlformats.org/officeDocument/2006/relationships/slideLayout" Target="../slideLayouts/slideLayout49.xml"/><Relationship Id="rId12" Type="http://schemas.openxmlformats.org/officeDocument/2006/relationships/image" Target="../media/image22.jpe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21.jpeg"/><Relationship Id="rId5" Type="http://schemas.openxmlformats.org/officeDocument/2006/relationships/tags" Target="../tags/tag27.xml"/><Relationship Id="rId10" Type="http://schemas.openxmlformats.org/officeDocument/2006/relationships/image" Target="../media/image20.jpeg"/><Relationship Id="rId4" Type="http://schemas.openxmlformats.org/officeDocument/2006/relationships/tags" Target="../tags/tag26.xml"/><Relationship Id="rId9"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29.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9.xml"/><Relationship Id="rId1" Type="http://schemas.openxmlformats.org/officeDocument/2006/relationships/tags" Target="../tags/tag30.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8.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rotWithShape="1">
          <a:blip r:embed="rId3" cstate="print"/>
          <a:srcRect b="39980"/>
          <a:stretch/>
        </p:blipFill>
        <p:spPr>
          <a:xfrm>
            <a:off x="-11191" y="3511840"/>
            <a:ext cx="9177392" cy="3346950"/>
          </a:xfrm>
          <a:prstGeom prst="rect">
            <a:avLst/>
          </a:prstGeom>
        </p:spPr>
      </p:pic>
      <p:sp>
        <p:nvSpPr>
          <p:cNvPr id="10" name="文本框 20"/>
          <p:cNvSpPr txBox="1">
            <a:spLocks noChangeArrowheads="1"/>
          </p:cNvSpPr>
          <p:nvPr/>
        </p:nvSpPr>
        <p:spPr bwMode="auto">
          <a:xfrm>
            <a:off x="1107017" y="1210906"/>
            <a:ext cx="7424057" cy="1638910"/>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defTabSz="685800"/>
            <a:r>
              <a:rPr lang="en-US" altLang="zh-CN" sz="6000" dirty="0">
                <a:solidFill>
                  <a:prstClr val="white"/>
                </a:solidFill>
                <a:latin typeface="Impact" panose="020B0806030902050204" pitchFamily="34" charset="0"/>
                <a:ea typeface="Microsoft Himalaya" panose="01010100010101010101" pitchFamily="2" charset="0"/>
                <a:cs typeface="Microsoft Himalaya" panose="01010100010101010101" pitchFamily="2" charset="0"/>
              </a:rPr>
              <a:t>2019</a:t>
            </a:r>
          </a:p>
          <a:p>
            <a:pPr algn="ctr" defTabSz="685800"/>
            <a:r>
              <a:rPr lang="zh-CN" altLang="en-US" sz="4050" b="1" dirty="0">
                <a:solidFill>
                  <a:prstClr val="white"/>
                </a:solidFill>
                <a:ea typeface="微软雅黑" panose="020B0503020204020204" pitchFamily="34" charset="-122"/>
              </a:rPr>
              <a:t>工作总结计划</a:t>
            </a:r>
            <a:r>
              <a:rPr lang="en-US" altLang="zh-CN" sz="4050" b="1" dirty="0">
                <a:solidFill>
                  <a:prstClr val="white"/>
                </a:solidFill>
                <a:ea typeface="微软雅黑" panose="020B0503020204020204" pitchFamily="34" charset="-122"/>
              </a:rPr>
              <a:t>PPT</a:t>
            </a:r>
            <a:r>
              <a:rPr lang="zh-CN" altLang="en-US" sz="4050" b="1" dirty="0">
                <a:solidFill>
                  <a:prstClr val="white"/>
                </a:solidFill>
                <a:ea typeface="微软雅黑" panose="020B0503020204020204" pitchFamily="34" charset="-122"/>
              </a:rPr>
              <a:t>模板</a:t>
            </a:r>
          </a:p>
        </p:txBody>
      </p:sp>
      <p:sp>
        <p:nvSpPr>
          <p:cNvPr id="27" name="矩形 26"/>
          <p:cNvSpPr/>
          <p:nvPr/>
        </p:nvSpPr>
        <p:spPr>
          <a:xfrm flipH="1">
            <a:off x="-11192" y="0"/>
            <a:ext cx="9205278" cy="6858000"/>
          </a:xfrm>
          <a:prstGeom prst="rect">
            <a:avLst/>
          </a:prstGeom>
          <a:gradFill>
            <a:gsLst>
              <a:gs pos="0">
                <a:srgbClr val="C00000"/>
              </a:gs>
              <a:gs pos="58000">
                <a:srgbClr val="BE1818"/>
              </a:gs>
              <a:gs pos="100000">
                <a:srgbClr val="FFFFFF">
                  <a:alpha val="48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zh-CN" altLang="en-US" sz="1013" dirty="0">
              <a:solidFill>
                <a:prstClr val="white"/>
              </a:solidFill>
              <a:latin typeface="等线" panose="02010600030101010101" charset="-122"/>
              <a:ea typeface="等线" panose="02010600030101010101" charset="-122"/>
            </a:endParaRPr>
          </a:p>
        </p:txBody>
      </p:sp>
      <p:sp>
        <p:nvSpPr>
          <p:cNvPr id="12" name="矩形 11"/>
          <p:cNvSpPr/>
          <p:nvPr/>
        </p:nvSpPr>
        <p:spPr>
          <a:xfrm>
            <a:off x="118818" y="2768487"/>
            <a:ext cx="8906361" cy="625364"/>
          </a:xfrm>
          <a:prstGeom prst="rect">
            <a:avLst/>
          </a:prstGeom>
          <a:noFill/>
          <a:effectLst>
            <a:outerShdw blurRad="63500" sx="102000" sy="102000" algn="ctr" rotWithShape="0">
              <a:prstClr val="black">
                <a:alpha val="40000"/>
              </a:prstClr>
            </a:outerShdw>
          </a:effectLst>
        </p:spPr>
        <p:txBody>
          <a:bodyPr wrap="square">
            <a:spAutoFit/>
          </a:bodyPr>
          <a:lstStyle/>
          <a:p>
            <a:pPr algn="ctr" defTabSz="685800">
              <a:lnSpc>
                <a:spcPts val="4350"/>
              </a:lnSpc>
              <a:spcBef>
                <a:spcPts val="900"/>
              </a:spcBef>
            </a:pPr>
            <a:r>
              <a:rPr lang="zh-CN" altLang="en-US" sz="3600" b="1" spc="150" dirty="0">
                <a:solidFill>
                  <a:prstClr val="white"/>
                </a:solidFill>
                <a:latin typeface="微软雅黑" panose="020B0503020204020204" pitchFamily="34" charset="-122"/>
                <a:ea typeface="微软雅黑" panose="020B0503020204020204" pitchFamily="34" charset="-122"/>
              </a:rPr>
              <a:t>习近平新时代中国特色社会主义思想概论</a:t>
            </a:r>
          </a:p>
        </p:txBody>
      </p:sp>
      <p:pic>
        <p:nvPicPr>
          <p:cNvPr id="11" name="图片 10"/>
          <p:cNvPicPr>
            <a:picLocks noChangeAspect="1"/>
          </p:cNvPicPr>
          <p:nvPr/>
        </p:nvPicPr>
        <p:blipFill>
          <a:blip r:embed="rId4" cstate="print"/>
          <a:stretch>
            <a:fillRect/>
          </a:stretch>
        </p:blipFill>
        <p:spPr>
          <a:xfrm>
            <a:off x="3213714" y="1213499"/>
            <a:ext cx="2716567" cy="818995"/>
          </a:xfrm>
          <a:prstGeom prst="rect">
            <a:avLst/>
          </a:prstGeom>
        </p:spPr>
      </p:pic>
      <p:cxnSp>
        <p:nvCxnSpPr>
          <p:cNvPr id="19" name="直接连接符 18"/>
          <p:cNvCxnSpPr/>
          <p:nvPr/>
        </p:nvCxnSpPr>
        <p:spPr>
          <a:xfrm>
            <a:off x="19448" y="3965499"/>
            <a:ext cx="914400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9448" y="2230137"/>
            <a:ext cx="914400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B7CA75F-E470-4D4F-8811-B047850DCCA4}"/>
              </a:ext>
            </a:extLst>
          </p:cNvPr>
          <p:cNvPicPr>
            <a:picLocks noChangeAspect="1"/>
          </p:cNvPicPr>
          <p:nvPr/>
        </p:nvPicPr>
        <p:blipFill rotWithShape="1">
          <a:blip r:embed="rId2" cstate="hqprint"/>
          <a:srcRect l="29063" r="32938"/>
          <a:stretch>
            <a:fillRect/>
          </a:stretch>
        </p:blipFill>
        <p:spPr>
          <a:xfrm>
            <a:off x="-13708" y="0"/>
            <a:ext cx="3272328" cy="6857999"/>
          </a:xfrm>
          <a:prstGeom prst="rect">
            <a:avLst/>
          </a:prstGeom>
        </p:spPr>
      </p:pic>
      <p:sp>
        <p:nvSpPr>
          <p:cNvPr id="7" name="矩形 6">
            <a:extLst>
              <a:ext uri="{FF2B5EF4-FFF2-40B4-BE49-F238E27FC236}">
                <a16:creationId xmlns:a16="http://schemas.microsoft.com/office/drawing/2014/main" id="{5DF811CC-D5C7-47A2-8553-EB8CB1A44DCD}"/>
              </a:ext>
            </a:extLst>
          </p:cNvPr>
          <p:cNvSpPr/>
          <p:nvPr/>
        </p:nvSpPr>
        <p:spPr>
          <a:xfrm>
            <a:off x="-22391" y="0"/>
            <a:ext cx="3272328" cy="6858000"/>
          </a:xfrm>
          <a:prstGeom prst="rect">
            <a:avLst/>
          </a:prstGeom>
          <a:solidFill>
            <a:srgbClr val="CC0000">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panose="02010600030101010101" pitchFamily="2" charset="-122"/>
            </a:endParaRPr>
          </a:p>
        </p:txBody>
      </p:sp>
      <p:sp>
        <p:nvSpPr>
          <p:cNvPr id="5" name="矩形 4">
            <a:extLst>
              <a:ext uri="{FF2B5EF4-FFF2-40B4-BE49-F238E27FC236}">
                <a16:creationId xmlns:a16="http://schemas.microsoft.com/office/drawing/2014/main" id="{5271B9C3-7371-4812-B3C8-B18A0778C0A5}"/>
              </a:ext>
            </a:extLst>
          </p:cNvPr>
          <p:cNvSpPr/>
          <p:nvPr/>
        </p:nvSpPr>
        <p:spPr>
          <a:xfrm flipH="1">
            <a:off x="-22389" y="0"/>
            <a:ext cx="3289691" cy="6857999"/>
          </a:xfrm>
          <a:prstGeom prst="rect">
            <a:avLst/>
          </a:prstGeom>
          <a:gradFill flip="none" rotWithShape="1">
            <a:gsLst>
              <a:gs pos="0">
                <a:srgbClr val="C00000"/>
              </a:gs>
              <a:gs pos="22000">
                <a:srgbClr val="BE1818"/>
              </a:gs>
              <a:gs pos="100000">
                <a:srgbClr val="FFFFFF">
                  <a:alpha val="48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defRPr/>
            </a:pPr>
            <a:endParaRPr lang="zh-CN" altLang="en-US" sz="1013" dirty="0">
              <a:solidFill>
                <a:prstClr val="white"/>
              </a:solidFill>
              <a:latin typeface="等线" panose="02010600030101010101" charset="-122"/>
              <a:ea typeface="等线" panose="02010600030101010101" charset="-122"/>
            </a:endParaRPr>
          </a:p>
        </p:txBody>
      </p:sp>
      <p:grpSp>
        <p:nvGrpSpPr>
          <p:cNvPr id="8" name="组合 7">
            <a:extLst>
              <a:ext uri="{FF2B5EF4-FFF2-40B4-BE49-F238E27FC236}">
                <a16:creationId xmlns:a16="http://schemas.microsoft.com/office/drawing/2014/main" id="{C9A370FE-22E3-4CA2-8EF8-E6A3B64C3422}"/>
              </a:ext>
            </a:extLst>
          </p:cNvPr>
          <p:cNvGrpSpPr/>
          <p:nvPr/>
        </p:nvGrpSpPr>
        <p:grpSpPr>
          <a:xfrm>
            <a:off x="3714975" y="2593753"/>
            <a:ext cx="501614" cy="1898348"/>
            <a:chOff x="939705" y="612735"/>
            <a:chExt cx="891755" cy="3374839"/>
          </a:xfrm>
        </p:grpSpPr>
        <p:sp>
          <p:nvSpPr>
            <p:cNvPr id="9" name="任意多边形 24610">
              <a:extLst>
                <a:ext uri="{FF2B5EF4-FFF2-40B4-BE49-F238E27FC236}">
                  <a16:creationId xmlns:a16="http://schemas.microsoft.com/office/drawing/2014/main" id="{A06B0E56-5426-42BB-A778-2D16246AC680}"/>
                </a:ext>
              </a:extLst>
            </p:cNvPr>
            <p:cNvSpPr>
              <a:spLocks noChangeArrowheads="1"/>
            </p:cNvSpPr>
            <p:nvPr/>
          </p:nvSpPr>
          <p:spPr bwMode="auto">
            <a:xfrm>
              <a:off x="939705" y="612735"/>
              <a:ext cx="409575" cy="2019495"/>
            </a:xfrm>
            <a:custGeom>
              <a:avLst/>
              <a:gdLst>
                <a:gd name="T0" fmla="*/ 10800 w 21600"/>
                <a:gd name="T1" fmla="*/ 10800 h 21600"/>
                <a:gd name="T2" fmla="*/ 10800 w 21600"/>
                <a:gd name="T3" fmla="*/ 10800 h 21600"/>
                <a:gd name="T4" fmla="*/ 10800 w 21600"/>
                <a:gd name="T5" fmla="*/ 10800 h 21600"/>
                <a:gd name="T6" fmla="*/ 10800 w 21600"/>
                <a:gd name="T7" fmla="*/ 1080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defTabSz="514337">
                <a:defRPr/>
              </a:pPr>
              <a:r>
                <a:rPr lang="zh-CN" altLang="en-US" sz="3200" dirty="0">
                  <a:solidFill>
                    <a:srgbClr val="C00000"/>
                  </a:solidFill>
                  <a:latin typeface="华文行楷" panose="02010800040101010101" pitchFamily="2" charset="-122"/>
                  <a:ea typeface="华文行楷" panose="02010800040101010101" pitchFamily="2" charset="-122"/>
                  <a:sym typeface="Songti SC Regular" charset="0"/>
                </a:rPr>
                <a:t>本讲内容</a:t>
              </a:r>
            </a:p>
          </p:txBody>
        </p:sp>
        <p:cxnSp>
          <p:nvCxnSpPr>
            <p:cNvPr id="10" name="直接箭头连接符 9">
              <a:extLst>
                <a:ext uri="{FF2B5EF4-FFF2-40B4-BE49-F238E27FC236}">
                  <a16:creationId xmlns:a16="http://schemas.microsoft.com/office/drawing/2014/main" id="{B37A807D-C994-4176-B629-5A0BD58B5893}"/>
                </a:ext>
              </a:extLst>
            </p:cNvPr>
            <p:cNvCxnSpPr>
              <a:cxnSpLocks/>
            </p:cNvCxnSpPr>
            <p:nvPr/>
          </p:nvCxnSpPr>
          <p:spPr>
            <a:xfrm flipH="1">
              <a:off x="1831458" y="612735"/>
              <a:ext cx="2" cy="3374839"/>
            </a:xfrm>
            <a:prstGeom prst="straightConnector1">
              <a:avLst/>
            </a:prstGeom>
            <a:ln>
              <a:solidFill>
                <a:srgbClr val="C00000">
                  <a:alpha val="50000"/>
                </a:srgbClr>
              </a:solidFill>
              <a:headEnd type="diamond"/>
              <a:tailEnd type="diamond"/>
            </a:ln>
          </p:spPr>
          <p:style>
            <a:lnRef idx="1">
              <a:schemeClr val="accent1"/>
            </a:lnRef>
            <a:fillRef idx="0">
              <a:schemeClr val="accent1"/>
            </a:fillRef>
            <a:effectRef idx="0">
              <a:schemeClr val="accent1"/>
            </a:effectRef>
            <a:fontRef idx="minor">
              <a:schemeClr val="tx1"/>
            </a:fontRef>
          </p:style>
        </p:cxnSp>
      </p:grpSp>
      <p:sp>
        <p:nvSpPr>
          <p:cNvPr id="11" name="TextBox 100">
            <a:extLst>
              <a:ext uri="{FF2B5EF4-FFF2-40B4-BE49-F238E27FC236}">
                <a16:creationId xmlns:a16="http://schemas.microsoft.com/office/drawing/2014/main" id="{DD9F7958-435C-43FA-B25F-DB7E6E2D5D6F}"/>
              </a:ext>
            </a:extLst>
          </p:cNvPr>
          <p:cNvSpPr txBox="1">
            <a:spLocks noChangeArrowheads="1"/>
          </p:cNvSpPr>
          <p:nvPr/>
        </p:nvSpPr>
        <p:spPr bwMode="auto">
          <a:xfrm>
            <a:off x="4313930" y="2701220"/>
            <a:ext cx="4945793" cy="482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33" tIns="25717" rIns="51433" bIns="25717" anchor="ctr">
            <a:spAutoFit/>
          </a:bodyPr>
          <a:lstStyle>
            <a:lvl1pPr defTabSz="1828800">
              <a:defRPr sz="3600">
                <a:solidFill>
                  <a:srgbClr val="000000"/>
                </a:solidFill>
                <a:latin typeface="Helvetica" panose="020B0604020202020204" pitchFamily="34" charset="0"/>
                <a:sym typeface="Helvetica" panose="020B0604020202020204" pitchFamily="34" charset="0"/>
              </a:defRPr>
            </a:lvl1pPr>
            <a:lvl2pPr defTabSz="1828800">
              <a:defRPr sz="3600">
                <a:solidFill>
                  <a:srgbClr val="000000"/>
                </a:solidFill>
                <a:latin typeface="Helvetica" panose="020B0604020202020204" pitchFamily="34" charset="0"/>
                <a:sym typeface="Helvetica" panose="020B0604020202020204" pitchFamily="34" charset="0"/>
              </a:defRPr>
            </a:lvl2pPr>
            <a:lvl3pPr defTabSz="1828800">
              <a:defRPr sz="3600">
                <a:solidFill>
                  <a:srgbClr val="000000"/>
                </a:solidFill>
                <a:latin typeface="Helvetica" panose="020B0604020202020204" pitchFamily="34" charset="0"/>
                <a:sym typeface="Helvetica" panose="020B0604020202020204" pitchFamily="34" charset="0"/>
              </a:defRPr>
            </a:lvl3pPr>
            <a:lvl4pPr defTabSz="1828800">
              <a:defRPr sz="3600">
                <a:solidFill>
                  <a:srgbClr val="000000"/>
                </a:solidFill>
                <a:latin typeface="Helvetica" panose="020B0604020202020204" pitchFamily="34" charset="0"/>
                <a:sym typeface="Helvetica" panose="020B0604020202020204" pitchFamily="34" charset="0"/>
              </a:defRPr>
            </a:lvl4pPr>
            <a:lvl5pPr defTabSz="1828800">
              <a:defRPr sz="3600">
                <a:solidFill>
                  <a:srgbClr val="000000"/>
                </a:solidFill>
                <a:latin typeface="Helvetica" panose="020B0604020202020204" pitchFamily="34" charset="0"/>
                <a:sym typeface="Helvetica" panose="020B0604020202020204" pitchFamily="34" charset="0"/>
              </a:defRPr>
            </a:lvl5pPr>
            <a:lvl6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6pPr>
            <a:lvl7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7pPr>
            <a:lvl8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8pPr>
            <a:lvl9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9pPr>
          </a:lstStyle>
          <a:p>
            <a:pPr defTabSz="1371600" eaLnBrk="0" fontAlgn="base" hangingPunct="0">
              <a:spcBef>
                <a:spcPct val="0"/>
              </a:spcBef>
              <a:spcAft>
                <a:spcPct val="0"/>
              </a:spcAft>
              <a:defRPr/>
            </a:pPr>
            <a:r>
              <a:rPr lang="zh-CN" altLang="en-US" sz="2800" b="1" dirty="0">
                <a:solidFill>
                  <a:prstClr val="black"/>
                </a:solidFill>
                <a:latin typeface="微软雅黑" panose="020B0503020204020204" pitchFamily="34" charset="-122"/>
                <a:ea typeface="微软雅黑" panose="020B0503020204020204" pitchFamily="34" charset="-122"/>
              </a:rPr>
              <a:t>一、复习串讲</a:t>
            </a:r>
          </a:p>
        </p:txBody>
      </p:sp>
      <p:sp>
        <p:nvSpPr>
          <p:cNvPr id="12" name="TextBox 100">
            <a:extLst>
              <a:ext uri="{FF2B5EF4-FFF2-40B4-BE49-F238E27FC236}">
                <a16:creationId xmlns:a16="http://schemas.microsoft.com/office/drawing/2014/main" id="{99C81BB9-3C1B-4662-9518-D1FA51E2CFA5}"/>
              </a:ext>
            </a:extLst>
          </p:cNvPr>
          <p:cNvSpPr txBox="1">
            <a:spLocks noChangeArrowheads="1"/>
          </p:cNvSpPr>
          <p:nvPr/>
        </p:nvSpPr>
        <p:spPr bwMode="auto">
          <a:xfrm>
            <a:off x="4313930" y="3673958"/>
            <a:ext cx="4945793" cy="525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1433" tIns="25717" rIns="51433" bIns="25717" anchor="ctr">
            <a:spAutoFit/>
          </a:bodyPr>
          <a:lstStyle>
            <a:lvl1pPr defTabSz="1828800">
              <a:defRPr sz="3600">
                <a:solidFill>
                  <a:srgbClr val="000000"/>
                </a:solidFill>
                <a:latin typeface="Helvetica" panose="020B0604020202020204" pitchFamily="34" charset="0"/>
                <a:sym typeface="Helvetica" panose="020B0604020202020204" pitchFamily="34" charset="0"/>
              </a:defRPr>
            </a:lvl1pPr>
            <a:lvl2pPr defTabSz="1828800">
              <a:defRPr sz="3600">
                <a:solidFill>
                  <a:srgbClr val="000000"/>
                </a:solidFill>
                <a:latin typeface="Helvetica" panose="020B0604020202020204" pitchFamily="34" charset="0"/>
                <a:sym typeface="Helvetica" panose="020B0604020202020204" pitchFamily="34" charset="0"/>
              </a:defRPr>
            </a:lvl2pPr>
            <a:lvl3pPr defTabSz="1828800">
              <a:defRPr sz="3600">
                <a:solidFill>
                  <a:srgbClr val="000000"/>
                </a:solidFill>
                <a:latin typeface="Helvetica" panose="020B0604020202020204" pitchFamily="34" charset="0"/>
                <a:sym typeface="Helvetica" panose="020B0604020202020204" pitchFamily="34" charset="0"/>
              </a:defRPr>
            </a:lvl3pPr>
            <a:lvl4pPr defTabSz="1828800">
              <a:defRPr sz="3600">
                <a:solidFill>
                  <a:srgbClr val="000000"/>
                </a:solidFill>
                <a:latin typeface="Helvetica" panose="020B0604020202020204" pitchFamily="34" charset="0"/>
                <a:sym typeface="Helvetica" panose="020B0604020202020204" pitchFamily="34" charset="0"/>
              </a:defRPr>
            </a:lvl4pPr>
            <a:lvl5pPr defTabSz="1828800">
              <a:defRPr sz="3600">
                <a:solidFill>
                  <a:srgbClr val="000000"/>
                </a:solidFill>
                <a:latin typeface="Helvetica" panose="020B0604020202020204" pitchFamily="34" charset="0"/>
                <a:sym typeface="Helvetica" panose="020B0604020202020204" pitchFamily="34" charset="0"/>
              </a:defRPr>
            </a:lvl5pPr>
            <a:lvl6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6pPr>
            <a:lvl7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7pPr>
            <a:lvl8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8pPr>
            <a:lvl9pPr defTabSz="1828800" fontAlgn="base">
              <a:spcBef>
                <a:spcPct val="0"/>
              </a:spcBef>
              <a:spcAft>
                <a:spcPct val="0"/>
              </a:spcAft>
              <a:buFont typeface="Arial" panose="020B0604020202020204" pitchFamily="34" charset="0"/>
              <a:defRPr sz="3600">
                <a:solidFill>
                  <a:srgbClr val="000000"/>
                </a:solidFill>
                <a:latin typeface="Helvetica" panose="020B0604020202020204" pitchFamily="34" charset="0"/>
                <a:sym typeface="Helvetica" panose="020B0604020202020204" pitchFamily="34" charset="0"/>
              </a:defRPr>
            </a:lvl9pPr>
          </a:lstStyle>
          <a:p>
            <a:pPr defTabSz="1371600" fontAlgn="base">
              <a:lnSpc>
                <a:spcPct val="120000"/>
              </a:lnSpc>
              <a:spcBef>
                <a:spcPct val="0"/>
              </a:spcBef>
              <a:spcAft>
                <a:spcPct val="0"/>
              </a:spcAft>
              <a:defRPr/>
            </a:pPr>
            <a:r>
              <a:rPr lang="zh-CN" altLang="en-US" sz="2800" b="1" dirty="0">
                <a:solidFill>
                  <a:prstClr val="black"/>
                </a:solidFill>
                <a:latin typeface="微软雅黑" panose="020B0503020204020204" pitchFamily="34" charset="-122"/>
                <a:ea typeface="微软雅黑" panose="020B0503020204020204" pitchFamily="34" charset="-122"/>
              </a:rPr>
              <a:t>二、期末考试说明</a:t>
            </a:r>
          </a:p>
        </p:txBody>
      </p:sp>
      <p:sp>
        <p:nvSpPr>
          <p:cNvPr id="14" name="矩形 13">
            <a:extLst>
              <a:ext uri="{FF2B5EF4-FFF2-40B4-BE49-F238E27FC236}">
                <a16:creationId xmlns:a16="http://schemas.microsoft.com/office/drawing/2014/main" id="{56B36F20-690A-4765-9ECC-F4689AA119FD}"/>
              </a:ext>
            </a:extLst>
          </p:cNvPr>
          <p:cNvSpPr/>
          <p:nvPr/>
        </p:nvSpPr>
        <p:spPr>
          <a:xfrm>
            <a:off x="635150" y="2921539"/>
            <a:ext cx="1647825" cy="715581"/>
          </a:xfrm>
          <a:prstGeom prst="rect">
            <a:avLst/>
          </a:prstGeom>
        </p:spPr>
        <p:txBody>
          <a:bodyPr wrap="square">
            <a:spAutoFit/>
          </a:bodyPr>
          <a:lstStyle/>
          <a:p>
            <a:pPr algn="dist" defTabSz="685800"/>
            <a:r>
              <a:rPr lang="zh-CN" altLang="en-US" sz="4050" spc="450" dirty="0">
                <a:solidFill>
                  <a:prstClr val="white"/>
                </a:solidFill>
                <a:latin typeface="微软雅黑" panose="020B0503020204020204" pitchFamily="34" charset="-122"/>
                <a:ea typeface="微软雅黑" panose="020B0503020204020204" pitchFamily="34" charset="-122"/>
              </a:rPr>
              <a:t>目录</a:t>
            </a:r>
          </a:p>
        </p:txBody>
      </p:sp>
      <p:sp>
        <p:nvSpPr>
          <p:cNvPr id="15" name="矩形 14">
            <a:extLst>
              <a:ext uri="{FF2B5EF4-FFF2-40B4-BE49-F238E27FC236}">
                <a16:creationId xmlns:a16="http://schemas.microsoft.com/office/drawing/2014/main" id="{0565F362-87A9-4FB7-8717-69A20F25A70B}"/>
              </a:ext>
            </a:extLst>
          </p:cNvPr>
          <p:cNvSpPr/>
          <p:nvPr/>
        </p:nvSpPr>
        <p:spPr>
          <a:xfrm>
            <a:off x="722854" y="3554154"/>
            <a:ext cx="1429877" cy="369332"/>
          </a:xfrm>
          <a:prstGeom prst="rect">
            <a:avLst/>
          </a:prstGeom>
        </p:spPr>
        <p:txBody>
          <a:bodyPr wrap="square">
            <a:spAutoFit/>
          </a:bodyPr>
          <a:lstStyle/>
          <a:p>
            <a:pPr algn="dist" defTabSz="685800"/>
            <a:r>
              <a:rPr lang="en-US" altLang="zh-CN" dirty="0">
                <a:solidFill>
                  <a:prstClr val="white"/>
                </a:solidFill>
                <a:latin typeface="等线"/>
                <a:ea typeface="等线" panose="02010600030101010101" pitchFamily="2" charset="-122"/>
              </a:rPr>
              <a:t>CONTENTS</a:t>
            </a:r>
          </a:p>
        </p:txBody>
      </p:sp>
      <p:cxnSp>
        <p:nvCxnSpPr>
          <p:cNvPr id="16" name="直接连接符 15">
            <a:extLst>
              <a:ext uri="{FF2B5EF4-FFF2-40B4-BE49-F238E27FC236}">
                <a16:creationId xmlns:a16="http://schemas.microsoft.com/office/drawing/2014/main" id="{A149763E-B322-4164-8893-D426693F3C32}"/>
              </a:ext>
            </a:extLst>
          </p:cNvPr>
          <p:cNvCxnSpPr/>
          <p:nvPr/>
        </p:nvCxnSpPr>
        <p:spPr>
          <a:xfrm>
            <a:off x="790156" y="3902999"/>
            <a:ext cx="129527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AFC90207-7125-441F-B3F1-9C99AEFD47BA}"/>
              </a:ext>
            </a:extLst>
          </p:cNvPr>
          <p:cNvPicPr>
            <a:picLocks noChangeAspect="1"/>
          </p:cNvPicPr>
          <p:nvPr/>
        </p:nvPicPr>
        <p:blipFill>
          <a:blip r:embed="rId3" cstate="print"/>
          <a:stretch>
            <a:fillRect/>
          </a:stretch>
        </p:blipFill>
        <p:spPr>
          <a:xfrm>
            <a:off x="798641" y="2459115"/>
            <a:ext cx="1286789" cy="422193"/>
          </a:xfrm>
          <a:prstGeom prst="rect">
            <a:avLst/>
          </a:prstGeom>
        </p:spPr>
      </p:pic>
      <p:cxnSp>
        <p:nvCxnSpPr>
          <p:cNvPr id="18" name="直接连接符 17">
            <a:extLst>
              <a:ext uri="{FF2B5EF4-FFF2-40B4-BE49-F238E27FC236}">
                <a16:creationId xmlns:a16="http://schemas.microsoft.com/office/drawing/2014/main" id="{31297CA1-CC64-4C15-89BF-EBBF374B089D}"/>
              </a:ext>
            </a:extLst>
          </p:cNvPr>
          <p:cNvCxnSpPr/>
          <p:nvPr/>
        </p:nvCxnSpPr>
        <p:spPr>
          <a:xfrm>
            <a:off x="790156" y="2952407"/>
            <a:ext cx="1295274" cy="0"/>
          </a:xfrm>
          <a:prstGeom prst="line">
            <a:avLst/>
          </a:prstGeom>
          <a:noFill/>
          <a:ln w="12700" cap="flat" cmpd="sng" algn="ctr">
            <a:solidFill>
              <a:sysClr val="window" lastClr="FFFFFF"/>
            </a:solidFill>
            <a:prstDash val="solid"/>
            <a:miter lim="800000"/>
          </a:ln>
          <a:effectLst/>
        </p:spPr>
      </p:cxnSp>
    </p:spTree>
    <p:extLst>
      <p:ext uri="{BB962C8B-B14F-4D97-AF65-F5344CB8AC3E}">
        <p14:creationId xmlns:p14="http://schemas.microsoft.com/office/powerpoint/2010/main" val="101768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150"/>
                            </p:stCondLst>
                            <p:childTnLst>
                              <p:par>
                                <p:cTn id="13" presetID="10" presetClass="entr" presetSubtype="0" fill="hold" grpId="0" nodeType="afterEffect">
                                  <p:stCondLst>
                                    <p:cond delay="0"/>
                                  </p:stCondLst>
                                  <p:iterate type="wd">
                                    <p:tmPct val="10000"/>
                                  </p:iterate>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pic>
        <p:nvPicPr>
          <p:cNvPr id="2" name="图片 1">
            <a:extLst>
              <a:ext uri="{FF2B5EF4-FFF2-40B4-BE49-F238E27FC236}">
                <a16:creationId xmlns:a16="http://schemas.microsoft.com/office/drawing/2014/main" id="{597124B1-A6CB-4BA0-8F12-CF5427CF29C8}"/>
              </a:ext>
            </a:extLst>
          </p:cNvPr>
          <p:cNvPicPr>
            <a:picLocks noChangeAspect="1"/>
          </p:cNvPicPr>
          <p:nvPr/>
        </p:nvPicPr>
        <p:blipFill>
          <a:blip r:embed="rId4"/>
          <a:stretch>
            <a:fillRect/>
          </a:stretch>
        </p:blipFill>
        <p:spPr>
          <a:xfrm>
            <a:off x="825624" y="1118586"/>
            <a:ext cx="8007658" cy="4998128"/>
          </a:xfrm>
          <a:prstGeom prst="rect">
            <a:avLst/>
          </a:prstGeom>
        </p:spPr>
      </p:pic>
    </p:spTree>
    <p:extLst>
      <p:ext uri="{BB962C8B-B14F-4D97-AF65-F5344CB8AC3E}">
        <p14:creationId xmlns:p14="http://schemas.microsoft.com/office/powerpoint/2010/main" val="2762943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11" name="矩形 10">
            <a:extLst>
              <a:ext uri="{FF2B5EF4-FFF2-40B4-BE49-F238E27FC236}">
                <a16:creationId xmlns:a16="http://schemas.microsoft.com/office/drawing/2014/main" id="{EDE05B6E-2162-4754-AB88-F43A3B231876}"/>
              </a:ext>
            </a:extLst>
          </p:cNvPr>
          <p:cNvSpPr/>
          <p:nvPr/>
        </p:nvSpPr>
        <p:spPr>
          <a:xfrm>
            <a:off x="4641392" y="2447068"/>
            <a:ext cx="2169160" cy="831850"/>
          </a:xfrm>
          <a:prstGeom prst="rect">
            <a:avLst/>
          </a:prstGeom>
          <a:solidFill>
            <a:srgbClr val="C00000">
              <a:lumMod val="60000"/>
              <a:lumOff val="40000"/>
            </a:srgbClr>
          </a:solidFill>
          <a:ln w="12700" cap="flat" cmpd="sng" algn="ctr">
            <a:noFill/>
            <a:prstDash val="solid"/>
            <a:miter lim="800000"/>
          </a:ln>
          <a:effectLst/>
        </p:spPr>
        <p:txBody>
          <a:bodyPr rtlCol="0" anchor="ctr"/>
          <a:lstStyle/>
          <a:p>
            <a:pPr algn="just" defTabSz="914400">
              <a:defRPr/>
            </a:pPr>
            <a:r>
              <a:rPr lang="en-US" altLang="zh-CN" sz="2400" b="1" kern="0" dirty="0">
                <a:solidFill>
                  <a:prstClr val="black"/>
                </a:solidFill>
                <a:latin typeface="微软雅黑" panose="020B0503020204020204" pitchFamily="34" charset="-122"/>
                <a:ea typeface="微软雅黑" panose="020B0503020204020204" pitchFamily="34" charset="-122"/>
              </a:rPr>
              <a:t>“</a:t>
            </a:r>
            <a:r>
              <a:rPr lang="zh-CN" altLang="en-US" sz="2400" b="1" kern="0" dirty="0">
                <a:solidFill>
                  <a:prstClr val="black"/>
                </a:solidFill>
                <a:latin typeface="微软雅黑" panose="020B0503020204020204" pitchFamily="34" charset="-122"/>
                <a:ea typeface="微软雅黑" panose="020B0503020204020204" pitchFamily="34" charset="-122"/>
              </a:rPr>
              <a:t>八个明确</a:t>
            </a:r>
            <a:r>
              <a:rPr lang="en-US" altLang="zh-CN" sz="2400" b="1" kern="0" dirty="0">
                <a:solidFill>
                  <a:prstClr val="black"/>
                </a:solidFill>
                <a:latin typeface="微软雅黑" panose="020B0503020204020204" pitchFamily="34" charset="-122"/>
                <a:ea typeface="微软雅黑" panose="020B0503020204020204" pitchFamily="34" charset="-122"/>
              </a:rPr>
              <a:t>”</a:t>
            </a:r>
          </a:p>
        </p:txBody>
      </p:sp>
      <p:sp>
        <p:nvSpPr>
          <p:cNvPr id="12" name="矩形 11">
            <a:extLst>
              <a:ext uri="{FF2B5EF4-FFF2-40B4-BE49-F238E27FC236}">
                <a16:creationId xmlns:a16="http://schemas.microsoft.com/office/drawing/2014/main" id="{062F3195-5592-4BCF-B72F-0B97B8073F4D}"/>
              </a:ext>
            </a:extLst>
          </p:cNvPr>
          <p:cNvSpPr/>
          <p:nvPr/>
        </p:nvSpPr>
        <p:spPr>
          <a:xfrm>
            <a:off x="4623612" y="4297019"/>
            <a:ext cx="2473868" cy="831850"/>
          </a:xfrm>
          <a:prstGeom prst="rect">
            <a:avLst/>
          </a:prstGeom>
          <a:solidFill>
            <a:srgbClr val="C00000">
              <a:lumMod val="60000"/>
              <a:lumOff val="40000"/>
            </a:srgbClr>
          </a:solidFill>
          <a:ln w="12700" cap="flat" cmpd="sng" algn="ctr">
            <a:noFill/>
            <a:prstDash val="solid"/>
            <a:miter lim="800000"/>
          </a:ln>
          <a:effectLst/>
        </p:spPr>
        <p:txBody>
          <a:bodyPr rtlCol="0" anchor="ctr"/>
          <a:lstStyle/>
          <a:p>
            <a:pPr defTabSz="914400">
              <a:defRPr/>
            </a:pPr>
            <a:r>
              <a:rPr lang="en-US" altLang="zh-CN" sz="2400" b="1" kern="0" dirty="0">
                <a:solidFill>
                  <a:prstClr val="black"/>
                </a:solidFill>
                <a:latin typeface="微软雅黑" panose="020B0503020204020204" pitchFamily="34" charset="-122"/>
                <a:ea typeface="微软雅黑" panose="020B0503020204020204" pitchFamily="34" charset="-122"/>
              </a:rPr>
              <a:t>“</a:t>
            </a:r>
            <a:r>
              <a:rPr lang="zh-CN" altLang="en-US" sz="2400" b="1" kern="0" dirty="0">
                <a:solidFill>
                  <a:prstClr val="black"/>
                </a:solidFill>
                <a:latin typeface="微软雅黑" panose="020B0503020204020204" pitchFamily="34" charset="-122"/>
                <a:ea typeface="微软雅黑" panose="020B0503020204020204" pitchFamily="34" charset="-122"/>
              </a:rPr>
              <a:t>十四个坚持</a:t>
            </a:r>
            <a:r>
              <a:rPr lang="en-US" altLang="zh-CN" sz="2400" b="1" kern="0" dirty="0">
                <a:solidFill>
                  <a:prstClr val="black"/>
                </a:solidFill>
                <a:latin typeface="微软雅黑" panose="020B0503020204020204" pitchFamily="34" charset="-122"/>
                <a:ea typeface="微软雅黑" panose="020B0503020204020204" pitchFamily="34" charset="-122"/>
              </a:rPr>
              <a:t>”</a:t>
            </a:r>
          </a:p>
        </p:txBody>
      </p:sp>
      <p:sp>
        <p:nvSpPr>
          <p:cNvPr id="14" name="椭圆 13">
            <a:extLst>
              <a:ext uri="{FF2B5EF4-FFF2-40B4-BE49-F238E27FC236}">
                <a16:creationId xmlns:a16="http://schemas.microsoft.com/office/drawing/2014/main" id="{B8FB1174-3FBA-43B7-A8E0-AB1434EF4822}"/>
              </a:ext>
            </a:extLst>
          </p:cNvPr>
          <p:cNvSpPr/>
          <p:nvPr/>
        </p:nvSpPr>
        <p:spPr>
          <a:xfrm>
            <a:off x="1198484" y="2876329"/>
            <a:ext cx="2040673" cy="1962785"/>
          </a:xfrm>
          <a:prstGeom prst="ellipse">
            <a:avLst/>
          </a:prstGeom>
          <a:solidFill>
            <a:srgbClr val="C00000"/>
          </a:solidFill>
          <a:ln w="12700" cap="flat" cmpd="sng" algn="ctr">
            <a:solidFill>
              <a:srgbClr val="C00000">
                <a:shade val="50000"/>
              </a:srgbClr>
            </a:solidFill>
            <a:prstDash val="solid"/>
            <a:miter lim="800000"/>
          </a:ln>
          <a:effectLst/>
        </p:spPr>
        <p:txBody>
          <a:bodyPr rtlCol="0" anchor="ctr"/>
          <a:lstStyle/>
          <a:p>
            <a:pPr algn="ctr" defTabSz="914400">
              <a:defRPr/>
            </a:pPr>
            <a:r>
              <a:rPr lang="zh-CN" altLang="en-US" sz="2400" kern="0" dirty="0">
                <a:solidFill>
                  <a:prstClr val="white"/>
                </a:solidFill>
                <a:latin typeface="微软雅黑"/>
                <a:ea typeface="微软雅黑"/>
              </a:rPr>
              <a:t>习近平新时代中国特色社会主义思想</a:t>
            </a:r>
          </a:p>
        </p:txBody>
      </p:sp>
      <p:sp>
        <p:nvSpPr>
          <p:cNvPr id="15" name="燕尾形箭头 8">
            <a:extLst>
              <a:ext uri="{FF2B5EF4-FFF2-40B4-BE49-F238E27FC236}">
                <a16:creationId xmlns:a16="http://schemas.microsoft.com/office/drawing/2014/main" id="{76ED3149-1D37-4E38-9CB8-46A17FE6FFCC}"/>
              </a:ext>
            </a:extLst>
          </p:cNvPr>
          <p:cNvSpPr/>
          <p:nvPr/>
        </p:nvSpPr>
        <p:spPr>
          <a:xfrm rot="19980000">
            <a:off x="3091519" y="2756891"/>
            <a:ext cx="1621155" cy="1067435"/>
          </a:xfrm>
          <a:prstGeom prst="notchedRightArrow">
            <a:avLst/>
          </a:prstGeom>
          <a:solidFill>
            <a:srgbClr val="C00000"/>
          </a:solidFill>
          <a:ln w="12700" cap="flat" cmpd="sng" algn="ctr">
            <a:solidFill>
              <a:srgbClr val="C00000">
                <a:shade val="50000"/>
              </a:srgbClr>
            </a:solidFill>
            <a:prstDash val="solid"/>
            <a:miter lim="800000"/>
          </a:ln>
          <a:effectLst/>
        </p:spPr>
        <p:txBody>
          <a:bodyPr rtlCol="0" anchor="ctr"/>
          <a:lstStyle/>
          <a:p>
            <a:pPr algn="ctr" defTabSz="914400">
              <a:defRPr/>
            </a:pPr>
            <a:r>
              <a:rPr lang="zh-CN" altLang="en-US" sz="2400" kern="0" dirty="0">
                <a:solidFill>
                  <a:prstClr val="white"/>
                </a:solidFill>
                <a:latin typeface="微软雅黑" panose="020B0503020204020204" pitchFamily="34" charset="-122"/>
                <a:ea typeface="微软雅黑" panose="020B0503020204020204" pitchFamily="34" charset="-122"/>
              </a:rPr>
              <a:t>理论</a:t>
            </a:r>
          </a:p>
        </p:txBody>
      </p:sp>
      <p:sp>
        <p:nvSpPr>
          <p:cNvPr id="17" name="燕尾形箭头 9">
            <a:extLst>
              <a:ext uri="{FF2B5EF4-FFF2-40B4-BE49-F238E27FC236}">
                <a16:creationId xmlns:a16="http://schemas.microsoft.com/office/drawing/2014/main" id="{86A73967-501E-4AE2-8C81-591F8EBB2ADE}"/>
              </a:ext>
            </a:extLst>
          </p:cNvPr>
          <p:cNvSpPr/>
          <p:nvPr/>
        </p:nvSpPr>
        <p:spPr>
          <a:xfrm rot="1080000">
            <a:off x="3132794" y="3880206"/>
            <a:ext cx="1492885" cy="1067435"/>
          </a:xfrm>
          <a:prstGeom prst="notchedRightArrow">
            <a:avLst/>
          </a:prstGeom>
          <a:solidFill>
            <a:srgbClr val="C00000"/>
          </a:solidFill>
          <a:ln w="12700" cap="flat" cmpd="sng" algn="ctr">
            <a:solidFill>
              <a:srgbClr val="C00000">
                <a:shade val="50000"/>
              </a:srgbClr>
            </a:solidFill>
            <a:prstDash val="solid"/>
            <a:miter lim="800000"/>
          </a:ln>
          <a:effectLst/>
        </p:spPr>
        <p:txBody>
          <a:bodyPr rtlCol="0" anchor="ctr"/>
          <a:lstStyle/>
          <a:p>
            <a:pPr algn="ctr" defTabSz="914400"/>
            <a:r>
              <a:rPr lang="zh-CN" altLang="en-US" sz="2400" kern="0" dirty="0">
                <a:solidFill>
                  <a:prstClr val="white"/>
                </a:solidFill>
                <a:latin typeface="微软雅黑" panose="020B0503020204020204" pitchFamily="34" charset="-122"/>
                <a:ea typeface="微软雅黑" panose="020B0503020204020204" pitchFamily="34" charset="-122"/>
              </a:rPr>
              <a:t>实践</a:t>
            </a:r>
          </a:p>
        </p:txBody>
      </p:sp>
      <p:sp>
        <p:nvSpPr>
          <p:cNvPr id="18" name="TextBox 5">
            <a:extLst>
              <a:ext uri="{FF2B5EF4-FFF2-40B4-BE49-F238E27FC236}">
                <a16:creationId xmlns:a16="http://schemas.microsoft.com/office/drawing/2014/main" id="{7CE4C089-F6F3-480B-A79D-5263B5865156}"/>
              </a:ext>
            </a:extLst>
          </p:cNvPr>
          <p:cNvSpPr txBox="1"/>
          <p:nvPr/>
        </p:nvSpPr>
        <p:spPr>
          <a:xfrm>
            <a:off x="-416701" y="1032146"/>
            <a:ext cx="10080626" cy="523220"/>
          </a:xfrm>
          <a:prstGeom prst="rect">
            <a:avLst/>
          </a:prstGeom>
          <a:noFill/>
          <a:ln>
            <a:noFill/>
          </a:ln>
        </p:spPr>
        <p:txBody>
          <a:bodyPr vert="horz" wrap="square" rtlCol="0">
            <a:spAutoFit/>
          </a:bodyPr>
          <a:lstStyle>
            <a:defPPr>
              <a:defRPr lang="zh-CN"/>
            </a:defPPr>
            <a:lvl1pPr algn="ctr" fontAlgn="base">
              <a:lnSpc>
                <a:spcPct val="150000"/>
              </a:lnSpc>
              <a:spcBef>
                <a:spcPct val="0"/>
              </a:spcBef>
              <a:spcAft>
                <a:spcPct val="0"/>
              </a:spcAft>
              <a:defRPr sz="2400" b="1" kern="0" spc="120">
                <a:solidFill>
                  <a:schemeClr val="tx1">
                    <a:lumMod val="85000"/>
                    <a:lumOff val="15000"/>
                  </a:schemeClr>
                </a:solidFill>
                <a:latin typeface="微软雅黑" panose="020B0503020204020204" pitchFamily="34" charset="-122"/>
                <a:ea typeface="微软雅黑" panose="020B0503020204020204" pitchFamily="34" charset="-122"/>
                <a:sym typeface="Helvetica" panose="020B0604020202020204" pitchFamily="34" charset="0"/>
              </a:defRPr>
            </a:lvl1pPr>
            <a:lvl2pPr marL="227013" indent="2301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455613" indent="4587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684213" indent="6873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912813" indent="9159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800" b="1" i="0" u="none" strike="noStrike" kern="0" cap="none" spc="12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Helvetica" panose="020B0604020202020204" pitchFamily="34" charset="0"/>
              </a:rPr>
              <a:t>习近平新时代中国特色社会主义思想</a:t>
            </a:r>
            <a:r>
              <a:rPr kumimoji="0" lang="zh-CN" altLang="en-US" sz="2800" b="1" i="0" u="none" strike="noStrike" kern="0" cap="none" spc="12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Helvetica" panose="020B0604020202020204" pitchFamily="34" charset="0"/>
              </a:rPr>
              <a:t>的核心内容</a:t>
            </a:r>
          </a:p>
        </p:txBody>
      </p:sp>
    </p:spTree>
    <p:extLst>
      <p:ext uri="{BB962C8B-B14F-4D97-AF65-F5344CB8AC3E}">
        <p14:creationId xmlns:p14="http://schemas.microsoft.com/office/powerpoint/2010/main" val="190865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ppt_x"/>
                                          </p:val>
                                        </p:tav>
                                        <p:tav tm="100000">
                                          <p:val>
                                            <p:strVal val="#ppt_x"/>
                                          </p:val>
                                        </p:tav>
                                      </p:tavLst>
                                    </p:anim>
                                    <p:anim calcmode="lin" valueType="num">
                                      <p:cBhvr additive="base">
                                        <p:cTn id="17" dur="500" fill="hold"/>
                                        <p:tgtEl>
                                          <p:spTgt spid="1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41" presetClass="entr" presetSubtype="0" fill="hold" grpId="0" nodeType="afterEffect">
                                  <p:stCondLst>
                                    <p:cond delay="0"/>
                                  </p:stCondLst>
                                  <p:iterate type="lt">
                                    <p:tmPct val="10000"/>
                                  </p:iterate>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1"/>
                                        </p:tgtEl>
                                        <p:attrNameLst>
                                          <p:attrName>ppt_y</p:attrName>
                                        </p:attrNameLst>
                                      </p:cBhvr>
                                      <p:tavLst>
                                        <p:tav tm="0">
                                          <p:val>
                                            <p:strVal val="#ppt_y"/>
                                          </p:val>
                                        </p:tav>
                                        <p:tav tm="100000">
                                          <p:val>
                                            <p:strVal val="#ppt_y"/>
                                          </p:val>
                                        </p:tav>
                                      </p:tavLst>
                                    </p:anim>
                                    <p:anim calcmode="lin" valueType="num">
                                      <p:cBhvr>
                                        <p:cTn id="23"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1"/>
                                        </p:tgtEl>
                                      </p:cBhvr>
                                    </p:animEffect>
                                  </p:childTnLst>
                                </p:cTn>
                              </p:par>
                            </p:childTnLst>
                          </p:cTn>
                        </p:par>
                        <p:par>
                          <p:cTn id="26" fill="hold">
                            <p:stCondLst>
                              <p:cond delay="1750"/>
                            </p:stCondLst>
                            <p:childTnLst>
                              <p:par>
                                <p:cTn id="27" presetID="41" presetClass="entr" presetSubtype="0" fill="hold" grpId="0" nodeType="afterEffect">
                                  <p:stCondLst>
                                    <p:cond delay="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2"/>
                                        </p:tgtEl>
                                        <p:attrNameLst>
                                          <p:attrName>ppt_y</p:attrName>
                                        </p:attrNameLst>
                                      </p:cBhvr>
                                      <p:tavLst>
                                        <p:tav tm="0">
                                          <p:val>
                                            <p:strVal val="#ppt_y"/>
                                          </p:val>
                                        </p:tav>
                                        <p:tav tm="100000">
                                          <p:val>
                                            <p:strVal val="#ppt_y"/>
                                          </p:val>
                                        </p:tav>
                                      </p:tavLst>
                                    </p:anim>
                                    <p:anim calcmode="lin" valueType="num">
                                      <p:cBhvr>
                                        <p:cTn id="3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5">
            <a:extLst>
              <a:ext uri="{FF2B5EF4-FFF2-40B4-BE49-F238E27FC236}">
                <a16:creationId xmlns:a16="http://schemas.microsoft.com/office/drawing/2014/main" id="{A3AC2993-EEF1-4E41-BAA7-524C3E52442D}"/>
              </a:ext>
            </a:extLst>
          </p:cNvPr>
          <p:cNvSpPr txBox="1"/>
          <p:nvPr/>
        </p:nvSpPr>
        <p:spPr>
          <a:xfrm>
            <a:off x="-295883" y="544869"/>
            <a:ext cx="10080626" cy="523220"/>
          </a:xfrm>
          <a:prstGeom prst="rect">
            <a:avLst/>
          </a:prstGeom>
          <a:noFill/>
          <a:ln>
            <a:noFill/>
          </a:ln>
        </p:spPr>
        <p:txBody>
          <a:bodyPr vert="horz" wrap="square" rtlCol="0">
            <a:spAutoFit/>
          </a:bodyPr>
          <a:lstStyle>
            <a:defPPr>
              <a:defRPr lang="zh-CN"/>
            </a:defPPr>
            <a:lvl1pPr algn="ctr" fontAlgn="base">
              <a:lnSpc>
                <a:spcPct val="150000"/>
              </a:lnSpc>
              <a:spcBef>
                <a:spcPct val="0"/>
              </a:spcBef>
              <a:spcAft>
                <a:spcPct val="0"/>
              </a:spcAft>
              <a:defRPr sz="2400" b="1" kern="0" spc="120">
                <a:solidFill>
                  <a:schemeClr val="tx1">
                    <a:lumMod val="85000"/>
                    <a:lumOff val="15000"/>
                  </a:schemeClr>
                </a:solidFill>
                <a:latin typeface="微软雅黑" panose="020B0503020204020204" pitchFamily="34" charset="-122"/>
                <a:ea typeface="微软雅黑" panose="020B0503020204020204" pitchFamily="34" charset="-122"/>
                <a:sym typeface="Helvetica" panose="020B0604020202020204" pitchFamily="34" charset="0"/>
              </a:defRPr>
            </a:lvl1pPr>
            <a:lvl2pPr marL="227013" indent="2301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455613" indent="4587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684213" indent="6873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912813" indent="9159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800" b="1" i="0" u="none" strike="noStrike" kern="0" cap="none" spc="12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Helvetica" panose="020B0604020202020204" pitchFamily="34" charset="0"/>
              </a:rPr>
              <a:t>习近平新时代中国特色社会主义思想的核心内容</a:t>
            </a:r>
          </a:p>
        </p:txBody>
      </p:sp>
      <p:sp>
        <p:nvSpPr>
          <p:cNvPr id="11" name="矩形 10">
            <a:extLst>
              <a:ext uri="{FF2B5EF4-FFF2-40B4-BE49-F238E27FC236}">
                <a16:creationId xmlns:a16="http://schemas.microsoft.com/office/drawing/2014/main" id="{C985B681-9C10-422F-80D9-95B47B44AD4C}"/>
              </a:ext>
            </a:extLst>
          </p:cNvPr>
          <p:cNvSpPr/>
          <p:nvPr/>
        </p:nvSpPr>
        <p:spPr>
          <a:xfrm>
            <a:off x="1148953" y="1038089"/>
            <a:ext cx="7894686" cy="5339923"/>
          </a:xfrm>
          <a:prstGeom prst="rect">
            <a:avLst/>
          </a:prstGeom>
        </p:spPr>
        <p:txBody>
          <a:bodyPr wrap="square">
            <a:spAutoFit/>
          </a:bodyPr>
          <a:lstStyle/>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明确坚持和发展中国特色社会主义，</a:t>
            </a:r>
            <a:r>
              <a:rPr lang="zh-CN" altLang="en-US" sz="1500" b="1" dirty="0">
                <a:solidFill>
                  <a:srgbClr val="FF0000"/>
                </a:solidFill>
                <a:latin typeface="微软雅黑" panose="020B0503020204020204" pitchFamily="34" charset="-122"/>
                <a:ea typeface="微软雅黑" panose="020B0503020204020204" pitchFamily="34" charset="-122"/>
              </a:rPr>
              <a:t>总任务</a:t>
            </a:r>
            <a:r>
              <a:rPr lang="zh-CN" altLang="en-US" sz="1500" dirty="0">
                <a:solidFill>
                  <a:srgbClr val="333333"/>
                </a:solidFill>
                <a:latin typeface="微软雅黑" panose="020B0503020204020204" pitchFamily="34" charset="-122"/>
                <a:ea typeface="微软雅黑" panose="020B0503020204020204" pitchFamily="34" charset="-122"/>
              </a:rPr>
              <a:t>是实现社会主义现代化和中华民族伟大复兴，在全面建成小康社会的基础上，分两步走在本世纪中叶建成富强民主文明和谐美丽的社会主义现代化强国</a:t>
            </a:r>
          </a:p>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明确新时代我国社会</a:t>
            </a:r>
            <a:r>
              <a:rPr lang="zh-CN" altLang="en-US" sz="1500" b="1" dirty="0">
                <a:solidFill>
                  <a:srgbClr val="FF0000"/>
                </a:solidFill>
                <a:latin typeface="微软雅黑" panose="020B0503020204020204" pitchFamily="34" charset="-122"/>
                <a:ea typeface="微软雅黑" panose="020B0503020204020204" pitchFamily="34" charset="-122"/>
              </a:rPr>
              <a:t>主要矛盾</a:t>
            </a:r>
            <a:r>
              <a:rPr lang="zh-CN" altLang="en-US" sz="1500" dirty="0">
                <a:solidFill>
                  <a:srgbClr val="333333"/>
                </a:solidFill>
                <a:latin typeface="微软雅黑" panose="020B0503020204020204" pitchFamily="34" charset="-122"/>
                <a:ea typeface="微软雅黑" panose="020B0503020204020204" pitchFamily="34" charset="-122"/>
              </a:rPr>
              <a:t>是人民日益增长的美好生活需要和不平衡不充分的发展之间的矛盾，必须坚持以人民为中心的发展思想，不断促进人的全面发展、全体人民共同富裕</a:t>
            </a:r>
          </a:p>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明确中国特色社会主义事业</a:t>
            </a:r>
            <a:r>
              <a:rPr lang="zh-CN" altLang="en-US" sz="1500" b="1" dirty="0">
                <a:solidFill>
                  <a:srgbClr val="FF0000"/>
                </a:solidFill>
                <a:latin typeface="微软雅黑" panose="020B0503020204020204" pitchFamily="34" charset="-122"/>
                <a:ea typeface="微软雅黑" panose="020B0503020204020204" pitchFamily="34" charset="-122"/>
              </a:rPr>
              <a:t>总体布局</a:t>
            </a:r>
            <a:r>
              <a:rPr lang="zh-CN" altLang="en-US" sz="1500" dirty="0">
                <a:solidFill>
                  <a:srgbClr val="333333"/>
                </a:solidFill>
                <a:latin typeface="微软雅黑" panose="020B0503020204020204" pitchFamily="34" charset="-122"/>
                <a:ea typeface="微软雅黑" panose="020B0503020204020204" pitchFamily="34" charset="-122"/>
              </a:rPr>
              <a:t>是“五位一体”、</a:t>
            </a:r>
            <a:r>
              <a:rPr lang="zh-CN" altLang="en-US" sz="1500" b="1" dirty="0">
                <a:solidFill>
                  <a:srgbClr val="FF0000"/>
                </a:solidFill>
                <a:latin typeface="微软雅黑" panose="020B0503020204020204" pitchFamily="34" charset="-122"/>
                <a:ea typeface="微软雅黑" panose="020B0503020204020204" pitchFamily="34" charset="-122"/>
              </a:rPr>
              <a:t>战略布局</a:t>
            </a:r>
            <a:r>
              <a:rPr lang="zh-CN" altLang="en-US" sz="1500" dirty="0">
                <a:solidFill>
                  <a:srgbClr val="333333"/>
                </a:solidFill>
                <a:latin typeface="微软雅黑" panose="020B0503020204020204" pitchFamily="34" charset="-122"/>
                <a:ea typeface="微软雅黑" panose="020B0503020204020204" pitchFamily="34" charset="-122"/>
              </a:rPr>
              <a:t>是“四个全面”，强调坚定道路自信、理论自信、制度自信、文化自信</a:t>
            </a:r>
          </a:p>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a:t>
            </a:r>
            <a:r>
              <a:rPr lang="zh-CN" altLang="en-US" sz="1500" b="1" dirty="0">
                <a:solidFill>
                  <a:srgbClr val="FF0000"/>
                </a:solidFill>
                <a:latin typeface="微软雅黑" panose="020B0503020204020204" pitchFamily="34" charset="-122"/>
                <a:ea typeface="微软雅黑" panose="020B0503020204020204" pitchFamily="34" charset="-122"/>
              </a:rPr>
              <a:t>全面深化改革总目标</a:t>
            </a:r>
            <a:r>
              <a:rPr lang="zh-CN" altLang="en-US" sz="1500" dirty="0">
                <a:solidFill>
                  <a:srgbClr val="333333"/>
                </a:solidFill>
                <a:latin typeface="微软雅黑" panose="020B0503020204020204" pitchFamily="34" charset="-122"/>
                <a:ea typeface="微软雅黑" panose="020B0503020204020204" pitchFamily="34" charset="-122"/>
              </a:rPr>
              <a:t>是完善和发展中国特色社会主义制度、推进国家治理体系和治理能力现代化</a:t>
            </a:r>
          </a:p>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a:t>
            </a:r>
            <a:r>
              <a:rPr lang="zh-CN" altLang="en-US" sz="1500" b="1" dirty="0">
                <a:solidFill>
                  <a:srgbClr val="FF0000"/>
                </a:solidFill>
                <a:latin typeface="微软雅黑" panose="020B0503020204020204" pitchFamily="34" charset="-122"/>
                <a:ea typeface="微软雅黑" panose="020B0503020204020204" pitchFamily="34" charset="-122"/>
              </a:rPr>
              <a:t>全面推进依法治国总目标</a:t>
            </a:r>
            <a:r>
              <a:rPr lang="zh-CN" altLang="en-US" sz="1500" dirty="0">
                <a:solidFill>
                  <a:srgbClr val="333333"/>
                </a:solidFill>
                <a:latin typeface="微软雅黑" panose="020B0503020204020204" pitchFamily="34" charset="-122"/>
                <a:ea typeface="微软雅黑" panose="020B0503020204020204" pitchFamily="34" charset="-122"/>
              </a:rPr>
              <a:t>是建设中国特色社会主义法治体系、建设社会主义法治国家</a:t>
            </a:r>
          </a:p>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明确党在</a:t>
            </a:r>
            <a:r>
              <a:rPr lang="zh-CN" altLang="en-US" sz="1500" b="1" dirty="0">
                <a:solidFill>
                  <a:srgbClr val="FF0000"/>
                </a:solidFill>
                <a:latin typeface="微软雅黑" panose="020B0503020204020204" pitchFamily="34" charset="-122"/>
                <a:ea typeface="微软雅黑" panose="020B0503020204020204" pitchFamily="34" charset="-122"/>
              </a:rPr>
              <a:t>新时代的强军目标</a:t>
            </a:r>
            <a:r>
              <a:rPr lang="zh-CN" altLang="en-US" sz="1500" dirty="0">
                <a:solidFill>
                  <a:srgbClr val="333333"/>
                </a:solidFill>
                <a:latin typeface="微软雅黑" panose="020B0503020204020204" pitchFamily="34" charset="-122"/>
                <a:ea typeface="微软雅黑" panose="020B0503020204020204" pitchFamily="34" charset="-122"/>
              </a:rPr>
              <a:t>是建设一支听党指挥、能打胜仗、作风优良的人民军队，把人民军队建设成为世界一流军队</a:t>
            </a:r>
          </a:p>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a:t>
            </a:r>
            <a:r>
              <a:rPr lang="zh-CN" altLang="en-US" sz="1500" b="1" dirty="0">
                <a:solidFill>
                  <a:srgbClr val="FF0000"/>
                </a:solidFill>
                <a:latin typeface="微软雅黑" panose="020B0503020204020204" pitchFamily="34" charset="-122"/>
                <a:ea typeface="微软雅黑" panose="020B0503020204020204" pitchFamily="34" charset="-122"/>
              </a:rPr>
              <a:t>中国特色大国外交</a:t>
            </a:r>
            <a:r>
              <a:rPr lang="zh-CN" altLang="en-US" sz="1500" dirty="0">
                <a:solidFill>
                  <a:srgbClr val="333333"/>
                </a:solidFill>
                <a:latin typeface="微软雅黑" panose="020B0503020204020204" pitchFamily="34" charset="-122"/>
                <a:ea typeface="微软雅黑" panose="020B0503020204020204" pitchFamily="34" charset="-122"/>
              </a:rPr>
              <a:t>要推动构建新型国际关系，推动构建人类命运共同体</a:t>
            </a:r>
          </a:p>
          <a:p>
            <a:pPr indent="-285750">
              <a:lnSpc>
                <a:spcPct val="120000"/>
              </a:lnSpc>
              <a:spcBef>
                <a:spcPts val="600"/>
              </a:spcBef>
              <a:buClr>
                <a:srgbClr val="C00000"/>
              </a:buClr>
              <a:buFont typeface="Wingdings" panose="05000000000000000000" pitchFamily="2" charset="2"/>
              <a:buChar char="u"/>
            </a:pPr>
            <a:r>
              <a:rPr lang="zh-CN" altLang="en-US" sz="1500" dirty="0">
                <a:solidFill>
                  <a:srgbClr val="333333"/>
                </a:solidFill>
                <a:latin typeface="微软雅黑" panose="020B0503020204020204" pitchFamily="34" charset="-122"/>
                <a:ea typeface="微软雅黑" panose="020B0503020204020204" pitchFamily="34" charset="-122"/>
              </a:rPr>
              <a:t>明确</a:t>
            </a:r>
            <a:r>
              <a:rPr lang="zh-CN" altLang="en-US" sz="1500" b="1" dirty="0">
                <a:solidFill>
                  <a:srgbClr val="FF0000"/>
                </a:solidFill>
                <a:latin typeface="微软雅黑" panose="020B0503020204020204" pitchFamily="34" charset="-122"/>
                <a:ea typeface="微软雅黑" panose="020B0503020204020204" pitchFamily="34" charset="-122"/>
              </a:rPr>
              <a:t>中国特色社会主义最本质的特征是中国共产党领导</a:t>
            </a:r>
            <a:r>
              <a:rPr lang="zh-CN" altLang="en-US" sz="1500" dirty="0">
                <a:solidFill>
                  <a:srgbClr val="333333"/>
                </a:solidFill>
                <a:latin typeface="微软雅黑" panose="020B0503020204020204" pitchFamily="34" charset="-122"/>
                <a:ea typeface="微软雅黑" panose="020B0503020204020204" pitchFamily="34" charset="-122"/>
              </a:rPr>
              <a:t>，中国特色社会主义制度的最大优势是中国共产党领导，党是最高政治领导力量，提出新时代党的建设总要求，突出政治建设在党的建设中的重要地位</a:t>
            </a:r>
          </a:p>
        </p:txBody>
      </p:sp>
      <p:sp>
        <p:nvSpPr>
          <p:cNvPr id="12" name="文本框 11">
            <a:extLst>
              <a:ext uri="{FF2B5EF4-FFF2-40B4-BE49-F238E27FC236}">
                <a16:creationId xmlns:a16="http://schemas.microsoft.com/office/drawing/2014/main" id="{CAC46085-62E8-465F-9352-6512E43F8C03}"/>
              </a:ext>
            </a:extLst>
          </p:cNvPr>
          <p:cNvSpPr txBox="1"/>
          <p:nvPr/>
        </p:nvSpPr>
        <p:spPr>
          <a:xfrm>
            <a:off x="-158522" y="3013780"/>
            <a:ext cx="1507819" cy="369332"/>
          </a:xfrm>
          <a:prstGeom prst="rect">
            <a:avLst/>
          </a:prstGeom>
          <a:noFill/>
        </p:spPr>
        <p:txBody>
          <a:bodyPr vert="horz"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8</a:t>
            </a:r>
            <a:r>
              <a:rPr lang="zh-CN" altLang="en-US" b="1" dirty="0">
                <a:solidFill>
                  <a:srgbClr val="C00000"/>
                </a:solidFill>
                <a:latin typeface="微软雅黑" panose="020B0503020204020204" pitchFamily="34" charset="-122"/>
                <a:ea typeface="微软雅黑" panose="020B0503020204020204" pitchFamily="34" charset="-122"/>
              </a:rPr>
              <a:t>个明确”</a:t>
            </a:r>
          </a:p>
        </p:txBody>
      </p:sp>
      <p:cxnSp>
        <p:nvCxnSpPr>
          <p:cNvPr id="14" name="直接箭头连接符 13">
            <a:extLst>
              <a:ext uri="{FF2B5EF4-FFF2-40B4-BE49-F238E27FC236}">
                <a16:creationId xmlns:a16="http://schemas.microsoft.com/office/drawing/2014/main" id="{8CD17789-645F-4203-9DAD-8A444E8AC3B7}"/>
              </a:ext>
            </a:extLst>
          </p:cNvPr>
          <p:cNvCxnSpPr>
            <a:cxnSpLocks/>
          </p:cNvCxnSpPr>
          <p:nvPr/>
        </p:nvCxnSpPr>
        <p:spPr>
          <a:xfrm>
            <a:off x="1148953" y="1190063"/>
            <a:ext cx="0" cy="4965410"/>
          </a:xfrm>
          <a:prstGeom prst="straightConnector1">
            <a:avLst/>
          </a:prstGeom>
          <a:noFill/>
          <a:ln w="6350" cap="flat" cmpd="sng" algn="ctr">
            <a:solidFill>
              <a:srgbClr val="C00000"/>
            </a:solidFill>
            <a:prstDash val="solid"/>
            <a:miter lim="800000"/>
            <a:headEnd type="diamond"/>
            <a:tailEnd type="diamond"/>
          </a:ln>
          <a:effectLst/>
        </p:spPr>
      </p:cxnSp>
      <p:grpSp>
        <p:nvGrpSpPr>
          <p:cNvPr id="15" name="组合 14">
            <a:extLst>
              <a:ext uri="{FF2B5EF4-FFF2-40B4-BE49-F238E27FC236}">
                <a16:creationId xmlns:a16="http://schemas.microsoft.com/office/drawing/2014/main" id="{C88D5ABE-ED34-4B7A-AA20-AEDD2E831A30}"/>
              </a:ext>
            </a:extLst>
          </p:cNvPr>
          <p:cNvGrpSpPr/>
          <p:nvPr/>
        </p:nvGrpSpPr>
        <p:grpSpPr>
          <a:xfrm>
            <a:off x="0" y="6285706"/>
            <a:ext cx="9144000" cy="572294"/>
            <a:chOff x="0" y="5773262"/>
            <a:chExt cx="12192000" cy="572439"/>
          </a:xfrm>
          <a:solidFill>
            <a:srgbClr val="E2432E"/>
          </a:solidFill>
        </p:grpSpPr>
        <p:sp>
          <p:nvSpPr>
            <p:cNvPr id="17" name="矩形 16">
              <a:extLst>
                <a:ext uri="{FF2B5EF4-FFF2-40B4-BE49-F238E27FC236}">
                  <a16:creationId xmlns:a16="http://schemas.microsoft.com/office/drawing/2014/main" id="{434CF25B-F7A2-4EE1-A6BC-5B5B7C150368}"/>
                </a:ext>
              </a:extLst>
            </p:cNvPr>
            <p:cNvSpPr/>
            <p:nvPr/>
          </p:nvSpPr>
          <p:spPr>
            <a:xfrm>
              <a:off x="0" y="5773262"/>
              <a:ext cx="12192000" cy="572439"/>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8" name="矩形 17">
              <a:extLst>
                <a:ext uri="{FF2B5EF4-FFF2-40B4-BE49-F238E27FC236}">
                  <a16:creationId xmlns:a16="http://schemas.microsoft.com/office/drawing/2014/main" id="{93415CFD-0E73-4F57-95C6-42CD50B20B3A}"/>
                </a:ext>
              </a:extLst>
            </p:cNvPr>
            <p:cNvSpPr/>
            <p:nvPr/>
          </p:nvSpPr>
          <p:spPr>
            <a:xfrm>
              <a:off x="3625807" y="5776626"/>
              <a:ext cx="5622272" cy="554139"/>
            </a:xfrm>
            <a:prstGeom prst="rect">
              <a:avLst/>
            </a:prstGeom>
            <a:grpFill/>
            <a:ln>
              <a:noFill/>
            </a:ln>
          </p:spPr>
          <p:txBody>
            <a:bodyPr wrap="square">
              <a:spAutoFit/>
            </a:bodyPr>
            <a:lstStyle/>
            <a:p>
              <a:pPr marL="0" marR="0" lvl="0" indent="0" algn="ctr" defTabSz="914400" eaLnBrk="0" fontAlgn="base" latinLnBrk="0" hangingPunct="0">
                <a:lnSpc>
                  <a:spcPct val="150000"/>
                </a:lnSpc>
                <a:spcBef>
                  <a:spcPts val="0"/>
                </a:spcBef>
                <a:spcAft>
                  <a:spcPct val="0"/>
                </a:spcAft>
                <a:buClrTx/>
                <a:buSzTx/>
                <a:buFontTx/>
                <a:buNone/>
                <a:tabLst/>
                <a:defRPr/>
              </a:pPr>
              <a:r>
                <a:rPr kumimoji="0" lang="zh-CN" altLang="en-US" sz="20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Helvetica" panose="020B0604020202020204" pitchFamily="34" charset="0"/>
                </a:rPr>
                <a:t>偏重于理论层面的高度概括和凝练</a:t>
              </a:r>
            </a:p>
          </p:txBody>
        </p:sp>
      </p:grpSp>
    </p:spTree>
    <p:extLst>
      <p:ext uri="{BB962C8B-B14F-4D97-AF65-F5344CB8AC3E}">
        <p14:creationId xmlns:p14="http://schemas.microsoft.com/office/powerpoint/2010/main" val="48857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2000"/>
                            </p:stCondLst>
                            <p:childTnLst>
                              <p:par>
                                <p:cTn id="21" presetID="2" presetClass="entr" presetSubtype="8"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grpSp>
        <p:nvGrpSpPr>
          <p:cNvPr id="23" name="组合 22">
            <a:extLst>
              <a:ext uri="{FF2B5EF4-FFF2-40B4-BE49-F238E27FC236}">
                <a16:creationId xmlns:a16="http://schemas.microsoft.com/office/drawing/2014/main" id="{823C23A4-A895-4F61-8393-030E4326B69B}"/>
              </a:ext>
            </a:extLst>
          </p:cNvPr>
          <p:cNvGrpSpPr/>
          <p:nvPr/>
        </p:nvGrpSpPr>
        <p:grpSpPr>
          <a:xfrm>
            <a:off x="161038" y="1485161"/>
            <a:ext cx="8793391" cy="4048672"/>
            <a:chOff x="6720115" y="1582247"/>
            <a:chExt cx="3836876" cy="4369988"/>
          </a:xfrm>
        </p:grpSpPr>
        <p:sp>
          <p:nvSpPr>
            <p:cNvPr id="25" name="矩形 24">
              <a:extLst>
                <a:ext uri="{FF2B5EF4-FFF2-40B4-BE49-F238E27FC236}">
                  <a16:creationId xmlns:a16="http://schemas.microsoft.com/office/drawing/2014/main" id="{C50D8FDC-173A-4E56-9E0A-01B4E9341C72}"/>
                </a:ext>
              </a:extLst>
            </p:cNvPr>
            <p:cNvSpPr/>
            <p:nvPr/>
          </p:nvSpPr>
          <p:spPr>
            <a:xfrm rot="195771">
              <a:off x="6967310" y="1594267"/>
              <a:ext cx="3589681" cy="4239424"/>
            </a:xfrm>
            <a:prstGeom prst="rect">
              <a:avLst/>
            </a:prstGeom>
            <a:solidFill>
              <a:sysClr val="window" lastClr="FFFFFF"/>
            </a:solidFill>
            <a:ln w="12700" cap="flat" cmpd="sng" algn="ctr">
              <a:noFill/>
              <a:prstDash val="solid"/>
              <a:miter lim="800000"/>
            </a:ln>
            <a:effectLst>
              <a:outerShdw blurRad="63500" sx="102000" sy="102000" algn="ctr" rotWithShape="0">
                <a:prstClr val="black">
                  <a:alpha val="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6" name="矩形 25">
              <a:extLst>
                <a:ext uri="{FF2B5EF4-FFF2-40B4-BE49-F238E27FC236}">
                  <a16:creationId xmlns:a16="http://schemas.microsoft.com/office/drawing/2014/main" id="{EA82B9E6-4769-4768-80ED-3DBCEF38A304}"/>
                </a:ext>
              </a:extLst>
            </p:cNvPr>
            <p:cNvSpPr/>
            <p:nvPr/>
          </p:nvSpPr>
          <p:spPr>
            <a:xfrm>
              <a:off x="6720115" y="1582247"/>
              <a:ext cx="3810868" cy="4369988"/>
            </a:xfrm>
            <a:prstGeom prst="rect">
              <a:avLst/>
            </a:prstGeom>
            <a:solidFill>
              <a:sysClr val="window" lastClr="FFFFFF"/>
            </a:solidFill>
            <a:ln w="12700" cap="flat" cmpd="sng" algn="ctr">
              <a:noFill/>
              <a:prstDash val="solid"/>
              <a:miter lim="800000"/>
            </a:ln>
            <a:effectLst>
              <a:outerShdw blurRad="63500" sx="102000" sy="102000" algn="ctr" rotWithShape="0">
                <a:prstClr val="black">
                  <a:alpha val="9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27" name="文本框 26">
            <a:extLst>
              <a:ext uri="{FF2B5EF4-FFF2-40B4-BE49-F238E27FC236}">
                <a16:creationId xmlns:a16="http://schemas.microsoft.com/office/drawing/2014/main" id="{21E613DE-8717-4DAA-BFD0-442D52CE1112}"/>
              </a:ext>
            </a:extLst>
          </p:cNvPr>
          <p:cNvSpPr txBox="1"/>
          <p:nvPr/>
        </p:nvSpPr>
        <p:spPr>
          <a:xfrm>
            <a:off x="546732" y="1420377"/>
            <a:ext cx="4497070" cy="4131900"/>
          </a:xfrm>
          <a:prstGeom prst="rect">
            <a:avLst/>
          </a:prstGeom>
          <a:noFill/>
          <a:ln w="9525">
            <a:noFill/>
          </a:ln>
        </p:spPr>
        <p:txBody>
          <a:bodyPr wrap="square">
            <a:spAutoFit/>
          </a:bodyPr>
          <a:lstStyle/>
          <a:p>
            <a:pPr algn="just">
              <a:lnSpc>
                <a:spcPts val="45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一是坚持</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rPr>
              <a:t>党</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对一切工作的领导</a:t>
            </a:r>
          </a:p>
          <a:p>
            <a:pPr algn="just">
              <a:lnSpc>
                <a:spcPts val="45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二是坚持以</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rPr>
              <a:t>人民</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为中心</a:t>
            </a:r>
          </a:p>
          <a:p>
            <a:pPr algn="just">
              <a:lnSpc>
                <a:spcPts val="45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三是坚持全面深化</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rPr>
              <a:t>改革</a:t>
            </a:r>
            <a:endPar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45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四是坚持</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rPr>
              <a:t>新发展理念</a:t>
            </a:r>
            <a:endPar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45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五是坚持</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rPr>
              <a:t>人民当家作主</a:t>
            </a:r>
            <a:endPar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45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六是坚持</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rPr>
              <a:t>全面依法治国</a:t>
            </a:r>
            <a:endPar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45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七是坚持社会主义</a:t>
            </a:r>
            <a:r>
              <a:rPr lang="zh-CN" altLang="en-US" dirty="0">
                <a:solidFill>
                  <a:prstClr val="black">
                    <a:lumMod val="85000"/>
                    <a:lumOff val="15000"/>
                  </a:prstClr>
                </a:solidFill>
                <a:latin typeface="微软雅黑" panose="020B0503020204020204" pitchFamily="34" charset="-122"/>
                <a:ea typeface="微软雅黑" panose="020B0503020204020204" pitchFamily="34" charset="-122"/>
              </a:rPr>
              <a:t>核心价值体系</a:t>
            </a:r>
            <a:endPar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TextBox 5">
            <a:extLst>
              <a:ext uri="{FF2B5EF4-FFF2-40B4-BE49-F238E27FC236}">
                <a16:creationId xmlns:a16="http://schemas.microsoft.com/office/drawing/2014/main" id="{01D79942-A5A7-4E1B-959C-90E53D0F6A93}"/>
              </a:ext>
            </a:extLst>
          </p:cNvPr>
          <p:cNvSpPr txBox="1"/>
          <p:nvPr/>
        </p:nvSpPr>
        <p:spPr>
          <a:xfrm>
            <a:off x="-512382" y="616083"/>
            <a:ext cx="10080626" cy="497957"/>
          </a:xfrm>
          <a:prstGeom prst="rect">
            <a:avLst/>
          </a:prstGeom>
          <a:noFill/>
          <a:ln>
            <a:noFill/>
          </a:ln>
        </p:spPr>
        <p:txBody>
          <a:bodyPr vert="horz" wrap="square" rtlCol="0">
            <a:spAutoFit/>
          </a:bodyPr>
          <a:lstStyle>
            <a:defPPr>
              <a:defRPr lang="zh-CN"/>
            </a:defPPr>
            <a:lvl1pPr algn="ctr" fontAlgn="base">
              <a:lnSpc>
                <a:spcPct val="150000"/>
              </a:lnSpc>
              <a:spcBef>
                <a:spcPct val="0"/>
              </a:spcBef>
              <a:spcAft>
                <a:spcPct val="0"/>
              </a:spcAft>
              <a:defRPr sz="2400" b="1" kern="0" spc="120">
                <a:solidFill>
                  <a:schemeClr val="tx1">
                    <a:lumMod val="85000"/>
                    <a:lumOff val="15000"/>
                  </a:schemeClr>
                </a:solidFill>
                <a:latin typeface="微软雅黑" panose="020B0503020204020204" pitchFamily="34" charset="-122"/>
                <a:ea typeface="微软雅黑" panose="020B0503020204020204" pitchFamily="34" charset="-122"/>
                <a:sym typeface="Helvetica" panose="020B0604020202020204" pitchFamily="34" charset="0"/>
              </a:defRPr>
            </a:lvl1pPr>
            <a:lvl2pPr marL="227013" indent="2301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marL="455613" indent="4587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marL="684213" indent="6873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marL="912813" indent="915988"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marR="0" lvl="0" indent="0" algn="ctr" defTabSz="914400" eaLnBrk="1" fontAlgn="base" latinLnBrk="0" hangingPunct="1">
              <a:lnSpc>
                <a:spcPct val="120000"/>
              </a:lnSpc>
              <a:spcBef>
                <a:spcPct val="0"/>
              </a:spcBef>
              <a:spcAft>
                <a:spcPct val="0"/>
              </a:spcAft>
              <a:buClrTx/>
              <a:buSzTx/>
              <a:buFontTx/>
              <a:buNone/>
              <a:tabLst/>
              <a:defRPr/>
            </a:pPr>
            <a:r>
              <a:rPr kumimoji="0" lang="zh-CN" altLang="en-US" sz="2400" b="1" i="0" u="none" strike="noStrike" kern="0" cap="none" spc="12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Helvetica" panose="020B0604020202020204" pitchFamily="34" charset="0"/>
              </a:rPr>
              <a:t>“</a:t>
            </a:r>
            <a:r>
              <a:rPr kumimoji="0" lang="en-US" altLang="zh-CN" sz="2400" b="1" i="0" u="none" strike="noStrike" kern="0" cap="none" spc="12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Helvetica" panose="020B0604020202020204" pitchFamily="34" charset="0"/>
              </a:rPr>
              <a:t>14</a:t>
            </a:r>
            <a:r>
              <a:rPr kumimoji="0" lang="zh-CN" altLang="en-US" sz="2400" b="1" i="0" u="none" strike="noStrike" kern="0" cap="none" spc="12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sym typeface="Helvetica" panose="020B0604020202020204" pitchFamily="34" charset="0"/>
              </a:rPr>
              <a:t>个坚持”</a:t>
            </a:r>
          </a:p>
        </p:txBody>
      </p:sp>
      <p:sp>
        <p:nvSpPr>
          <p:cNvPr id="29" name="文本框 28">
            <a:extLst>
              <a:ext uri="{FF2B5EF4-FFF2-40B4-BE49-F238E27FC236}">
                <a16:creationId xmlns:a16="http://schemas.microsoft.com/office/drawing/2014/main" id="{280D6060-04D0-4A6F-AD91-0B7FD9FCE11D}"/>
              </a:ext>
            </a:extLst>
          </p:cNvPr>
          <p:cNvSpPr txBox="1"/>
          <p:nvPr/>
        </p:nvSpPr>
        <p:spPr>
          <a:xfrm>
            <a:off x="4527931" y="1443547"/>
            <a:ext cx="4616702" cy="4131900"/>
          </a:xfrm>
          <a:prstGeom prst="rect">
            <a:avLst/>
          </a:prstGeom>
          <a:noFill/>
          <a:ln w="9525">
            <a:noFill/>
          </a:ln>
        </p:spPr>
        <p:txBody>
          <a:bodyPr wrap="square">
            <a:spAutoFit/>
          </a:bodyPr>
          <a:lstStyle/>
          <a:p>
            <a:pPr algn="just">
              <a:lnSpc>
                <a:spcPts val="4500"/>
              </a:lnSpc>
            </a:pP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八是坚持在发展中保障和改善民生</a:t>
            </a:r>
          </a:p>
          <a:p>
            <a:pPr algn="just">
              <a:lnSpc>
                <a:spcPts val="4500"/>
              </a:lnSpc>
            </a:pP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九是坚持</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rPr>
              <a:t>人与自然</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和谐共生</a:t>
            </a:r>
          </a:p>
          <a:p>
            <a:pPr algn="just">
              <a:lnSpc>
                <a:spcPts val="4500"/>
              </a:lnSpc>
            </a:pP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十是坚持总体</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rPr>
              <a:t>国家安全</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观</a:t>
            </a:r>
          </a:p>
          <a:p>
            <a:pPr algn="just">
              <a:lnSpc>
                <a:spcPts val="4500"/>
              </a:lnSpc>
            </a:pP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十一是坚持党对</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rPr>
              <a:t>人民军队</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的绝对领导</a:t>
            </a:r>
          </a:p>
          <a:p>
            <a:pPr algn="just">
              <a:lnSpc>
                <a:spcPts val="4500"/>
              </a:lnSpc>
            </a:pP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十二是坚持“一国两制”和推进</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rPr>
              <a:t>祖国统一</a:t>
            </a:r>
            <a:endPar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4500"/>
              </a:lnSpc>
            </a:pP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十三是坚持推动构建</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rPr>
              <a:t>人类命运共同体</a:t>
            </a:r>
            <a:endPar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4500"/>
              </a:lnSpc>
            </a:pPr>
            <a:r>
              <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十四是坚持</a:t>
            </a:r>
            <a:r>
              <a:rPr lang="zh-CN" altLang="zh-CN" dirty="0">
                <a:solidFill>
                  <a:prstClr val="black">
                    <a:lumMod val="85000"/>
                    <a:lumOff val="15000"/>
                  </a:prstClr>
                </a:solidFill>
                <a:latin typeface="微软雅黑" panose="020B0503020204020204" pitchFamily="34" charset="-122"/>
                <a:ea typeface="微软雅黑" panose="020B0503020204020204" pitchFamily="34" charset="-122"/>
              </a:rPr>
              <a:t>全面从严治党</a:t>
            </a:r>
            <a:endParaRPr lang="zh-CN" altLang="zh-CN"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0" name="组合 29">
            <a:extLst>
              <a:ext uri="{FF2B5EF4-FFF2-40B4-BE49-F238E27FC236}">
                <a16:creationId xmlns:a16="http://schemas.microsoft.com/office/drawing/2014/main" id="{491B542C-041C-41F1-803F-B63749FF8C71}"/>
              </a:ext>
            </a:extLst>
          </p:cNvPr>
          <p:cNvGrpSpPr/>
          <p:nvPr/>
        </p:nvGrpSpPr>
        <p:grpSpPr>
          <a:xfrm>
            <a:off x="0" y="5840170"/>
            <a:ext cx="9144634" cy="572439"/>
            <a:chOff x="0" y="5773262"/>
            <a:chExt cx="12192000" cy="572439"/>
          </a:xfrm>
        </p:grpSpPr>
        <p:sp>
          <p:nvSpPr>
            <p:cNvPr id="31" name="矩形 30">
              <a:extLst>
                <a:ext uri="{FF2B5EF4-FFF2-40B4-BE49-F238E27FC236}">
                  <a16:creationId xmlns:a16="http://schemas.microsoft.com/office/drawing/2014/main" id="{D5BA1BF8-8C21-4911-9F51-AC8CB6F83E5E}"/>
                </a:ext>
              </a:extLst>
            </p:cNvPr>
            <p:cNvSpPr/>
            <p:nvPr/>
          </p:nvSpPr>
          <p:spPr>
            <a:xfrm>
              <a:off x="0" y="5773262"/>
              <a:ext cx="12192000" cy="572439"/>
            </a:xfrm>
            <a:prstGeom prst="rect">
              <a:avLst/>
            </a:prstGeom>
            <a:solidFill>
              <a:srgbClr val="E2432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等线"/>
                <a:ea typeface="等线" panose="02010600030101010101" pitchFamily="2" charset="-122"/>
                <a:cs typeface="+mn-cs"/>
              </a:endParaRPr>
            </a:p>
          </p:txBody>
        </p:sp>
        <p:sp>
          <p:nvSpPr>
            <p:cNvPr id="32" name="矩形 31">
              <a:extLst>
                <a:ext uri="{FF2B5EF4-FFF2-40B4-BE49-F238E27FC236}">
                  <a16:creationId xmlns:a16="http://schemas.microsoft.com/office/drawing/2014/main" id="{2083E6DC-37D4-4BD4-8AE0-7CB930EC6BFB}"/>
                </a:ext>
              </a:extLst>
            </p:cNvPr>
            <p:cNvSpPr/>
            <p:nvPr/>
          </p:nvSpPr>
          <p:spPr>
            <a:xfrm>
              <a:off x="3625806" y="5773262"/>
              <a:ext cx="4770117" cy="553998"/>
            </a:xfrm>
            <a:prstGeom prst="rect">
              <a:avLst/>
            </a:prstGeom>
          </p:spPr>
          <p:txBody>
            <a:bodyPr wrap="square">
              <a:spAutoFit/>
            </a:bodyPr>
            <a:lstStyle/>
            <a:p>
              <a:pPr marL="0" marR="0" lvl="0" indent="0" algn="ctr" defTabSz="914400" eaLnBrk="0" fontAlgn="base" latinLnBrk="0" hangingPunct="0">
                <a:lnSpc>
                  <a:spcPct val="150000"/>
                </a:lnSpc>
                <a:spcBef>
                  <a:spcPts val="0"/>
                </a:spcBef>
                <a:spcAft>
                  <a:spcPct val="0"/>
                </a:spcAft>
                <a:buClrTx/>
                <a:buSzTx/>
                <a:buFontTx/>
                <a:buNone/>
                <a:tabLst/>
                <a:defRPr/>
              </a:pPr>
              <a:r>
                <a:rPr kumimoji="0" lang="zh-CN" altLang="en-US" sz="20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Helvetica" panose="020B0604020202020204" pitchFamily="34" charset="0"/>
                </a:rPr>
                <a:t>偏重于实践方略层面的展开</a:t>
              </a:r>
            </a:p>
          </p:txBody>
        </p:sp>
      </p:grpSp>
    </p:spTree>
    <p:extLst>
      <p:ext uri="{BB962C8B-B14F-4D97-AF65-F5344CB8AC3E}">
        <p14:creationId xmlns:p14="http://schemas.microsoft.com/office/powerpoint/2010/main" val="225342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7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1700"/>
                            </p:stCondLst>
                            <p:childTnLst>
                              <p:par>
                                <p:cTn id="17" presetID="10"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par>
                          <p:cTn id="20" fill="hold">
                            <p:stCondLst>
                              <p:cond delay="2200"/>
                            </p:stCondLst>
                            <p:childTnLst>
                              <p:par>
                                <p:cTn id="21" presetID="2" presetClass="entr" presetSubtype="8"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0-#ppt_w/2"/>
                                          </p:val>
                                        </p:tav>
                                        <p:tav tm="100000">
                                          <p:val>
                                            <p:strVal val="#ppt_x"/>
                                          </p:val>
                                        </p:tav>
                                      </p:tavLst>
                                    </p:anim>
                                    <p:anim calcmode="lin" valueType="num">
                                      <p:cBhvr additive="base">
                                        <p:cTn id="24"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graphicFrame>
        <p:nvGraphicFramePr>
          <p:cNvPr id="11" name="表格 10">
            <a:extLst>
              <a:ext uri="{FF2B5EF4-FFF2-40B4-BE49-F238E27FC236}">
                <a16:creationId xmlns:a16="http://schemas.microsoft.com/office/drawing/2014/main" id="{463AC6DC-0E9D-40CF-8B68-8F084CEAF851}"/>
              </a:ext>
            </a:extLst>
          </p:cNvPr>
          <p:cNvGraphicFramePr>
            <a:graphicFrameLocks noGrp="1"/>
          </p:cNvGraphicFramePr>
          <p:nvPr>
            <p:extLst>
              <p:ext uri="{D42A27DB-BD31-4B8C-83A1-F6EECF244321}">
                <p14:modId xmlns:p14="http://schemas.microsoft.com/office/powerpoint/2010/main" val="1357180062"/>
              </p:ext>
            </p:extLst>
          </p:nvPr>
        </p:nvGraphicFramePr>
        <p:xfrm>
          <a:off x="0" y="586666"/>
          <a:ext cx="9144000" cy="6364814"/>
        </p:xfrm>
        <a:graphic>
          <a:graphicData uri="http://schemas.openxmlformats.org/drawingml/2006/table">
            <a:tbl>
              <a:tblPr firstRow="1" firstCol="1" bandRow="1">
                <a:tableStyleId>{5C22544A-7EE6-4342-B048-85BDC9FD1C3A}</a:tableStyleId>
              </a:tblPr>
              <a:tblGrid>
                <a:gridCol w="4687410">
                  <a:extLst>
                    <a:ext uri="{9D8B030D-6E8A-4147-A177-3AD203B41FA5}">
                      <a16:colId xmlns:a16="http://schemas.microsoft.com/office/drawing/2014/main" val="2532840825"/>
                    </a:ext>
                  </a:extLst>
                </a:gridCol>
                <a:gridCol w="4456590">
                  <a:extLst>
                    <a:ext uri="{9D8B030D-6E8A-4147-A177-3AD203B41FA5}">
                      <a16:colId xmlns:a16="http://schemas.microsoft.com/office/drawing/2014/main" val="1262170774"/>
                    </a:ext>
                  </a:extLst>
                </a:gridCol>
              </a:tblGrid>
              <a:tr h="765122">
                <a:tc>
                  <a:txBody>
                    <a:bodyPr/>
                    <a:lstStyle/>
                    <a:p>
                      <a:pPr algn="ctr">
                        <a:lnSpc>
                          <a:spcPts val="1800"/>
                        </a:lnSpc>
                      </a:pPr>
                      <a:endParaRPr lang="en-US" altLang="zh-CN" sz="1400" kern="100" dirty="0">
                        <a:effectLst/>
                      </a:endParaRPr>
                    </a:p>
                    <a:p>
                      <a:pPr algn="ctr">
                        <a:lnSpc>
                          <a:spcPts val="1800"/>
                        </a:lnSpc>
                      </a:pPr>
                      <a:r>
                        <a:rPr lang="zh-CN" sz="2000" kern="100" dirty="0">
                          <a:effectLst/>
                        </a:rPr>
                        <a:t>授课专题</a:t>
                      </a:r>
                      <a:endParaRPr lang="en-US" altLang="zh-CN" sz="2000" kern="100" dirty="0">
                        <a:effectLst/>
                      </a:endParaRPr>
                    </a:p>
                    <a:p>
                      <a:pPr algn="ctr">
                        <a:lnSpc>
                          <a:spcPts val="1800"/>
                        </a:lnSpc>
                      </a:pP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ctr">
                        <a:lnSpc>
                          <a:spcPts val="1800"/>
                        </a:lnSpc>
                      </a:pPr>
                      <a:endParaRPr lang="en-US" altLang="zh-CN" sz="1400" b="1" kern="100" dirty="0">
                        <a:effectLst/>
                      </a:endParaRPr>
                    </a:p>
                    <a:p>
                      <a:pPr algn="ctr">
                        <a:lnSpc>
                          <a:spcPts val="1800"/>
                        </a:lnSpc>
                      </a:pPr>
                      <a:r>
                        <a:rPr lang="zh-CN" sz="2000" b="1" kern="100" dirty="0">
                          <a:effectLst/>
                        </a:rPr>
                        <a:t>考核要点</a:t>
                      </a:r>
                      <a:endParaRPr lang="en-US" altLang="zh-CN" sz="2000" b="1" kern="100" dirty="0">
                        <a:effectLst/>
                      </a:endParaRPr>
                    </a:p>
                    <a:p>
                      <a:pPr algn="ctr">
                        <a:lnSpc>
                          <a:spcPts val="1800"/>
                        </a:lnSpc>
                      </a:pP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3793798154"/>
                  </a:ext>
                </a:extLst>
              </a:tr>
              <a:tr h="1001899">
                <a:tc>
                  <a:txBody>
                    <a:bodyPr/>
                    <a:lstStyle/>
                    <a:p>
                      <a:pPr algn="just">
                        <a:lnSpc>
                          <a:spcPts val="2200"/>
                        </a:lnSpc>
                      </a:pPr>
                      <a:r>
                        <a:rPr lang="zh-CN" sz="1600" kern="100" dirty="0">
                          <a:effectLst/>
                        </a:rPr>
                        <a:t>习近平新时代中国特色社会主义思想</a:t>
                      </a:r>
                      <a:r>
                        <a:rPr lang="zh-CN" altLang="en-US" sz="1600" kern="100" dirty="0">
                          <a:effectLst/>
                        </a:rPr>
                        <a:t>的核心要义和主要内容</a:t>
                      </a:r>
                      <a:endParaRPr lang="en-US" altLang="zh-CN" sz="1600" kern="100" dirty="0">
                        <a:effectLst/>
                      </a:endParaRPr>
                    </a:p>
                    <a:p>
                      <a:pPr algn="just">
                        <a:lnSpc>
                          <a:spcPts val="2200"/>
                        </a:lnSpc>
                      </a:pPr>
                      <a:r>
                        <a:rPr lang="zh-CN" altLang="en-US" sz="1600" kern="100" dirty="0">
                          <a:effectLst/>
                        </a:rPr>
                        <a:t>新时代坚持和发展中国特色社会主义总任务</a:t>
                      </a:r>
                      <a:endParaRPr lang="en-US" altLang="zh-CN" sz="1600" kern="100" dirty="0">
                        <a:effectLst/>
                      </a:endParaRPr>
                    </a:p>
                    <a:p>
                      <a:pPr algn="just">
                        <a:lnSpc>
                          <a:spcPts val="2200"/>
                        </a:lnSpc>
                      </a:pP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2400"/>
                        </a:lnSpc>
                      </a:pPr>
                      <a:r>
                        <a:rPr lang="en-US" sz="1600" kern="100" dirty="0">
                          <a:effectLst/>
                        </a:rPr>
                        <a:t>1.</a:t>
                      </a:r>
                      <a:r>
                        <a:rPr lang="zh-CN" sz="1600" kern="100" dirty="0">
                          <a:effectLst/>
                        </a:rPr>
                        <a:t>如何理解我国社会主要矛盾发生的变化？</a:t>
                      </a:r>
                    </a:p>
                    <a:p>
                      <a:pPr algn="just">
                        <a:lnSpc>
                          <a:spcPts val="2400"/>
                        </a:lnSpc>
                      </a:pPr>
                      <a:r>
                        <a:rPr lang="en-US" sz="1600" kern="100" dirty="0">
                          <a:effectLst/>
                        </a:rPr>
                        <a:t>2.</a:t>
                      </a:r>
                      <a:r>
                        <a:rPr lang="zh-CN" sz="1600" kern="100" dirty="0">
                          <a:effectLst/>
                        </a:rPr>
                        <a:t>如何认识中国特色社会主义进入新时代？</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ts val="2400"/>
                        </a:lnSpc>
                      </a:pPr>
                      <a:r>
                        <a:rPr lang="en-US" sz="1600" kern="100" dirty="0">
                          <a:effectLst/>
                        </a:rPr>
                        <a:t>3.</a:t>
                      </a:r>
                      <a:r>
                        <a:rPr lang="zh-CN" sz="1600" kern="100" dirty="0">
                          <a:effectLst/>
                        </a:rPr>
                        <a:t>新时代中国特色社会主义发展的战略安排</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1001854148"/>
                  </a:ext>
                </a:extLst>
              </a:tr>
              <a:tr h="483901">
                <a:tc>
                  <a:txBody>
                    <a:bodyPr/>
                    <a:lstStyle/>
                    <a:p>
                      <a:pPr algn="just">
                        <a:lnSpc>
                          <a:spcPts val="1800"/>
                        </a:lnSpc>
                      </a:pPr>
                      <a:r>
                        <a:rPr lang="zh-CN" sz="1600" kern="100" dirty="0">
                          <a:effectLst/>
                        </a:rPr>
                        <a:t>新时代中国特色社会主义经济建设</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4.</a:t>
                      </a:r>
                      <a:r>
                        <a:rPr lang="zh-CN" sz="1600" kern="100" dirty="0">
                          <a:effectLst/>
                        </a:rPr>
                        <a:t>贯彻新发展理念</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476107276"/>
                  </a:ext>
                </a:extLst>
              </a:tr>
              <a:tr h="483901">
                <a:tc>
                  <a:txBody>
                    <a:bodyPr/>
                    <a:lstStyle/>
                    <a:p>
                      <a:pPr algn="just">
                        <a:lnSpc>
                          <a:spcPts val="1800"/>
                        </a:lnSpc>
                      </a:pPr>
                      <a:r>
                        <a:rPr lang="zh-CN" sz="1600" kern="100" dirty="0">
                          <a:effectLst/>
                        </a:rPr>
                        <a:t>新时代中国特色社会主义政治建设</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5.</a:t>
                      </a:r>
                      <a:r>
                        <a:rPr lang="zh-CN" sz="1600" kern="100" dirty="0">
                          <a:effectLst/>
                        </a:rPr>
                        <a:t>坚持走中国特色社会主义政治发展道路</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1343764756"/>
                  </a:ext>
                </a:extLst>
              </a:tr>
              <a:tr h="483901">
                <a:tc>
                  <a:txBody>
                    <a:bodyPr/>
                    <a:lstStyle/>
                    <a:p>
                      <a:pPr algn="just">
                        <a:lnSpc>
                          <a:spcPts val="1800"/>
                        </a:lnSpc>
                      </a:pPr>
                      <a:r>
                        <a:rPr lang="zh-CN" sz="1600" kern="100" dirty="0">
                          <a:effectLst/>
                        </a:rPr>
                        <a:t>新时代中国特色社会主义文化建设</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6.</a:t>
                      </a:r>
                      <a:r>
                        <a:rPr lang="zh-CN" sz="1600" kern="100" dirty="0">
                          <a:effectLst/>
                        </a:rPr>
                        <a:t>新时代社会主义意识形态阵地建设的主要任务</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37790208"/>
                  </a:ext>
                </a:extLst>
              </a:tr>
              <a:tr h="501819">
                <a:tc>
                  <a:txBody>
                    <a:bodyPr/>
                    <a:lstStyle/>
                    <a:p>
                      <a:pPr algn="just">
                        <a:lnSpc>
                          <a:spcPts val="1800"/>
                        </a:lnSpc>
                      </a:pPr>
                      <a:r>
                        <a:rPr lang="zh-CN" sz="1600" kern="100" dirty="0">
                          <a:effectLst/>
                        </a:rPr>
                        <a:t>新时代中国特色社会主义社会建设</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7.</a:t>
                      </a:r>
                      <a:r>
                        <a:rPr lang="zh-CN" sz="1600" kern="100" dirty="0">
                          <a:effectLst/>
                        </a:rPr>
                        <a:t>新时代党的教育方针</a:t>
                      </a:r>
                    </a:p>
                    <a:p>
                      <a:pPr algn="just">
                        <a:lnSpc>
                          <a:spcPts val="1800"/>
                        </a:lnSpc>
                      </a:pPr>
                      <a:r>
                        <a:rPr lang="en-US" sz="1600" kern="100" dirty="0">
                          <a:effectLst/>
                        </a:rPr>
                        <a:t>8.</a:t>
                      </a:r>
                      <a:r>
                        <a:rPr lang="zh-CN" sz="1600" kern="100" dirty="0">
                          <a:effectLst/>
                        </a:rPr>
                        <a:t>精准扶贫</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929582841"/>
                  </a:ext>
                </a:extLst>
              </a:tr>
              <a:tr h="483901">
                <a:tc>
                  <a:txBody>
                    <a:bodyPr/>
                    <a:lstStyle/>
                    <a:p>
                      <a:pPr algn="just">
                        <a:lnSpc>
                          <a:spcPts val="1800"/>
                        </a:lnSpc>
                      </a:pPr>
                      <a:r>
                        <a:rPr lang="zh-CN" sz="1600" kern="100" dirty="0">
                          <a:effectLst/>
                        </a:rPr>
                        <a:t>新时代中国特色社会主义生态文明建设</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9.</a:t>
                      </a:r>
                      <a:r>
                        <a:rPr lang="zh-CN" sz="1600" kern="100" dirty="0">
                          <a:effectLst/>
                        </a:rPr>
                        <a:t>如何理解“绿水青山就是金山银山”理念？</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2210692166"/>
                  </a:ext>
                </a:extLst>
              </a:tr>
              <a:tr h="549546">
                <a:tc>
                  <a:txBody>
                    <a:bodyPr/>
                    <a:lstStyle/>
                    <a:p>
                      <a:pPr algn="just">
                        <a:lnSpc>
                          <a:spcPts val="1800"/>
                        </a:lnSpc>
                      </a:pPr>
                      <a:r>
                        <a:rPr lang="zh-CN" sz="1600" kern="100" dirty="0">
                          <a:effectLst/>
                        </a:rPr>
                        <a:t>“四个全面”战略布局</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10.</a:t>
                      </a:r>
                      <a:r>
                        <a:rPr lang="zh-CN" sz="1600" kern="100" dirty="0">
                          <a:effectLst/>
                        </a:rPr>
                        <a:t>全面建成小康社会的内涵</a:t>
                      </a:r>
                    </a:p>
                    <a:p>
                      <a:pPr algn="just">
                        <a:lnSpc>
                          <a:spcPts val="1800"/>
                        </a:lnSpc>
                      </a:pPr>
                      <a:r>
                        <a:rPr lang="en-US" sz="1600" kern="100" dirty="0">
                          <a:effectLst/>
                        </a:rPr>
                        <a:t>11.</a:t>
                      </a:r>
                      <a:r>
                        <a:rPr lang="zh-CN" sz="1600" kern="100" dirty="0">
                          <a:effectLst/>
                        </a:rPr>
                        <a:t>全面深化改革的总目标</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2999732026"/>
                  </a:ext>
                </a:extLst>
              </a:tr>
              <a:tr h="483901">
                <a:tc>
                  <a:txBody>
                    <a:bodyPr/>
                    <a:lstStyle/>
                    <a:p>
                      <a:pPr algn="just">
                        <a:lnSpc>
                          <a:spcPts val="1800"/>
                        </a:lnSpc>
                      </a:pPr>
                      <a:r>
                        <a:rPr lang="zh-CN" sz="1600" kern="100">
                          <a:effectLst/>
                        </a:rPr>
                        <a:t>中国特色大国外交</a:t>
                      </a:r>
                      <a:r>
                        <a:rPr lang="en-US" sz="1600" kern="100">
                          <a:effectLst/>
                        </a:rPr>
                        <a:t>/</a:t>
                      </a:r>
                      <a:r>
                        <a:rPr lang="zh-CN" sz="1600" kern="100">
                          <a:effectLst/>
                        </a:rPr>
                        <a:t>全面推进国防和军队现代化</a:t>
                      </a:r>
                      <a:endParaRPr lang="zh-CN" sz="16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12.</a:t>
                      </a:r>
                      <a:r>
                        <a:rPr lang="zh-CN" sz="1600" kern="100" dirty="0">
                          <a:effectLst/>
                        </a:rPr>
                        <a:t>构建人类命运共同体思想的科学内涵</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776793780"/>
                  </a:ext>
                </a:extLst>
              </a:tr>
              <a:tr h="549546">
                <a:tc>
                  <a:txBody>
                    <a:bodyPr/>
                    <a:lstStyle/>
                    <a:p>
                      <a:pPr algn="just">
                        <a:lnSpc>
                          <a:spcPts val="1800"/>
                        </a:lnSpc>
                      </a:pPr>
                      <a:r>
                        <a:rPr lang="zh-CN" sz="1600" kern="100" dirty="0">
                          <a:effectLst/>
                        </a:rPr>
                        <a:t>坚持和加强党的领导</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600" kern="100" dirty="0">
                          <a:effectLst/>
                        </a:rPr>
                        <a:t>13.</a:t>
                      </a:r>
                      <a:r>
                        <a:rPr lang="zh-CN" sz="1600" kern="100" dirty="0">
                          <a:effectLst/>
                        </a:rPr>
                        <a:t>如何理解党的领导是中国特色社会主义最本质的特征</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4149880518"/>
                  </a:ext>
                </a:extLst>
              </a:tr>
              <a:tr h="483901">
                <a:tc>
                  <a:txBody>
                    <a:bodyPr/>
                    <a:lstStyle/>
                    <a:p>
                      <a:pPr algn="just">
                        <a:lnSpc>
                          <a:spcPts val="1800"/>
                        </a:lnSpc>
                      </a:pPr>
                      <a:r>
                        <a:rPr lang="zh-CN" sz="1600" kern="100" dirty="0">
                          <a:effectLst/>
                        </a:rPr>
                        <a:t>总结、答疑</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tc>
                <a:tc>
                  <a:txBody>
                    <a:bodyPr/>
                    <a:lstStyle/>
                    <a:p>
                      <a:pPr algn="just">
                        <a:lnSpc>
                          <a:spcPts val="1800"/>
                        </a:lnSpc>
                      </a:pPr>
                      <a:r>
                        <a:rPr lang="en-US" sz="1200" kern="100" dirty="0">
                          <a:effectLst/>
                        </a:rPr>
                        <a:t> </a:t>
                      </a:r>
                      <a:endParaRPr 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7887" marR="37887" marT="0" marB="0">
                    <a:solidFill>
                      <a:srgbClr val="87BF61"/>
                    </a:solidFill>
                  </a:tcPr>
                </a:tc>
                <a:extLst>
                  <a:ext uri="{0D108BD9-81ED-4DB2-BD59-A6C34878D82A}">
                    <a16:rowId xmlns:a16="http://schemas.microsoft.com/office/drawing/2014/main" val="4004761270"/>
                  </a:ext>
                </a:extLst>
              </a:tr>
            </a:tbl>
          </a:graphicData>
        </a:graphic>
      </p:graphicFrame>
    </p:spTree>
    <p:extLst>
      <p:ext uri="{BB962C8B-B14F-4D97-AF65-F5344CB8AC3E}">
        <p14:creationId xmlns:p14="http://schemas.microsoft.com/office/powerpoint/2010/main" val="2291183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B479A79F-DB28-41B0-A0AF-BF80E0373744}"/>
              </a:ext>
            </a:extLst>
          </p:cNvPr>
          <p:cNvSpPr txBox="1">
            <a:spLocks noChangeArrowheads="1"/>
          </p:cNvSpPr>
          <p:nvPr/>
        </p:nvSpPr>
        <p:spPr bwMode="auto">
          <a:xfrm>
            <a:off x="158942" y="758358"/>
            <a:ext cx="5946055"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1.</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如何理解我国社会主要矛盾发生的变化？</a:t>
            </a:r>
          </a:p>
        </p:txBody>
      </p:sp>
      <p:sp>
        <p:nvSpPr>
          <p:cNvPr id="11" name="矩形 10">
            <a:extLst>
              <a:ext uri="{FF2B5EF4-FFF2-40B4-BE49-F238E27FC236}">
                <a16:creationId xmlns:a16="http://schemas.microsoft.com/office/drawing/2014/main" id="{8390DE34-2886-4EF4-95EB-67A886401C69}"/>
              </a:ext>
            </a:extLst>
          </p:cNvPr>
          <p:cNvSpPr/>
          <p:nvPr/>
        </p:nvSpPr>
        <p:spPr>
          <a:xfrm>
            <a:off x="5725599" y="3128441"/>
            <a:ext cx="3236197" cy="2997744"/>
          </a:xfrm>
          <a:prstGeom prst="rect">
            <a:avLst/>
          </a:prstGeom>
          <a:noFill/>
        </p:spPr>
        <p:txBody>
          <a:bodyPr wrap="square" rtlCol="0">
            <a:spAutoFit/>
          </a:bodyPr>
          <a:lstStyle/>
          <a:p>
            <a:pPr algn="just" defTabSz="1219170">
              <a:lnSpc>
                <a:spcPct val="150000"/>
              </a:lnSpc>
            </a:pPr>
            <a:r>
              <a:rPr lang="zh-CN" altLang="en-US" sz="2000" dirty="0">
                <a:solidFill>
                  <a:prstClr val="black">
                    <a:lumMod val="85000"/>
                    <a:lumOff val="15000"/>
                  </a:prstClr>
                </a:solidFill>
                <a:latin typeface="微软雅黑" panose="020B0503020204020204" pitchFamily="34" charset="-122"/>
                <a:ea typeface="微软雅黑" panose="020B0503020204020204" pitchFamily="34" charset="-122"/>
              </a:rPr>
              <a:t>　　中国特色社会主义进入新时代，我国社会主要矛盾已经转化为</a:t>
            </a:r>
            <a:r>
              <a:rPr lang="zh-CN" altLang="en-US" sz="2000" b="1" dirty="0">
                <a:solidFill>
                  <a:srgbClr val="C00000"/>
                </a:solidFill>
                <a:latin typeface="微软雅黑" panose="020B0503020204020204" pitchFamily="34" charset="-122"/>
                <a:ea typeface="微软雅黑" panose="020B0503020204020204" pitchFamily="34" charset="-122"/>
              </a:rPr>
              <a:t>人民日益增长的美好生活需要和不平衡不充分的发展之间的矛盾。</a:t>
            </a:r>
            <a:endParaRPr lang="en-US" altLang="zh-CN" sz="2000" b="1" dirty="0">
              <a:solidFill>
                <a:srgbClr val="C00000"/>
              </a:solidFill>
              <a:latin typeface="微软雅黑" panose="020B0503020204020204" pitchFamily="34" charset="-122"/>
              <a:ea typeface="微软雅黑" panose="020B0503020204020204" pitchFamily="34" charset="-122"/>
            </a:endParaRPr>
          </a:p>
          <a:p>
            <a:pPr defTabSz="1219170">
              <a:lnSpc>
                <a:spcPct val="120000"/>
              </a:lnSpc>
              <a:spcBef>
                <a:spcPts val="1200"/>
              </a:spcBef>
            </a:pPr>
            <a:r>
              <a:rPr lang="en-US" altLang="zh-CN" sz="1200" dirty="0">
                <a:solidFill>
                  <a:prstClr val="black">
                    <a:lumMod val="85000"/>
                    <a:lumOff val="15000"/>
                  </a:prstClr>
                </a:solidFill>
                <a:latin typeface="微软雅黑" pitchFamily="34" charset="-122"/>
                <a:ea typeface="微软雅黑" pitchFamily="34" charset="-122"/>
                <a:sym typeface="Hiragino Sans GB W6" pitchFamily="34" charset="-122"/>
              </a:rPr>
              <a:t>——2017</a:t>
            </a:r>
            <a:r>
              <a:rPr lang="zh-CN" altLang="en-US" sz="1200" dirty="0">
                <a:solidFill>
                  <a:prstClr val="black">
                    <a:lumMod val="85000"/>
                    <a:lumOff val="15000"/>
                  </a:prstClr>
                </a:solidFill>
                <a:latin typeface="微软雅黑" pitchFamily="34" charset="-122"/>
                <a:ea typeface="微软雅黑" pitchFamily="34" charset="-122"/>
                <a:sym typeface="Hiragino Sans GB W6" pitchFamily="34" charset="-122"/>
              </a:rPr>
              <a:t>年</a:t>
            </a:r>
            <a:r>
              <a:rPr lang="en-US" altLang="zh-CN" sz="1200" dirty="0">
                <a:solidFill>
                  <a:prstClr val="black">
                    <a:lumMod val="85000"/>
                    <a:lumOff val="15000"/>
                  </a:prstClr>
                </a:solidFill>
                <a:latin typeface="微软雅黑" pitchFamily="34" charset="-122"/>
                <a:ea typeface="微软雅黑" pitchFamily="34" charset="-122"/>
                <a:sym typeface="Hiragino Sans GB W6" pitchFamily="34" charset="-122"/>
              </a:rPr>
              <a:t>10</a:t>
            </a:r>
            <a:r>
              <a:rPr lang="zh-CN" altLang="en-US" sz="1200" dirty="0">
                <a:solidFill>
                  <a:prstClr val="black">
                    <a:lumMod val="85000"/>
                    <a:lumOff val="15000"/>
                  </a:prstClr>
                </a:solidFill>
                <a:latin typeface="微软雅黑" pitchFamily="34" charset="-122"/>
                <a:ea typeface="微软雅黑" pitchFamily="34" charset="-122"/>
                <a:sym typeface="Hiragino Sans GB W6" pitchFamily="34" charset="-122"/>
              </a:rPr>
              <a:t>月</a:t>
            </a:r>
            <a:r>
              <a:rPr lang="en-US" altLang="zh-CN" sz="1200" dirty="0">
                <a:solidFill>
                  <a:prstClr val="black">
                    <a:lumMod val="85000"/>
                    <a:lumOff val="15000"/>
                  </a:prstClr>
                </a:solidFill>
                <a:latin typeface="微软雅黑" pitchFamily="34" charset="-122"/>
                <a:ea typeface="微软雅黑" pitchFamily="34" charset="-122"/>
                <a:sym typeface="Hiragino Sans GB W6" pitchFamily="34" charset="-122"/>
              </a:rPr>
              <a:t>18</a:t>
            </a:r>
            <a:r>
              <a:rPr lang="zh-CN" altLang="en-US" sz="1200" dirty="0">
                <a:solidFill>
                  <a:prstClr val="black">
                    <a:lumMod val="85000"/>
                    <a:lumOff val="15000"/>
                  </a:prstClr>
                </a:solidFill>
                <a:latin typeface="微软雅黑" pitchFamily="34" charset="-122"/>
                <a:ea typeface="微软雅黑" pitchFamily="34" charset="-122"/>
                <a:sym typeface="Hiragino Sans GB W6" pitchFamily="34" charset="-122"/>
              </a:rPr>
              <a:t>日，习近平在中国共产党第十九次全国代表大会上的报告</a:t>
            </a:r>
          </a:p>
        </p:txBody>
      </p:sp>
      <p:pic>
        <p:nvPicPr>
          <p:cNvPr id="12" name="图片 11">
            <a:extLst>
              <a:ext uri="{FF2B5EF4-FFF2-40B4-BE49-F238E27FC236}">
                <a16:creationId xmlns:a16="http://schemas.microsoft.com/office/drawing/2014/main" id="{DAA9F1CA-5FE4-4C25-AE9F-A06870C230B9}"/>
              </a:ext>
            </a:extLst>
          </p:cNvPr>
          <p:cNvPicPr>
            <a:picLocks noChangeAspect="1"/>
          </p:cNvPicPr>
          <p:nvPr/>
        </p:nvPicPr>
        <p:blipFill>
          <a:blip r:embed="rId4"/>
          <a:stretch>
            <a:fillRect/>
          </a:stretch>
        </p:blipFill>
        <p:spPr>
          <a:xfrm>
            <a:off x="297297" y="2630798"/>
            <a:ext cx="5225847" cy="3787457"/>
          </a:xfrm>
          <a:prstGeom prst="roundRect">
            <a:avLst>
              <a:gd name="adj" fmla="val 0"/>
            </a:avLst>
          </a:prstGeom>
          <a:solidFill>
            <a:srgbClr val="FFFFFF">
              <a:shade val="85000"/>
            </a:srgbClr>
          </a:solidFill>
          <a:ln w="38100">
            <a:solidFill>
              <a:sysClr val="window" lastClr="FFFFFF"/>
            </a:solidFill>
          </a:ln>
          <a:effectLst>
            <a:outerShdw blurRad="50800" dist="38100" dir="2700000" algn="tl" rotWithShape="0">
              <a:prstClr val="black">
                <a:alpha val="40000"/>
              </a:prstClr>
            </a:outerShdw>
          </a:effectLst>
        </p:spPr>
      </p:pic>
      <p:sp>
        <p:nvSpPr>
          <p:cNvPr id="14" name="标题 2">
            <a:extLst>
              <a:ext uri="{FF2B5EF4-FFF2-40B4-BE49-F238E27FC236}">
                <a16:creationId xmlns:a16="http://schemas.microsoft.com/office/drawing/2014/main" id="{231E4E01-DCD1-4859-9EDF-A689B336BF64}"/>
              </a:ext>
            </a:extLst>
          </p:cNvPr>
          <p:cNvSpPr txBox="1">
            <a:spLocks/>
          </p:cNvSpPr>
          <p:nvPr/>
        </p:nvSpPr>
        <p:spPr>
          <a:xfrm>
            <a:off x="1052363" y="1379389"/>
            <a:ext cx="7173797" cy="532750"/>
          </a:xfrm>
          <a:prstGeom prst="rect">
            <a:avLst/>
          </a:prstGeom>
        </p:spPr>
        <p:txBody>
          <a:bodyPr/>
          <a:lstStyle>
            <a:lvl1pPr algn="l" defTabSz="914400" rtl="0" eaLnBrk="1" latinLnBrk="0" hangingPunct="1">
              <a:spcBef>
                <a:spcPct val="0"/>
              </a:spcBef>
              <a:buNone/>
              <a:defRPr sz="2800" kern="1200">
                <a:solidFill>
                  <a:schemeClr val="tx1"/>
                </a:solidFill>
                <a:latin typeface="微软雅黑" pitchFamily="34" charset="-122"/>
                <a:ea typeface="微软雅黑" pitchFamily="34" charset="-122"/>
                <a:cs typeface="+mj-cs"/>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j-cs"/>
              </a:rPr>
              <a:t>党的十九大</a:t>
            </a:r>
          </a:p>
        </p:txBody>
      </p:sp>
      <p:cxnSp>
        <p:nvCxnSpPr>
          <p:cNvPr id="15" name="直接箭头连接符 14">
            <a:extLst>
              <a:ext uri="{FF2B5EF4-FFF2-40B4-BE49-F238E27FC236}">
                <a16:creationId xmlns:a16="http://schemas.microsoft.com/office/drawing/2014/main" id="{A5253A2E-CBC5-42C3-BF34-852B31A4439C}"/>
              </a:ext>
            </a:extLst>
          </p:cNvPr>
          <p:cNvCxnSpPr/>
          <p:nvPr/>
        </p:nvCxnSpPr>
        <p:spPr>
          <a:xfrm>
            <a:off x="1028650" y="2104124"/>
            <a:ext cx="7200000" cy="0"/>
          </a:xfrm>
          <a:prstGeom prst="straightConnector1">
            <a:avLst/>
          </a:prstGeom>
          <a:noFill/>
          <a:ln w="12700" cap="flat" cmpd="sng" algn="ctr">
            <a:solidFill>
              <a:srgbClr val="C00000">
                <a:alpha val="50000"/>
              </a:srgbClr>
            </a:solidFill>
            <a:prstDash val="solid"/>
            <a:miter lim="800000"/>
            <a:headEnd type="triangle"/>
            <a:tailEnd type="triangle"/>
          </a:ln>
          <a:effectLst/>
        </p:spPr>
      </p:cxnSp>
    </p:spTree>
    <p:extLst>
      <p:ext uri="{BB962C8B-B14F-4D97-AF65-F5344CB8AC3E}">
        <p14:creationId xmlns:p14="http://schemas.microsoft.com/office/powerpoint/2010/main" val="3867437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650"/>
                            </p:stCondLst>
                            <p:childTnLst>
                              <p:par>
                                <p:cTn id="13" presetID="16" presetClass="entr" presetSubtype="37"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outVertical)">
                                      <p:cBhvr>
                                        <p:cTn id="15" dur="500"/>
                                        <p:tgtEl>
                                          <p:spTgt spid="15"/>
                                        </p:tgtEl>
                                      </p:cBhvr>
                                    </p:animEffect>
                                  </p:childTnLst>
                                </p:cTn>
                              </p:par>
                            </p:childTnLst>
                          </p:cTn>
                        </p:par>
                        <p:par>
                          <p:cTn id="16" fill="hold">
                            <p:stCondLst>
                              <p:cond delay="215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26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pic>
        <p:nvPicPr>
          <p:cNvPr id="11" name="图片 10">
            <a:extLst>
              <a:ext uri="{FF2B5EF4-FFF2-40B4-BE49-F238E27FC236}">
                <a16:creationId xmlns:a16="http://schemas.microsoft.com/office/drawing/2014/main" id="{49C50E6B-59DB-4F30-AF40-B39913FE863A}"/>
              </a:ext>
            </a:extLst>
          </p:cNvPr>
          <p:cNvPicPr>
            <a:picLocks noChangeAspect="1"/>
          </p:cNvPicPr>
          <p:nvPr/>
        </p:nvPicPr>
        <p:blipFill>
          <a:blip r:embed="rId4"/>
          <a:stretch>
            <a:fillRect/>
          </a:stretch>
        </p:blipFill>
        <p:spPr>
          <a:xfrm>
            <a:off x="0" y="759671"/>
            <a:ext cx="9144000" cy="6098329"/>
          </a:xfrm>
          <a:prstGeom prst="rect">
            <a:avLst/>
          </a:prstGeom>
        </p:spPr>
      </p:pic>
    </p:spTree>
    <p:extLst>
      <p:ext uri="{BB962C8B-B14F-4D97-AF65-F5344CB8AC3E}">
        <p14:creationId xmlns:p14="http://schemas.microsoft.com/office/powerpoint/2010/main" val="2863648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矩形 8">
            <a:extLst>
              <a:ext uri="{FF2B5EF4-FFF2-40B4-BE49-F238E27FC236}">
                <a16:creationId xmlns:a16="http://schemas.microsoft.com/office/drawing/2014/main" id="{B6AD280D-D1F1-435C-A95A-1456283639B9}"/>
              </a:ext>
            </a:extLst>
          </p:cNvPr>
          <p:cNvSpPr/>
          <p:nvPr/>
        </p:nvSpPr>
        <p:spPr>
          <a:xfrm>
            <a:off x="4404049" y="2480011"/>
            <a:ext cx="4504628" cy="3459409"/>
          </a:xfrm>
          <a:prstGeom prst="rect">
            <a:avLst/>
          </a:prstGeom>
          <a:noFill/>
        </p:spPr>
        <p:txBody>
          <a:bodyPr wrap="square" rtlCol="0">
            <a:spAutoFit/>
          </a:bodyPr>
          <a:lstStyle/>
          <a:p>
            <a:pPr algn="just" defTabSz="1219170">
              <a:lnSpc>
                <a:spcPct val="150000"/>
              </a:lnSpc>
            </a:pPr>
            <a:r>
              <a:rPr lang="en-US" altLang="zh-CN" sz="2000" dirty="0">
                <a:solidFill>
                  <a:prstClr val="black">
                    <a:lumMod val="85000"/>
                    <a:lumOff val="15000"/>
                  </a:prstClr>
                </a:solidFill>
                <a:latin typeface="微软雅黑" panose="020B0503020204020204" pitchFamily="34" charset="-122"/>
                <a:ea typeface="微软雅黑" panose="020B0503020204020204" pitchFamily="34" charset="-122"/>
              </a:rPr>
              <a:t>       </a:t>
            </a:r>
            <a:r>
              <a:rPr lang="zh-CN" altLang="zh-CN" sz="2000" dirty="0">
                <a:solidFill>
                  <a:prstClr val="black">
                    <a:lumMod val="85000"/>
                    <a:lumOff val="15000"/>
                  </a:prstClr>
                </a:solidFill>
                <a:latin typeface="微软雅黑" panose="020B0503020204020204" pitchFamily="34" charset="-122"/>
                <a:ea typeface="微软雅黑" panose="020B0503020204020204" pitchFamily="34" charset="-122"/>
              </a:rPr>
              <a:t>必须认识到，我国社会主要矛盾的变化，没有改变我们对我国社会主义所处历史阶段的判断，我国仍处于并将长期处于社会主义初级阶段的基本国情没有变，我国是世界最大发展中国家的国际地位没有变。</a:t>
            </a:r>
            <a:endParaRPr lang="en-US" altLang="zh-CN" sz="2000" dirty="0">
              <a:solidFill>
                <a:prstClr val="black">
                  <a:lumMod val="85000"/>
                  <a:lumOff val="15000"/>
                </a:prstClr>
              </a:solidFill>
              <a:latin typeface="微软雅黑" panose="020B0503020204020204" pitchFamily="34" charset="-122"/>
              <a:ea typeface="微软雅黑" panose="020B0503020204020204" pitchFamily="34" charset="-122"/>
            </a:endParaRPr>
          </a:p>
          <a:p>
            <a:pPr algn="r" defTabSz="1219170" fontAlgn="base">
              <a:lnSpc>
                <a:spcPct val="120000"/>
              </a:lnSpc>
              <a:spcBef>
                <a:spcPts val="1200"/>
              </a:spcBef>
              <a:spcAft>
                <a:spcPct val="0"/>
              </a:spcAft>
              <a:defRPr/>
            </a:pPr>
            <a:r>
              <a:rPr lang="en-US" altLang="zh-CN" sz="1200" dirty="0">
                <a:solidFill>
                  <a:prstClr val="black">
                    <a:lumMod val="75000"/>
                    <a:lumOff val="25000"/>
                  </a:prstClr>
                </a:solidFill>
                <a:latin typeface="微软雅黑"/>
                <a:ea typeface="微软雅黑"/>
              </a:rPr>
              <a:t>             </a:t>
            </a:r>
            <a:r>
              <a:rPr lang="en-US" altLang="zh-CN" sz="1200" dirty="0">
                <a:solidFill>
                  <a:prstClr val="black">
                    <a:lumMod val="85000"/>
                    <a:lumOff val="15000"/>
                  </a:prstClr>
                </a:solidFill>
                <a:latin typeface="微软雅黑"/>
                <a:ea typeface="微软雅黑"/>
              </a:rPr>
              <a:t>——</a:t>
            </a:r>
            <a:r>
              <a:rPr lang="en-US" altLang="zh-CN" sz="1200" dirty="0">
                <a:solidFill>
                  <a:prstClr val="black">
                    <a:lumMod val="85000"/>
                    <a:lumOff val="15000"/>
                  </a:prstClr>
                </a:solidFill>
                <a:latin typeface="微软雅黑" panose="020B0503020204020204" pitchFamily="34" charset="-122"/>
                <a:ea typeface="微软雅黑" panose="020B0503020204020204" pitchFamily="34" charset="-122"/>
              </a:rPr>
              <a:t>2017</a:t>
            </a: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年</a:t>
            </a:r>
            <a:r>
              <a:rPr lang="en-US" altLang="zh-CN" sz="1200" dirty="0">
                <a:solidFill>
                  <a:prstClr val="black">
                    <a:lumMod val="85000"/>
                    <a:lumOff val="15000"/>
                  </a:prstClr>
                </a:solidFill>
                <a:latin typeface="微软雅黑" panose="020B0503020204020204" pitchFamily="34" charset="-122"/>
                <a:ea typeface="微软雅黑" panose="020B0503020204020204" pitchFamily="34" charset="-122"/>
              </a:rPr>
              <a:t>10</a:t>
            </a: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月</a:t>
            </a:r>
            <a:r>
              <a:rPr lang="en-US" altLang="zh-CN" sz="1200" dirty="0">
                <a:solidFill>
                  <a:prstClr val="black">
                    <a:lumMod val="85000"/>
                    <a:lumOff val="15000"/>
                  </a:prstClr>
                </a:solidFill>
                <a:latin typeface="微软雅黑" panose="020B0503020204020204" pitchFamily="34" charset="-122"/>
                <a:ea typeface="微软雅黑" panose="020B0503020204020204" pitchFamily="34" charset="-122"/>
              </a:rPr>
              <a:t>18</a:t>
            </a: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日，习近平在中国共产党</a:t>
            </a:r>
            <a:endParaRPr lang="en-US" altLang="zh-CN" sz="1200" dirty="0">
              <a:solidFill>
                <a:prstClr val="black">
                  <a:lumMod val="85000"/>
                  <a:lumOff val="15000"/>
                </a:prstClr>
              </a:solidFill>
              <a:latin typeface="微软雅黑" panose="020B0503020204020204" pitchFamily="34" charset="-122"/>
              <a:ea typeface="微软雅黑" panose="020B0503020204020204" pitchFamily="34" charset="-122"/>
            </a:endParaRPr>
          </a:p>
          <a:p>
            <a:pPr algn="r" defTabSz="1219170" fontAlgn="base">
              <a:lnSpc>
                <a:spcPct val="120000"/>
              </a:lnSpc>
              <a:spcAft>
                <a:spcPct val="0"/>
              </a:spcAft>
              <a:defRPr/>
            </a:pP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第十九次全国代表大会上的报告</a:t>
            </a:r>
          </a:p>
        </p:txBody>
      </p:sp>
      <p:pic>
        <p:nvPicPr>
          <p:cNvPr id="11" name="图片 10">
            <a:extLst>
              <a:ext uri="{FF2B5EF4-FFF2-40B4-BE49-F238E27FC236}">
                <a16:creationId xmlns:a16="http://schemas.microsoft.com/office/drawing/2014/main" id="{FF3A2BDE-E709-459D-A9AB-90FBA0F8F3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987" y="2492456"/>
            <a:ext cx="3695537" cy="3434520"/>
          </a:xfrm>
          <a:prstGeom prst="roundRect">
            <a:avLst>
              <a:gd name="adj" fmla="val 0"/>
            </a:avLst>
          </a:prstGeom>
          <a:solidFill>
            <a:srgbClr val="FFFFFF">
              <a:shade val="85000"/>
            </a:srgbClr>
          </a:solidFill>
          <a:ln>
            <a:noFill/>
          </a:ln>
          <a:effectLst>
            <a:outerShdw blurRad="50800" dist="38100" dir="2700000" algn="tl" rotWithShape="0">
              <a:prstClr val="black">
                <a:alpha val="40000"/>
              </a:prstClr>
            </a:outerShdw>
          </a:effectLst>
        </p:spPr>
      </p:pic>
      <p:sp>
        <p:nvSpPr>
          <p:cNvPr id="12" name="文本框 11">
            <a:extLst>
              <a:ext uri="{FF2B5EF4-FFF2-40B4-BE49-F238E27FC236}">
                <a16:creationId xmlns:a16="http://schemas.microsoft.com/office/drawing/2014/main" id="{4EEF2B5A-4F16-4098-B68B-1FF5470A5E41}"/>
              </a:ext>
            </a:extLst>
          </p:cNvPr>
          <p:cNvSpPr txBox="1"/>
          <p:nvPr/>
        </p:nvSpPr>
        <p:spPr>
          <a:xfrm>
            <a:off x="204037" y="1125636"/>
            <a:ext cx="8861869" cy="941155"/>
          </a:xfrm>
          <a:prstGeom prst="rect">
            <a:avLst/>
          </a:prstGeom>
        </p:spPr>
        <p:txBody>
          <a:bodyPr wrap="square">
            <a:spAutoFit/>
          </a:bodyPr>
          <a:lstStyle>
            <a:defPPr>
              <a:defRPr lang="zh-CN"/>
            </a:defPPr>
            <a:lvl1pPr>
              <a:defRPr sz="2400" b="1">
                <a:solidFill>
                  <a:schemeClr val="accent2"/>
                </a:solidFill>
                <a:latin typeface="微软雅黑" pitchFamily="34" charset="-122"/>
                <a:ea typeface="微软雅黑" pitchFamily="34" charset="-122"/>
              </a:defRPr>
            </a:lvl1pPr>
          </a:lstStyle>
          <a:p>
            <a:pPr marL="0" marR="0" lvl="0" indent="0" algn="ctr" defTabSz="1219170" eaLnBrk="1" fontAlgn="auto" latinLnBrk="0" hangingPunct="1">
              <a:lnSpc>
                <a:spcPct val="12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我国社会主要矛盾的变化没有改变</a:t>
            </a:r>
          </a:p>
          <a:p>
            <a:pPr marL="0" marR="0" lvl="0" indent="0" algn="ctr" defTabSz="1219170" eaLnBrk="1" fontAlgn="auto" latinLnBrk="0" hangingPunct="1">
              <a:lnSpc>
                <a:spcPct val="12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solidFill>
                <a:effectLst/>
                <a:uLnTx/>
                <a:uFillTx/>
                <a:latin typeface="微软雅黑" pitchFamily="34" charset="-122"/>
                <a:ea typeface="微软雅黑" pitchFamily="34" charset="-122"/>
              </a:rPr>
              <a:t>对我国社会主义所处历史阶段的判断</a:t>
            </a:r>
          </a:p>
        </p:txBody>
      </p:sp>
    </p:spTree>
    <p:extLst>
      <p:ext uri="{BB962C8B-B14F-4D97-AF65-F5344CB8AC3E}">
        <p14:creationId xmlns:p14="http://schemas.microsoft.com/office/powerpoint/2010/main" val="158323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125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750"/>
                            </p:stCondLst>
                            <p:childTnLst>
                              <p:par>
                                <p:cTn id="13" presetID="10" presetClass="entr" presetSubtype="0" fill="hold" grpId="0" nodeType="afterEffect">
                                  <p:stCondLst>
                                    <p:cond delay="0"/>
                                  </p:stCondLst>
                                  <p:iterate type="wd">
                                    <p:tmPct val="10000"/>
                                  </p:iterate>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4" cstate="print"/>
          <a:stretch>
            <a:fillRect/>
          </a:stretch>
        </p:blipFill>
        <p:spPr>
          <a:xfrm>
            <a:off x="6104997" y="68437"/>
            <a:ext cx="1650991" cy="462116"/>
          </a:xfrm>
          <a:prstGeom prst="rect">
            <a:avLst/>
          </a:prstGeom>
        </p:spPr>
      </p:pic>
      <p:grpSp>
        <p:nvGrpSpPr>
          <p:cNvPr id="9" name="20428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7A46A709-3AC4-4FE6-873D-EC9CCB0D61D3}"/>
              </a:ext>
            </a:extLst>
          </p:cNvPr>
          <p:cNvGrpSpPr>
            <a:grpSpLocks noChangeAspect="1"/>
          </p:cNvGrpSpPr>
          <p:nvPr>
            <p:custDataLst>
              <p:tags r:id="rId2"/>
            </p:custDataLst>
          </p:nvPr>
        </p:nvGrpSpPr>
        <p:grpSpPr>
          <a:xfrm>
            <a:off x="0" y="2379637"/>
            <a:ext cx="9144000" cy="3624056"/>
            <a:chOff x="1" y="1539000"/>
            <a:chExt cx="12192000" cy="4606082"/>
          </a:xfrm>
          <a:effectLst>
            <a:outerShdw blurRad="50800" dist="38100" dir="2700000" algn="tl" rotWithShape="0">
              <a:prstClr val="black">
                <a:alpha val="40000"/>
              </a:prstClr>
            </a:outerShdw>
          </a:effectLst>
        </p:grpSpPr>
        <p:sp>
          <p:nvSpPr>
            <p:cNvPr id="11" name="iṡļïdê">
              <a:extLst>
                <a:ext uri="{FF2B5EF4-FFF2-40B4-BE49-F238E27FC236}">
                  <a16:creationId xmlns:a16="http://schemas.microsoft.com/office/drawing/2014/main" id="{3908A0C0-5203-4113-9982-AB9A00ACC5B3}"/>
                </a:ext>
              </a:extLst>
            </p:cNvPr>
            <p:cNvSpPr/>
            <p:nvPr/>
          </p:nvSpPr>
          <p:spPr>
            <a:xfrm>
              <a:off x="1" y="4077129"/>
              <a:ext cx="12192000" cy="2067953"/>
            </a:xfrm>
            <a:prstGeom prst="trapezoid">
              <a:avLst>
                <a:gd name="adj" fmla="val 92298"/>
              </a:avLst>
            </a:prstGeom>
            <a:solidFill>
              <a:sysClr val="window" lastClr="FFFFFF">
                <a:lumMod val="95000"/>
              </a:sysClr>
            </a:solidFill>
            <a:ln w="12700" cap="flat" cmpd="sng" algn="ctr">
              <a:noFill/>
              <a:prstDash val="solid"/>
              <a:miter lim="800000"/>
            </a:ln>
            <a:effectLst/>
          </p:spPr>
          <p:txBody>
            <a:bodyPr anchor="b"/>
            <a:lstStyle/>
            <a:p>
              <a:pPr algn="ctr" defTabSz="913765">
                <a:lnSpc>
                  <a:spcPct val="150000"/>
                </a:lnSpc>
                <a:buSzPct val="25000"/>
                <a:defRPr/>
              </a:pPr>
              <a:endParaRPr lang="de-DE" altLang="zh-CN" sz="1400" kern="0" dirty="0">
                <a:solidFill>
                  <a:prstClr val="black"/>
                </a:solidFill>
                <a:ea typeface="微软雅黑"/>
              </a:endParaRPr>
            </a:p>
          </p:txBody>
        </p:sp>
        <p:grpSp>
          <p:nvGrpSpPr>
            <p:cNvPr id="12" name="íṣľîḓê">
              <a:extLst>
                <a:ext uri="{FF2B5EF4-FFF2-40B4-BE49-F238E27FC236}">
                  <a16:creationId xmlns:a16="http://schemas.microsoft.com/office/drawing/2014/main" id="{187340A6-CF4B-4058-B973-E5ADDD0BE623}"/>
                </a:ext>
              </a:extLst>
            </p:cNvPr>
            <p:cNvGrpSpPr/>
            <p:nvPr/>
          </p:nvGrpSpPr>
          <p:grpSpPr>
            <a:xfrm>
              <a:off x="1356784" y="1539000"/>
              <a:ext cx="9092128" cy="3161994"/>
              <a:chOff x="1356784" y="1917130"/>
              <a:chExt cx="9092128" cy="3161994"/>
            </a:xfrm>
          </p:grpSpPr>
          <p:grpSp>
            <p:nvGrpSpPr>
              <p:cNvPr id="14" name="iṧḻiḍe">
                <a:extLst>
                  <a:ext uri="{FF2B5EF4-FFF2-40B4-BE49-F238E27FC236}">
                    <a16:creationId xmlns:a16="http://schemas.microsoft.com/office/drawing/2014/main" id="{614E54A7-51C4-4A12-B5E8-E4E4AD179C12}"/>
                  </a:ext>
                </a:extLst>
              </p:cNvPr>
              <p:cNvGrpSpPr/>
              <p:nvPr/>
            </p:nvGrpSpPr>
            <p:grpSpPr>
              <a:xfrm>
                <a:off x="1356784" y="1917130"/>
                <a:ext cx="2853696" cy="3161994"/>
                <a:chOff x="1356784" y="1917130"/>
                <a:chExt cx="2853696" cy="3161994"/>
              </a:xfrm>
            </p:grpSpPr>
            <p:sp>
              <p:nvSpPr>
                <p:cNvPr id="26" name="îṣ1iḍè">
                  <a:extLst>
                    <a:ext uri="{FF2B5EF4-FFF2-40B4-BE49-F238E27FC236}">
                      <a16:creationId xmlns:a16="http://schemas.microsoft.com/office/drawing/2014/main" id="{75D29130-04EF-4FA2-94FB-1F6EE5C98E4A}"/>
                    </a:ext>
                  </a:extLst>
                </p:cNvPr>
                <p:cNvSpPr/>
                <p:nvPr/>
              </p:nvSpPr>
              <p:spPr>
                <a:xfrm>
                  <a:off x="1356784" y="1917130"/>
                  <a:ext cx="2853695" cy="3161994"/>
                </a:xfrm>
                <a:prstGeom prst="snip1Rect">
                  <a:avLst>
                    <a:gd name="adj" fmla="val 0"/>
                  </a:avLst>
                </a:prstGeom>
                <a:solidFill>
                  <a:sysClr val="window" lastClr="FFFFFF"/>
                </a:solidFill>
                <a:ln w="3175" cap="flat" cmpd="sng" algn="ctr">
                  <a:solidFill>
                    <a:srgbClr val="F32A32"/>
                  </a:solidFill>
                  <a:prstDash val="solid"/>
                  <a:miter lim="800000"/>
                </a:ln>
                <a:effectLst/>
              </p:spPr>
              <p:txBody>
                <a:bodyPr anchor="ctr"/>
                <a:lstStyle/>
                <a:p>
                  <a:pPr algn="ctr" defTabSz="1219170">
                    <a:defRPr/>
                  </a:pPr>
                  <a:endParaRPr sz="2400" kern="0">
                    <a:solidFill>
                      <a:prstClr val="white"/>
                    </a:solidFill>
                    <a:ea typeface="微软雅黑"/>
                  </a:endParaRPr>
                </a:p>
              </p:txBody>
            </p:sp>
            <p:sp>
              <p:nvSpPr>
                <p:cNvPr id="27" name="isľíde">
                  <a:extLst>
                    <a:ext uri="{FF2B5EF4-FFF2-40B4-BE49-F238E27FC236}">
                      <a16:creationId xmlns:a16="http://schemas.microsoft.com/office/drawing/2014/main" id="{EDFD2AE0-3C56-464A-ADB7-40B46970B902}"/>
                    </a:ext>
                  </a:extLst>
                </p:cNvPr>
                <p:cNvSpPr/>
                <p:nvPr/>
              </p:nvSpPr>
              <p:spPr>
                <a:xfrm>
                  <a:off x="1356785" y="4955943"/>
                  <a:ext cx="2853695" cy="123181"/>
                </a:xfrm>
                <a:prstGeom prst="rect">
                  <a:avLst/>
                </a:prstGeom>
                <a:solidFill>
                  <a:srgbClr val="F32A32"/>
                </a:solidFill>
                <a:ln w="3175">
                  <a:noFill/>
                  <a:prstDash val="solid"/>
                  <a:round/>
                  <a:headEnd/>
                  <a:tailEnd/>
                </a:ln>
                <a:effectLst/>
              </p:spPr>
              <p:txBody>
                <a:bodyPr anchor="ctr"/>
                <a:lstStyle/>
                <a:p>
                  <a:pPr algn="ctr" defTabSz="1219170">
                    <a:defRPr/>
                  </a:pPr>
                  <a:endParaRPr sz="2400" kern="0">
                    <a:solidFill>
                      <a:prstClr val="black"/>
                    </a:solidFill>
                    <a:ea typeface="微软雅黑"/>
                  </a:endParaRPr>
                </a:p>
              </p:txBody>
            </p:sp>
          </p:grpSp>
          <p:grpSp>
            <p:nvGrpSpPr>
              <p:cNvPr id="15" name="íṡḷíḋè">
                <a:extLst>
                  <a:ext uri="{FF2B5EF4-FFF2-40B4-BE49-F238E27FC236}">
                    <a16:creationId xmlns:a16="http://schemas.microsoft.com/office/drawing/2014/main" id="{C685AE22-C9B7-4494-9FF0-58FD6AB6E885}"/>
                  </a:ext>
                </a:extLst>
              </p:cNvPr>
              <p:cNvGrpSpPr/>
              <p:nvPr/>
            </p:nvGrpSpPr>
            <p:grpSpPr>
              <a:xfrm>
                <a:off x="4476000" y="1917130"/>
                <a:ext cx="2853696" cy="3161994"/>
                <a:chOff x="1356784" y="1917130"/>
                <a:chExt cx="2853696" cy="3161994"/>
              </a:xfrm>
            </p:grpSpPr>
            <p:sp>
              <p:nvSpPr>
                <p:cNvPr id="23" name="îṡ1îďè">
                  <a:extLst>
                    <a:ext uri="{FF2B5EF4-FFF2-40B4-BE49-F238E27FC236}">
                      <a16:creationId xmlns:a16="http://schemas.microsoft.com/office/drawing/2014/main" id="{859F888D-FB2E-463A-A88A-1D40F00EE423}"/>
                    </a:ext>
                  </a:extLst>
                </p:cNvPr>
                <p:cNvSpPr/>
                <p:nvPr/>
              </p:nvSpPr>
              <p:spPr>
                <a:xfrm>
                  <a:off x="1356784" y="1917130"/>
                  <a:ext cx="2853694" cy="3161994"/>
                </a:xfrm>
                <a:prstGeom prst="snip1Rect">
                  <a:avLst>
                    <a:gd name="adj" fmla="val 0"/>
                  </a:avLst>
                </a:prstGeom>
                <a:solidFill>
                  <a:sysClr val="window" lastClr="FFFFFF"/>
                </a:solidFill>
                <a:ln w="3175" cap="flat" cmpd="sng" algn="ctr">
                  <a:solidFill>
                    <a:srgbClr val="5B9BD5"/>
                  </a:solidFill>
                  <a:prstDash val="solid"/>
                  <a:miter lim="800000"/>
                </a:ln>
                <a:effectLst/>
              </p:spPr>
              <p:txBody>
                <a:bodyPr anchor="ctr"/>
                <a:lstStyle/>
                <a:p>
                  <a:pPr algn="ctr" defTabSz="1219170">
                    <a:defRPr/>
                  </a:pPr>
                  <a:endParaRPr sz="2400" kern="0">
                    <a:solidFill>
                      <a:prstClr val="white"/>
                    </a:solidFill>
                    <a:ea typeface="微软雅黑"/>
                  </a:endParaRPr>
                </a:p>
              </p:txBody>
            </p:sp>
            <p:sp>
              <p:nvSpPr>
                <p:cNvPr id="25" name="íṧ1ïḓe">
                  <a:extLst>
                    <a:ext uri="{FF2B5EF4-FFF2-40B4-BE49-F238E27FC236}">
                      <a16:creationId xmlns:a16="http://schemas.microsoft.com/office/drawing/2014/main" id="{04309F7F-DA55-4022-A07C-65A434165FFC}"/>
                    </a:ext>
                  </a:extLst>
                </p:cNvPr>
                <p:cNvSpPr/>
                <p:nvPr/>
              </p:nvSpPr>
              <p:spPr>
                <a:xfrm>
                  <a:off x="1356785" y="4955943"/>
                  <a:ext cx="2853695" cy="123181"/>
                </a:xfrm>
                <a:prstGeom prst="rect">
                  <a:avLst/>
                </a:prstGeom>
                <a:solidFill>
                  <a:srgbClr val="5B9BD5"/>
                </a:solidFill>
                <a:ln w="3175">
                  <a:noFill/>
                  <a:prstDash val="solid"/>
                  <a:round/>
                  <a:headEnd/>
                  <a:tailEnd/>
                </a:ln>
                <a:effectLst/>
              </p:spPr>
              <p:txBody>
                <a:bodyPr anchor="ctr"/>
                <a:lstStyle/>
                <a:p>
                  <a:pPr algn="ctr" defTabSz="1219170">
                    <a:defRPr/>
                  </a:pPr>
                  <a:endParaRPr sz="2400" kern="0">
                    <a:solidFill>
                      <a:prstClr val="black"/>
                    </a:solidFill>
                    <a:ea typeface="微软雅黑"/>
                  </a:endParaRPr>
                </a:p>
              </p:txBody>
            </p:sp>
          </p:grpSp>
          <p:grpSp>
            <p:nvGrpSpPr>
              <p:cNvPr id="17" name="iŝ1ïḑe">
                <a:extLst>
                  <a:ext uri="{FF2B5EF4-FFF2-40B4-BE49-F238E27FC236}">
                    <a16:creationId xmlns:a16="http://schemas.microsoft.com/office/drawing/2014/main" id="{B12CD53D-B18D-408D-B444-A2F8AEBD504B}"/>
                  </a:ext>
                </a:extLst>
              </p:cNvPr>
              <p:cNvGrpSpPr/>
              <p:nvPr/>
            </p:nvGrpSpPr>
            <p:grpSpPr>
              <a:xfrm>
                <a:off x="7595216" y="1917130"/>
                <a:ext cx="2853696" cy="3161994"/>
                <a:chOff x="1356784" y="1917130"/>
                <a:chExt cx="2853696" cy="3161994"/>
              </a:xfrm>
            </p:grpSpPr>
            <p:sp>
              <p:nvSpPr>
                <p:cNvPr id="18" name="iš1îḑê">
                  <a:extLst>
                    <a:ext uri="{FF2B5EF4-FFF2-40B4-BE49-F238E27FC236}">
                      <a16:creationId xmlns:a16="http://schemas.microsoft.com/office/drawing/2014/main" id="{D431A09D-279F-4E24-8905-81C931D021D9}"/>
                    </a:ext>
                  </a:extLst>
                </p:cNvPr>
                <p:cNvSpPr/>
                <p:nvPr/>
              </p:nvSpPr>
              <p:spPr>
                <a:xfrm>
                  <a:off x="1356784" y="1917130"/>
                  <a:ext cx="2853695" cy="3161993"/>
                </a:xfrm>
                <a:prstGeom prst="snip1Rect">
                  <a:avLst>
                    <a:gd name="adj" fmla="val 0"/>
                  </a:avLst>
                </a:prstGeom>
                <a:solidFill>
                  <a:sysClr val="window" lastClr="FFFFFF"/>
                </a:solidFill>
                <a:ln w="3175" cap="flat" cmpd="sng" algn="ctr">
                  <a:solidFill>
                    <a:srgbClr val="ED7D31">
                      <a:lumMod val="75000"/>
                    </a:srgbClr>
                  </a:solidFill>
                  <a:prstDash val="solid"/>
                  <a:miter lim="800000"/>
                </a:ln>
                <a:effectLst/>
              </p:spPr>
              <p:txBody>
                <a:bodyPr anchor="ctr"/>
                <a:lstStyle/>
                <a:p>
                  <a:pPr algn="ctr" defTabSz="1219170">
                    <a:defRPr/>
                  </a:pPr>
                  <a:endParaRPr sz="2400" kern="0">
                    <a:solidFill>
                      <a:prstClr val="white"/>
                    </a:solidFill>
                    <a:ea typeface="微软雅黑"/>
                  </a:endParaRPr>
                </a:p>
              </p:txBody>
            </p:sp>
            <p:sp>
              <p:nvSpPr>
                <p:cNvPr id="19" name="iṥľïḍé">
                  <a:extLst>
                    <a:ext uri="{FF2B5EF4-FFF2-40B4-BE49-F238E27FC236}">
                      <a16:creationId xmlns:a16="http://schemas.microsoft.com/office/drawing/2014/main" id="{2966FC37-5E85-4B07-B90E-4EDFFD6EFD98}"/>
                    </a:ext>
                  </a:extLst>
                </p:cNvPr>
                <p:cNvSpPr/>
                <p:nvPr/>
              </p:nvSpPr>
              <p:spPr>
                <a:xfrm>
                  <a:off x="1356785" y="4955943"/>
                  <a:ext cx="2853695" cy="123181"/>
                </a:xfrm>
                <a:prstGeom prst="rect">
                  <a:avLst/>
                </a:prstGeom>
                <a:solidFill>
                  <a:srgbClr val="ED7D31">
                    <a:lumMod val="75000"/>
                  </a:srgbClr>
                </a:solidFill>
                <a:ln w="3175">
                  <a:noFill/>
                  <a:prstDash val="solid"/>
                  <a:round/>
                  <a:headEnd/>
                  <a:tailEnd/>
                </a:ln>
                <a:effectLst/>
              </p:spPr>
              <p:txBody>
                <a:bodyPr anchor="ctr"/>
                <a:lstStyle/>
                <a:p>
                  <a:pPr algn="ctr" defTabSz="1219170">
                    <a:defRPr/>
                  </a:pPr>
                  <a:endParaRPr sz="2400" kern="0">
                    <a:solidFill>
                      <a:prstClr val="black"/>
                    </a:solidFill>
                    <a:ea typeface="微软雅黑"/>
                  </a:endParaRPr>
                </a:p>
              </p:txBody>
            </p:sp>
          </p:grpSp>
        </p:grpSp>
      </p:grpSp>
      <p:sp>
        <p:nvSpPr>
          <p:cNvPr id="28" name="矩形 27">
            <a:extLst>
              <a:ext uri="{FF2B5EF4-FFF2-40B4-BE49-F238E27FC236}">
                <a16:creationId xmlns:a16="http://schemas.microsoft.com/office/drawing/2014/main" id="{EFE95954-9AA3-4F92-BABB-2D2740156650}"/>
              </a:ext>
            </a:extLst>
          </p:cNvPr>
          <p:cNvSpPr/>
          <p:nvPr/>
        </p:nvSpPr>
        <p:spPr>
          <a:xfrm>
            <a:off x="630628" y="920555"/>
            <a:ext cx="8407120" cy="581057"/>
          </a:xfrm>
          <a:prstGeom prst="rect">
            <a:avLst/>
          </a:prstGeom>
          <a:noFill/>
        </p:spPr>
        <p:txBody>
          <a:bodyPr wrap="square" rtlCol="0">
            <a:spAutoFit/>
          </a:bodyPr>
          <a:lstStyle/>
          <a:p>
            <a:pPr algn="ctr" defTabSz="1219170">
              <a:lnSpc>
                <a:spcPct val="150000"/>
              </a:lnSpc>
              <a:defRPr/>
            </a:pPr>
            <a:r>
              <a:rPr lang="zh-CN" altLang="en-US" sz="2400" b="1" dirty="0">
                <a:solidFill>
                  <a:prstClr val="black"/>
                </a:solidFill>
                <a:latin typeface="微软雅黑" panose="020B0503020204020204" pitchFamily="34" charset="-122"/>
                <a:ea typeface="微软雅黑" panose="020B0503020204020204" pitchFamily="34" charset="-122"/>
              </a:rPr>
              <a:t>正确理解我国社会主要矛盾变化同社会主义初级阶段的关系</a:t>
            </a:r>
          </a:p>
        </p:txBody>
      </p:sp>
      <p:sp>
        <p:nvSpPr>
          <p:cNvPr id="29" name="矩形 28">
            <a:extLst>
              <a:ext uri="{FF2B5EF4-FFF2-40B4-BE49-F238E27FC236}">
                <a16:creationId xmlns:a16="http://schemas.microsoft.com/office/drawing/2014/main" id="{ED3B44DE-98D5-484E-B881-8911C8478830}"/>
              </a:ext>
            </a:extLst>
          </p:cNvPr>
          <p:cNvSpPr/>
          <p:nvPr/>
        </p:nvSpPr>
        <p:spPr>
          <a:xfrm>
            <a:off x="3395755" y="2785879"/>
            <a:ext cx="2101515" cy="1615827"/>
          </a:xfrm>
          <a:prstGeom prst="rect">
            <a:avLst/>
          </a:prstGeom>
        </p:spPr>
        <p:txBody>
          <a:bodyPr wrap="square">
            <a:spAutoFit/>
          </a:bodyPr>
          <a:lstStyle/>
          <a:p>
            <a:pPr algn="ctr" defTabSz="1219170">
              <a:lnSpc>
                <a:spcPct val="150000"/>
              </a:lnSpc>
              <a:defRPr/>
            </a:pPr>
            <a:r>
              <a:rPr lang="zh-CN" altLang="en-US" sz="2200" b="1" dirty="0">
                <a:solidFill>
                  <a:prstClr val="black"/>
                </a:solidFill>
                <a:latin typeface="微软雅黑" panose="020B0503020204020204" pitchFamily="34" charset="-122"/>
                <a:ea typeface="微软雅黑" panose="020B0503020204020204" pitchFamily="34" charset="-122"/>
              </a:rPr>
              <a:t>我国社会主要矛盾不会一成不变</a:t>
            </a:r>
          </a:p>
        </p:txBody>
      </p:sp>
      <p:sp>
        <p:nvSpPr>
          <p:cNvPr id="30" name="矩形 29">
            <a:extLst>
              <a:ext uri="{FF2B5EF4-FFF2-40B4-BE49-F238E27FC236}">
                <a16:creationId xmlns:a16="http://schemas.microsoft.com/office/drawing/2014/main" id="{090BBE4F-DA96-46BC-B393-81006AADD062}"/>
              </a:ext>
            </a:extLst>
          </p:cNvPr>
          <p:cNvSpPr/>
          <p:nvPr/>
        </p:nvSpPr>
        <p:spPr>
          <a:xfrm>
            <a:off x="1002662" y="2785879"/>
            <a:ext cx="2081139" cy="1556003"/>
          </a:xfrm>
          <a:prstGeom prst="rect">
            <a:avLst/>
          </a:prstGeom>
        </p:spPr>
        <p:txBody>
          <a:bodyPr wrap="square">
            <a:spAutoFit/>
          </a:bodyPr>
          <a:lstStyle/>
          <a:p>
            <a:pPr algn="ctr" defTabSz="1219170">
              <a:lnSpc>
                <a:spcPct val="150000"/>
              </a:lnSpc>
              <a:buClr>
                <a:srgbClr val="C00000"/>
              </a:buClr>
              <a:defRPr/>
            </a:pPr>
            <a:r>
              <a:rPr lang="zh-CN" altLang="en-US" sz="2200" b="1" dirty="0">
                <a:solidFill>
                  <a:prstClr val="black"/>
                </a:solidFill>
                <a:latin typeface="微软雅黑" panose="020B0503020204020204" pitchFamily="34" charset="-122"/>
                <a:ea typeface="微软雅黑" panose="020B0503020204020204" pitchFamily="34" charset="-122"/>
              </a:rPr>
              <a:t>我国仍是世界上最大的发展中国家</a:t>
            </a:r>
          </a:p>
        </p:txBody>
      </p:sp>
      <p:sp>
        <p:nvSpPr>
          <p:cNvPr id="31" name="矩形 30">
            <a:extLst>
              <a:ext uri="{FF2B5EF4-FFF2-40B4-BE49-F238E27FC236}">
                <a16:creationId xmlns:a16="http://schemas.microsoft.com/office/drawing/2014/main" id="{E41E5D7D-A6EB-4DD5-B2FA-A4A67DF73426}"/>
              </a:ext>
            </a:extLst>
          </p:cNvPr>
          <p:cNvSpPr/>
          <p:nvPr/>
        </p:nvSpPr>
        <p:spPr>
          <a:xfrm>
            <a:off x="5609838" y="2751845"/>
            <a:ext cx="2313416" cy="1615827"/>
          </a:xfrm>
          <a:prstGeom prst="rect">
            <a:avLst/>
          </a:prstGeom>
        </p:spPr>
        <p:txBody>
          <a:bodyPr wrap="square">
            <a:spAutoFit/>
          </a:bodyPr>
          <a:lstStyle/>
          <a:p>
            <a:pPr marL="0" lvl="2" algn="ctr" defTabSz="1219170" fontAlgn="ctr">
              <a:lnSpc>
                <a:spcPct val="150000"/>
              </a:lnSpc>
              <a:buClr>
                <a:srgbClr val="C00000"/>
              </a:buClr>
              <a:buSzPct val="70000"/>
              <a:tabLst>
                <a:tab pos="182029" algn="l"/>
              </a:tabLst>
              <a:defRPr/>
            </a:pPr>
            <a:r>
              <a:rPr lang="zh-CN" altLang="en-US" sz="2200" b="1" dirty="0">
                <a:solidFill>
                  <a:prstClr val="black"/>
                </a:solidFill>
                <a:latin typeface="微软雅黑" panose="020B0503020204020204" pitchFamily="34" charset="-122"/>
                <a:ea typeface="微软雅黑" panose="020B0503020204020204" pitchFamily="34" charset="-122"/>
              </a:rPr>
              <a:t> 把“变”与“不变”这两个论断统一起来</a:t>
            </a:r>
          </a:p>
        </p:txBody>
      </p:sp>
    </p:spTree>
    <p:extLst>
      <p:ext uri="{BB962C8B-B14F-4D97-AF65-F5344CB8AC3E}">
        <p14:creationId xmlns:p14="http://schemas.microsoft.com/office/powerpoint/2010/main" val="84315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95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450"/>
                            </p:stCondLst>
                            <p:childTnLst>
                              <p:par>
                                <p:cTn id="13" presetID="10" presetClass="entr" presetSubtype="0" fill="hold" grpId="0" nodeType="afterEffect">
                                  <p:stCondLst>
                                    <p:cond delay="0"/>
                                  </p:stCondLst>
                                  <p:iterate type="wd">
                                    <p:tmPct val="10000"/>
                                  </p:iterate>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par>
                          <p:cTn id="16" fill="hold">
                            <p:stCondLst>
                              <p:cond delay="22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par>
                          <p:cTn id="20" fill="hold">
                            <p:stCondLst>
                              <p:cond delay="29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DE3A51A2-43BE-4D52-AFD0-C3B301B9F0D4}"/>
              </a:ext>
            </a:extLst>
          </p:cNvPr>
          <p:cNvSpPr txBox="1">
            <a:spLocks noChangeArrowheads="1"/>
          </p:cNvSpPr>
          <p:nvPr/>
        </p:nvSpPr>
        <p:spPr bwMode="auto">
          <a:xfrm>
            <a:off x="158942" y="758358"/>
            <a:ext cx="5946055"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2.</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如何认识中国特色社会主义进入新时代？</a:t>
            </a:r>
          </a:p>
        </p:txBody>
      </p:sp>
      <p:pic>
        <p:nvPicPr>
          <p:cNvPr id="12" name="图片 11">
            <a:extLst>
              <a:ext uri="{FF2B5EF4-FFF2-40B4-BE49-F238E27FC236}">
                <a16:creationId xmlns:a16="http://schemas.microsoft.com/office/drawing/2014/main" id="{39A9C06B-C56A-4BFB-A379-6E912D7C4B95}"/>
              </a:ext>
            </a:extLst>
          </p:cNvPr>
          <p:cNvPicPr>
            <a:picLocks noChangeAspect="1"/>
          </p:cNvPicPr>
          <p:nvPr/>
        </p:nvPicPr>
        <p:blipFill>
          <a:blip r:embed="rId4"/>
          <a:stretch>
            <a:fillRect/>
          </a:stretch>
        </p:blipFill>
        <p:spPr>
          <a:xfrm>
            <a:off x="-1" y="1379389"/>
            <a:ext cx="9144001" cy="5410174"/>
          </a:xfrm>
          <a:prstGeom prst="rect">
            <a:avLst/>
          </a:prstGeom>
        </p:spPr>
      </p:pic>
    </p:spTree>
    <p:extLst>
      <p:ext uri="{BB962C8B-B14F-4D97-AF65-F5344CB8AC3E}">
        <p14:creationId xmlns:p14="http://schemas.microsoft.com/office/powerpoint/2010/main" val="186754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950"/>
                            </p:stCondLst>
                            <p:childTnLst>
                              <p:par>
                                <p:cTn id="9" presetID="42"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68E9B660-BBF9-4D22-BE42-92DCC9FCEE33}"/>
              </a:ext>
            </a:extLst>
          </p:cNvPr>
          <p:cNvSpPr txBox="1">
            <a:spLocks noChangeArrowheads="1"/>
          </p:cNvSpPr>
          <p:nvPr/>
        </p:nvSpPr>
        <p:spPr bwMode="auto">
          <a:xfrm>
            <a:off x="179678" y="1038016"/>
            <a:ext cx="5946055"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3.</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新时代中国特色社会主义发展的战略安排</a:t>
            </a:r>
          </a:p>
        </p:txBody>
      </p:sp>
      <p:sp>
        <p:nvSpPr>
          <p:cNvPr id="11" name="Freeform 246">
            <a:extLst>
              <a:ext uri="{FF2B5EF4-FFF2-40B4-BE49-F238E27FC236}">
                <a16:creationId xmlns:a16="http://schemas.microsoft.com/office/drawing/2014/main" id="{91CCF3A2-BDF7-4A47-AE30-0E55BF413358}"/>
              </a:ext>
            </a:extLst>
          </p:cNvPr>
          <p:cNvSpPr>
            <a:spLocks/>
          </p:cNvSpPr>
          <p:nvPr/>
        </p:nvSpPr>
        <p:spPr bwMode="auto">
          <a:xfrm rot="303404">
            <a:off x="914380" y="2567433"/>
            <a:ext cx="6271959" cy="3572059"/>
          </a:xfrm>
          <a:custGeom>
            <a:avLst/>
            <a:gdLst>
              <a:gd name="T0" fmla="*/ 0 w 2479"/>
              <a:gd name="T1" fmla="*/ 1530 h 1530"/>
              <a:gd name="T2" fmla="*/ 763 w 2479"/>
              <a:gd name="T3" fmla="*/ 774 h 1530"/>
              <a:gd name="T4" fmla="*/ 1111 w 2479"/>
              <a:gd name="T5" fmla="*/ 1050 h 1530"/>
              <a:gd name="T6" fmla="*/ 1825 w 2479"/>
              <a:gd name="T7" fmla="*/ 390 h 1530"/>
              <a:gd name="T8" fmla="*/ 1597 w 2479"/>
              <a:gd name="T9" fmla="*/ 210 h 1530"/>
              <a:gd name="T10" fmla="*/ 2479 w 2479"/>
              <a:gd name="T11" fmla="*/ 0 h 1530"/>
              <a:gd name="T12" fmla="*/ 2173 w 2479"/>
              <a:gd name="T13" fmla="*/ 792 h 1530"/>
              <a:gd name="T14" fmla="*/ 1963 w 2479"/>
              <a:gd name="T15" fmla="*/ 552 h 1530"/>
              <a:gd name="T16" fmla="*/ 1111 w 2479"/>
              <a:gd name="T17" fmla="*/ 1218 h 1530"/>
              <a:gd name="T18" fmla="*/ 763 w 2479"/>
              <a:gd name="T19" fmla="*/ 918 h 1530"/>
              <a:gd name="T20" fmla="*/ 0 w 2479"/>
              <a:gd name="T21" fmla="*/ 1530 h 1530"/>
              <a:gd name="connsiteX0" fmla="*/ 0 w 10024"/>
              <a:gd name="connsiteY0" fmla="*/ 9250 h 9250"/>
              <a:gd name="connsiteX1" fmla="*/ 3102 w 10024"/>
              <a:gd name="connsiteY1" fmla="*/ 5059 h 9250"/>
              <a:gd name="connsiteX2" fmla="*/ 4506 w 10024"/>
              <a:gd name="connsiteY2" fmla="*/ 6863 h 9250"/>
              <a:gd name="connsiteX3" fmla="*/ 7386 w 10024"/>
              <a:gd name="connsiteY3" fmla="*/ 2549 h 9250"/>
              <a:gd name="connsiteX4" fmla="*/ 6466 w 10024"/>
              <a:gd name="connsiteY4" fmla="*/ 1373 h 9250"/>
              <a:gd name="connsiteX5" fmla="*/ 10024 w 10024"/>
              <a:gd name="connsiteY5" fmla="*/ 0 h 9250"/>
              <a:gd name="connsiteX6" fmla="*/ 8790 w 10024"/>
              <a:gd name="connsiteY6" fmla="*/ 5176 h 9250"/>
              <a:gd name="connsiteX7" fmla="*/ 7943 w 10024"/>
              <a:gd name="connsiteY7" fmla="*/ 3608 h 9250"/>
              <a:gd name="connsiteX8" fmla="*/ 4506 w 10024"/>
              <a:gd name="connsiteY8" fmla="*/ 7961 h 9250"/>
              <a:gd name="connsiteX9" fmla="*/ 3102 w 10024"/>
              <a:gd name="connsiteY9" fmla="*/ 6000 h 9250"/>
              <a:gd name="connsiteX10" fmla="*/ 0 w 10024"/>
              <a:gd name="connsiteY10" fmla="*/ 9250 h 9250"/>
              <a:gd name="connsiteX0" fmla="*/ 0 w 10000"/>
              <a:gd name="connsiteY0" fmla="*/ 10000 h 10000"/>
              <a:gd name="connsiteX1" fmla="*/ 3095 w 10000"/>
              <a:gd name="connsiteY1" fmla="*/ 5469 h 10000"/>
              <a:gd name="connsiteX2" fmla="*/ 4495 w 10000"/>
              <a:gd name="connsiteY2" fmla="*/ 7419 h 10000"/>
              <a:gd name="connsiteX3" fmla="*/ 7368 w 10000"/>
              <a:gd name="connsiteY3" fmla="*/ 2756 h 10000"/>
              <a:gd name="connsiteX4" fmla="*/ 6451 w 10000"/>
              <a:gd name="connsiteY4" fmla="*/ 1484 h 10000"/>
              <a:gd name="connsiteX5" fmla="*/ 10000 w 10000"/>
              <a:gd name="connsiteY5" fmla="*/ 0 h 10000"/>
              <a:gd name="connsiteX6" fmla="*/ 8769 w 10000"/>
              <a:gd name="connsiteY6" fmla="*/ 5596 h 10000"/>
              <a:gd name="connsiteX7" fmla="*/ 7924 w 10000"/>
              <a:gd name="connsiteY7" fmla="*/ 3901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368 w 10000"/>
              <a:gd name="connsiteY3" fmla="*/ 2756 h 10000"/>
              <a:gd name="connsiteX4" fmla="*/ 6451 w 10000"/>
              <a:gd name="connsiteY4" fmla="*/ 1484 h 10000"/>
              <a:gd name="connsiteX5" fmla="*/ 10000 w 10000"/>
              <a:gd name="connsiteY5" fmla="*/ 0 h 10000"/>
              <a:gd name="connsiteX6" fmla="*/ 8769 w 10000"/>
              <a:gd name="connsiteY6" fmla="*/ 5596 h 10000"/>
              <a:gd name="connsiteX7" fmla="*/ 7924 w 10000"/>
              <a:gd name="connsiteY7" fmla="*/ 3901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368 w 10000"/>
              <a:gd name="connsiteY3" fmla="*/ 2756 h 10000"/>
              <a:gd name="connsiteX4" fmla="*/ 6451 w 10000"/>
              <a:gd name="connsiteY4" fmla="*/ 1484 h 10000"/>
              <a:gd name="connsiteX5" fmla="*/ 10000 w 10000"/>
              <a:gd name="connsiteY5" fmla="*/ 0 h 10000"/>
              <a:gd name="connsiteX6" fmla="*/ 8769 w 10000"/>
              <a:gd name="connsiteY6" fmla="*/ 5596 h 10000"/>
              <a:gd name="connsiteX7" fmla="*/ 7924 w 10000"/>
              <a:gd name="connsiteY7" fmla="*/ 3901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368 w 10000"/>
              <a:gd name="connsiteY3" fmla="*/ 2756 h 10000"/>
              <a:gd name="connsiteX4" fmla="*/ 6451 w 10000"/>
              <a:gd name="connsiteY4" fmla="*/ 1484 h 10000"/>
              <a:gd name="connsiteX5" fmla="*/ 10000 w 10000"/>
              <a:gd name="connsiteY5" fmla="*/ 0 h 10000"/>
              <a:gd name="connsiteX6" fmla="*/ 8769 w 10000"/>
              <a:gd name="connsiteY6" fmla="*/ 5596 h 10000"/>
              <a:gd name="connsiteX7" fmla="*/ 7924 w 10000"/>
              <a:gd name="connsiteY7" fmla="*/ 3901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368 w 10000"/>
              <a:gd name="connsiteY3" fmla="*/ 2756 h 10000"/>
              <a:gd name="connsiteX4" fmla="*/ 6451 w 10000"/>
              <a:gd name="connsiteY4" fmla="*/ 1484 h 10000"/>
              <a:gd name="connsiteX5" fmla="*/ 10000 w 10000"/>
              <a:gd name="connsiteY5" fmla="*/ 0 h 10000"/>
              <a:gd name="connsiteX6" fmla="*/ 8769 w 10000"/>
              <a:gd name="connsiteY6" fmla="*/ 5596 h 10000"/>
              <a:gd name="connsiteX7" fmla="*/ 7888 w 10000"/>
              <a:gd name="connsiteY7" fmla="*/ 3709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502 w 10000"/>
              <a:gd name="connsiteY3" fmla="*/ 2969 h 10000"/>
              <a:gd name="connsiteX4" fmla="*/ 6451 w 10000"/>
              <a:gd name="connsiteY4" fmla="*/ 1484 h 10000"/>
              <a:gd name="connsiteX5" fmla="*/ 10000 w 10000"/>
              <a:gd name="connsiteY5" fmla="*/ 0 h 10000"/>
              <a:gd name="connsiteX6" fmla="*/ 8769 w 10000"/>
              <a:gd name="connsiteY6" fmla="*/ 5596 h 10000"/>
              <a:gd name="connsiteX7" fmla="*/ 7888 w 10000"/>
              <a:gd name="connsiteY7" fmla="*/ 3709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502 w 10000"/>
              <a:gd name="connsiteY3" fmla="*/ 2969 h 10000"/>
              <a:gd name="connsiteX4" fmla="*/ 6791 w 10000"/>
              <a:gd name="connsiteY4" fmla="*/ 1569 h 10000"/>
              <a:gd name="connsiteX5" fmla="*/ 10000 w 10000"/>
              <a:gd name="connsiteY5" fmla="*/ 0 h 10000"/>
              <a:gd name="connsiteX6" fmla="*/ 8769 w 10000"/>
              <a:gd name="connsiteY6" fmla="*/ 5596 h 10000"/>
              <a:gd name="connsiteX7" fmla="*/ 7888 w 10000"/>
              <a:gd name="connsiteY7" fmla="*/ 3709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502 w 10000"/>
              <a:gd name="connsiteY3" fmla="*/ 2969 h 10000"/>
              <a:gd name="connsiteX4" fmla="*/ 6791 w 10000"/>
              <a:gd name="connsiteY4" fmla="*/ 1569 h 10000"/>
              <a:gd name="connsiteX5" fmla="*/ 10000 w 10000"/>
              <a:gd name="connsiteY5" fmla="*/ 0 h 10000"/>
              <a:gd name="connsiteX6" fmla="*/ 8441 w 10000"/>
              <a:gd name="connsiteY6" fmla="*/ 4935 h 10000"/>
              <a:gd name="connsiteX7" fmla="*/ 7888 w 10000"/>
              <a:gd name="connsiteY7" fmla="*/ 3709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502 w 10000"/>
              <a:gd name="connsiteY3" fmla="*/ 2969 h 10000"/>
              <a:gd name="connsiteX4" fmla="*/ 6791 w 10000"/>
              <a:gd name="connsiteY4" fmla="*/ 1569 h 10000"/>
              <a:gd name="connsiteX5" fmla="*/ 10000 w 10000"/>
              <a:gd name="connsiteY5" fmla="*/ 0 h 10000"/>
              <a:gd name="connsiteX6" fmla="*/ 8441 w 10000"/>
              <a:gd name="connsiteY6" fmla="*/ 4935 h 10000"/>
              <a:gd name="connsiteX7" fmla="*/ 8082 w 10000"/>
              <a:gd name="connsiteY7" fmla="*/ 3432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672 w 10000"/>
              <a:gd name="connsiteY3" fmla="*/ 2820 h 10000"/>
              <a:gd name="connsiteX4" fmla="*/ 6791 w 10000"/>
              <a:gd name="connsiteY4" fmla="*/ 1569 h 10000"/>
              <a:gd name="connsiteX5" fmla="*/ 10000 w 10000"/>
              <a:gd name="connsiteY5" fmla="*/ 0 h 10000"/>
              <a:gd name="connsiteX6" fmla="*/ 8441 w 10000"/>
              <a:gd name="connsiteY6" fmla="*/ 4935 h 10000"/>
              <a:gd name="connsiteX7" fmla="*/ 8082 w 10000"/>
              <a:gd name="connsiteY7" fmla="*/ 3432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672 w 10000"/>
              <a:gd name="connsiteY3" fmla="*/ 2820 h 10000"/>
              <a:gd name="connsiteX4" fmla="*/ 6961 w 10000"/>
              <a:gd name="connsiteY4" fmla="*/ 1718 h 10000"/>
              <a:gd name="connsiteX5" fmla="*/ 10000 w 10000"/>
              <a:gd name="connsiteY5" fmla="*/ 0 h 10000"/>
              <a:gd name="connsiteX6" fmla="*/ 8441 w 10000"/>
              <a:gd name="connsiteY6" fmla="*/ 4935 h 10000"/>
              <a:gd name="connsiteX7" fmla="*/ 8082 w 10000"/>
              <a:gd name="connsiteY7" fmla="*/ 3432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672 w 10000"/>
              <a:gd name="connsiteY3" fmla="*/ 2820 h 10000"/>
              <a:gd name="connsiteX4" fmla="*/ 6973 w 10000"/>
              <a:gd name="connsiteY4" fmla="*/ 1995 h 10000"/>
              <a:gd name="connsiteX5" fmla="*/ 10000 w 10000"/>
              <a:gd name="connsiteY5" fmla="*/ 0 h 10000"/>
              <a:gd name="connsiteX6" fmla="*/ 8441 w 10000"/>
              <a:gd name="connsiteY6" fmla="*/ 4935 h 10000"/>
              <a:gd name="connsiteX7" fmla="*/ 8082 w 10000"/>
              <a:gd name="connsiteY7" fmla="*/ 3432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672 w 10000"/>
              <a:gd name="connsiteY3" fmla="*/ 282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95 w 10000"/>
              <a:gd name="connsiteY2" fmla="*/ 7419 h 10000"/>
              <a:gd name="connsiteX3" fmla="*/ 7672 w 10000"/>
              <a:gd name="connsiteY3" fmla="*/ 282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83 w 10000"/>
              <a:gd name="connsiteY2" fmla="*/ 7163 h 10000"/>
              <a:gd name="connsiteX3" fmla="*/ 7672 w 10000"/>
              <a:gd name="connsiteY3" fmla="*/ 282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095 w 10000"/>
              <a:gd name="connsiteY9" fmla="*/ 6486 h 10000"/>
              <a:gd name="connsiteX10" fmla="*/ 0 w 10000"/>
              <a:gd name="connsiteY10" fmla="*/ 10000 h 10000"/>
              <a:gd name="connsiteX0" fmla="*/ 0 w 10000"/>
              <a:gd name="connsiteY0" fmla="*/ 10000 h 10000"/>
              <a:gd name="connsiteX1" fmla="*/ 3095 w 10000"/>
              <a:gd name="connsiteY1" fmla="*/ 5469 h 10000"/>
              <a:gd name="connsiteX2" fmla="*/ 4483 w 10000"/>
              <a:gd name="connsiteY2" fmla="*/ 7163 h 10000"/>
              <a:gd name="connsiteX3" fmla="*/ 7672 w 10000"/>
              <a:gd name="connsiteY3" fmla="*/ 282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095 w 10000"/>
              <a:gd name="connsiteY9" fmla="*/ 6593 h 10000"/>
              <a:gd name="connsiteX10" fmla="*/ 0 w 10000"/>
              <a:gd name="connsiteY10" fmla="*/ 10000 h 10000"/>
              <a:gd name="connsiteX0" fmla="*/ 0 w 10000"/>
              <a:gd name="connsiteY0" fmla="*/ 10000 h 10000"/>
              <a:gd name="connsiteX1" fmla="*/ 3095 w 10000"/>
              <a:gd name="connsiteY1" fmla="*/ 5469 h 10000"/>
              <a:gd name="connsiteX2" fmla="*/ 4483 w 10000"/>
              <a:gd name="connsiteY2" fmla="*/ 7163 h 10000"/>
              <a:gd name="connsiteX3" fmla="*/ 7672 w 10000"/>
              <a:gd name="connsiteY3" fmla="*/ 282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144 w 10000"/>
              <a:gd name="connsiteY9" fmla="*/ 6700 h 10000"/>
              <a:gd name="connsiteX10" fmla="*/ 0 w 10000"/>
              <a:gd name="connsiteY10" fmla="*/ 10000 h 10000"/>
              <a:gd name="connsiteX0" fmla="*/ 0 w 10000"/>
              <a:gd name="connsiteY0" fmla="*/ 10000 h 10000"/>
              <a:gd name="connsiteX1" fmla="*/ 3095 w 10000"/>
              <a:gd name="connsiteY1" fmla="*/ 5469 h 10000"/>
              <a:gd name="connsiteX2" fmla="*/ 4483 w 10000"/>
              <a:gd name="connsiteY2" fmla="*/ 7163 h 10000"/>
              <a:gd name="connsiteX3" fmla="*/ 7748 w 10000"/>
              <a:gd name="connsiteY3" fmla="*/ 278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144 w 10000"/>
              <a:gd name="connsiteY9" fmla="*/ 6700 h 10000"/>
              <a:gd name="connsiteX10" fmla="*/ 0 w 10000"/>
              <a:gd name="connsiteY10" fmla="*/ 10000 h 10000"/>
              <a:gd name="connsiteX0" fmla="*/ 0 w 10000"/>
              <a:gd name="connsiteY0" fmla="*/ 10000 h 10000"/>
              <a:gd name="connsiteX1" fmla="*/ 3095 w 10000"/>
              <a:gd name="connsiteY1" fmla="*/ 5469 h 10000"/>
              <a:gd name="connsiteX2" fmla="*/ 4483 w 10000"/>
              <a:gd name="connsiteY2" fmla="*/ 7163 h 10000"/>
              <a:gd name="connsiteX3" fmla="*/ 7748 w 10000"/>
              <a:gd name="connsiteY3" fmla="*/ 278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144 w 10000"/>
              <a:gd name="connsiteY9" fmla="*/ 6700 h 10000"/>
              <a:gd name="connsiteX10" fmla="*/ 0 w 10000"/>
              <a:gd name="connsiteY10" fmla="*/ 10000 h 10000"/>
              <a:gd name="connsiteX0" fmla="*/ 0 w 10000"/>
              <a:gd name="connsiteY0" fmla="*/ 10000 h 10000"/>
              <a:gd name="connsiteX1" fmla="*/ 3095 w 10000"/>
              <a:gd name="connsiteY1" fmla="*/ 5469 h 10000"/>
              <a:gd name="connsiteX2" fmla="*/ 4483 w 10000"/>
              <a:gd name="connsiteY2" fmla="*/ 7163 h 10000"/>
              <a:gd name="connsiteX3" fmla="*/ 7748 w 10000"/>
              <a:gd name="connsiteY3" fmla="*/ 2780 h 10000"/>
              <a:gd name="connsiteX4" fmla="*/ 6973 w 10000"/>
              <a:gd name="connsiteY4" fmla="*/ 1995 h 10000"/>
              <a:gd name="connsiteX5" fmla="*/ 10000 w 10000"/>
              <a:gd name="connsiteY5" fmla="*/ 0 h 10000"/>
              <a:gd name="connsiteX6" fmla="*/ 8368 w 10000"/>
              <a:gd name="connsiteY6" fmla="*/ 4786 h 10000"/>
              <a:gd name="connsiteX7" fmla="*/ 8082 w 10000"/>
              <a:gd name="connsiteY7" fmla="*/ 3432 h 10000"/>
              <a:gd name="connsiteX8" fmla="*/ 4495 w 10000"/>
              <a:gd name="connsiteY8" fmla="*/ 8606 h 10000"/>
              <a:gd name="connsiteX9" fmla="*/ 3144 w 10000"/>
              <a:gd name="connsiteY9" fmla="*/ 6700 h 10000"/>
              <a:gd name="connsiteX10" fmla="*/ 0 w 10000"/>
              <a:gd name="connsiteY10"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00">
                <a:moveTo>
                  <a:pt x="0" y="10000"/>
                </a:moveTo>
                <a:lnTo>
                  <a:pt x="3095" y="5469"/>
                </a:lnTo>
                <a:lnTo>
                  <a:pt x="4483" y="7163"/>
                </a:lnTo>
                <a:lnTo>
                  <a:pt x="7748" y="2780"/>
                </a:lnTo>
                <a:lnTo>
                  <a:pt x="6973" y="1995"/>
                </a:lnTo>
                <a:lnTo>
                  <a:pt x="10000" y="0"/>
                </a:lnTo>
                <a:lnTo>
                  <a:pt x="8368" y="4786"/>
                </a:lnTo>
                <a:cubicBezTo>
                  <a:pt x="8248" y="4285"/>
                  <a:pt x="8202" y="3933"/>
                  <a:pt x="8082" y="3432"/>
                </a:cubicBezTo>
                <a:lnTo>
                  <a:pt x="4495" y="8606"/>
                </a:lnTo>
                <a:lnTo>
                  <a:pt x="3144" y="6700"/>
                </a:lnTo>
                <a:cubicBezTo>
                  <a:pt x="2112" y="7871"/>
                  <a:pt x="1308" y="9234"/>
                  <a:pt x="0" y="10000"/>
                </a:cubicBezTo>
                <a:close/>
              </a:path>
            </a:pathLst>
          </a:custGeom>
          <a:solidFill>
            <a:srgbClr val="EF3E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solidFill>
                <a:prstClr val="black"/>
              </a:solidFill>
              <a:latin typeface="等线"/>
            </a:endParaRPr>
          </a:p>
        </p:txBody>
      </p:sp>
      <p:grpSp>
        <p:nvGrpSpPr>
          <p:cNvPr id="12" name="组合 11">
            <a:extLst>
              <a:ext uri="{FF2B5EF4-FFF2-40B4-BE49-F238E27FC236}">
                <a16:creationId xmlns:a16="http://schemas.microsoft.com/office/drawing/2014/main" id="{6440BF36-BC87-4C8F-AEDE-3223D1A6134A}"/>
              </a:ext>
            </a:extLst>
          </p:cNvPr>
          <p:cNvGrpSpPr/>
          <p:nvPr/>
        </p:nvGrpSpPr>
        <p:grpSpPr>
          <a:xfrm>
            <a:off x="6276881" y="2992249"/>
            <a:ext cx="2867120" cy="3321323"/>
            <a:chOff x="7904951" y="2830679"/>
            <a:chExt cx="3391471" cy="3321322"/>
          </a:xfrm>
        </p:grpSpPr>
        <p:grpSp>
          <p:nvGrpSpPr>
            <p:cNvPr id="14" name="组合 13">
              <a:extLst>
                <a:ext uri="{FF2B5EF4-FFF2-40B4-BE49-F238E27FC236}">
                  <a16:creationId xmlns:a16="http://schemas.microsoft.com/office/drawing/2014/main" id="{09AB0919-1597-4066-9B5D-4FEC7BB6FAED}"/>
                </a:ext>
              </a:extLst>
            </p:cNvPr>
            <p:cNvGrpSpPr/>
            <p:nvPr/>
          </p:nvGrpSpPr>
          <p:grpSpPr>
            <a:xfrm>
              <a:off x="7904951" y="3429000"/>
              <a:ext cx="3360209" cy="2723001"/>
              <a:chOff x="7776104" y="3429000"/>
              <a:chExt cx="3360209" cy="2723001"/>
            </a:xfrm>
            <a:solidFill>
              <a:srgbClr val="ED7D31">
                <a:lumMod val="20000"/>
                <a:lumOff val="80000"/>
              </a:srgbClr>
            </a:solidFill>
            <a:effectLst>
              <a:outerShdw blurRad="76200" dir="13500000" sy="23000" kx="1200000" algn="br" rotWithShape="0">
                <a:prstClr val="black">
                  <a:alpha val="20000"/>
                </a:prstClr>
              </a:outerShdw>
            </a:effectLst>
          </p:grpSpPr>
          <p:sp>
            <p:nvSpPr>
              <p:cNvPr id="18" name="矩形 17">
                <a:extLst>
                  <a:ext uri="{FF2B5EF4-FFF2-40B4-BE49-F238E27FC236}">
                    <a16:creationId xmlns:a16="http://schemas.microsoft.com/office/drawing/2014/main" id="{808D39CD-FA51-4FC0-8F87-713398765C10}"/>
                  </a:ext>
                </a:extLst>
              </p:cNvPr>
              <p:cNvSpPr/>
              <p:nvPr/>
            </p:nvSpPr>
            <p:spPr>
              <a:xfrm>
                <a:off x="7776104" y="3429000"/>
                <a:ext cx="3360209" cy="2723001"/>
              </a:xfrm>
              <a:prstGeom prst="rect">
                <a:avLst/>
              </a:prstGeom>
              <a:solidFill>
                <a:srgbClr val="FDFEF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19" name="直接连接符 18">
                <a:extLst>
                  <a:ext uri="{FF2B5EF4-FFF2-40B4-BE49-F238E27FC236}">
                    <a16:creationId xmlns:a16="http://schemas.microsoft.com/office/drawing/2014/main" id="{38671D66-098B-4F98-8E07-5B7F023BF83A}"/>
                  </a:ext>
                </a:extLst>
              </p:cNvPr>
              <p:cNvCxnSpPr>
                <a:cxnSpLocks/>
              </p:cNvCxnSpPr>
              <p:nvPr/>
            </p:nvCxnSpPr>
            <p:spPr>
              <a:xfrm>
                <a:off x="7776104" y="3435475"/>
                <a:ext cx="3360208" cy="0"/>
              </a:xfrm>
              <a:prstGeom prst="line">
                <a:avLst/>
              </a:prstGeom>
              <a:grpFill/>
              <a:ln w="38100" cap="flat" cmpd="sng" algn="ctr">
                <a:solidFill>
                  <a:srgbClr val="C00000"/>
                </a:solidFill>
                <a:prstDash val="solid"/>
                <a:miter lim="800000"/>
              </a:ln>
              <a:effectLst/>
            </p:spPr>
          </p:cxnSp>
        </p:grpSp>
        <p:sp>
          <p:nvSpPr>
            <p:cNvPr id="15" name="矩形 14">
              <a:extLst>
                <a:ext uri="{FF2B5EF4-FFF2-40B4-BE49-F238E27FC236}">
                  <a16:creationId xmlns:a16="http://schemas.microsoft.com/office/drawing/2014/main" id="{8AFD7166-0B17-4C30-AC71-8BFE101A45E0}"/>
                </a:ext>
              </a:extLst>
            </p:cNvPr>
            <p:cNvSpPr/>
            <p:nvPr/>
          </p:nvSpPr>
          <p:spPr>
            <a:xfrm>
              <a:off x="9074719" y="2830679"/>
              <a:ext cx="1723549" cy="461665"/>
            </a:xfrm>
            <a:prstGeom prst="rect">
              <a:avLst/>
            </a:prstGeom>
          </p:spPr>
          <p:txBody>
            <a:bodyPr wrap="none">
              <a:spAutoFit/>
            </a:bodyPr>
            <a:lstStyle/>
            <a:p>
              <a:pPr marL="0" marR="0" lvl="0" indent="0" algn="ctr" defTabSz="457167"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本世纪中叶</a:t>
              </a:r>
            </a:p>
          </p:txBody>
        </p:sp>
        <p:sp>
          <p:nvSpPr>
            <p:cNvPr id="17" name="矩形 16">
              <a:extLst>
                <a:ext uri="{FF2B5EF4-FFF2-40B4-BE49-F238E27FC236}">
                  <a16:creationId xmlns:a16="http://schemas.microsoft.com/office/drawing/2014/main" id="{7EAD523C-E568-4CF1-A67B-C5BC5FF6BE42}"/>
                </a:ext>
              </a:extLst>
            </p:cNvPr>
            <p:cNvSpPr/>
            <p:nvPr/>
          </p:nvSpPr>
          <p:spPr>
            <a:xfrm>
              <a:off x="7948384" y="3601963"/>
              <a:ext cx="3348038" cy="923330"/>
            </a:xfrm>
            <a:prstGeom prst="rect">
              <a:avLst/>
            </a:prstGeom>
          </p:spPr>
          <p:txBody>
            <a:bodyPr wrap="square">
              <a:spAutoFit/>
            </a:bodyPr>
            <a:lstStyle/>
            <a:p>
              <a:pPr marL="0" marR="0" lvl="0" indent="0" algn="ctr" defTabSz="457167" eaLnBrk="1" fontAlgn="auto" latinLnBrk="0" hangingPunct="1">
                <a:lnSpc>
                  <a:spcPct val="15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建成富强民主文明和谐美丽的社会主义现代化强国</a:t>
              </a:r>
            </a:p>
          </p:txBody>
        </p:sp>
      </p:grpSp>
      <p:grpSp>
        <p:nvGrpSpPr>
          <p:cNvPr id="23" name="组合 22">
            <a:extLst>
              <a:ext uri="{FF2B5EF4-FFF2-40B4-BE49-F238E27FC236}">
                <a16:creationId xmlns:a16="http://schemas.microsoft.com/office/drawing/2014/main" id="{CF391BD6-5B58-4E7A-95F4-D492D3A4806B}"/>
              </a:ext>
            </a:extLst>
          </p:cNvPr>
          <p:cNvGrpSpPr/>
          <p:nvPr/>
        </p:nvGrpSpPr>
        <p:grpSpPr>
          <a:xfrm>
            <a:off x="2834514" y="3969905"/>
            <a:ext cx="3363050" cy="2343667"/>
            <a:chOff x="4462586" y="3808335"/>
            <a:chExt cx="3363049" cy="2343666"/>
          </a:xfrm>
        </p:grpSpPr>
        <p:grpSp>
          <p:nvGrpSpPr>
            <p:cNvPr id="25" name="组合 24">
              <a:extLst>
                <a:ext uri="{FF2B5EF4-FFF2-40B4-BE49-F238E27FC236}">
                  <a16:creationId xmlns:a16="http://schemas.microsoft.com/office/drawing/2014/main" id="{A612A9E6-5D73-4833-9555-DAD589318DB9}"/>
                </a:ext>
              </a:extLst>
            </p:cNvPr>
            <p:cNvGrpSpPr/>
            <p:nvPr/>
          </p:nvGrpSpPr>
          <p:grpSpPr>
            <a:xfrm>
              <a:off x="4462586" y="4416550"/>
              <a:ext cx="3363049" cy="1735451"/>
              <a:chOff x="4403725" y="4416550"/>
              <a:chExt cx="3363049" cy="1735451"/>
            </a:xfrm>
            <a:solidFill>
              <a:srgbClr val="ED7D31">
                <a:lumMod val="20000"/>
                <a:lumOff val="80000"/>
              </a:srgbClr>
            </a:solidFill>
            <a:effectLst>
              <a:outerShdw blurRad="76200" dir="13500000" sy="23000" kx="1200000" algn="br" rotWithShape="0">
                <a:prstClr val="black">
                  <a:alpha val="20000"/>
                </a:prstClr>
              </a:outerShdw>
            </a:effectLst>
          </p:grpSpPr>
          <p:sp>
            <p:nvSpPr>
              <p:cNvPr id="28" name="矩形 27">
                <a:extLst>
                  <a:ext uri="{FF2B5EF4-FFF2-40B4-BE49-F238E27FC236}">
                    <a16:creationId xmlns:a16="http://schemas.microsoft.com/office/drawing/2014/main" id="{87CBF106-184E-49F0-A109-8A035B81F087}"/>
                  </a:ext>
                </a:extLst>
              </p:cNvPr>
              <p:cNvSpPr/>
              <p:nvPr/>
            </p:nvSpPr>
            <p:spPr>
              <a:xfrm>
                <a:off x="4406565" y="4416550"/>
                <a:ext cx="3360209" cy="1735451"/>
              </a:xfrm>
              <a:prstGeom prst="rect">
                <a:avLst/>
              </a:prstGeom>
              <a:solidFill>
                <a:srgbClr val="FDFEF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29" name="直接连接符 28">
                <a:extLst>
                  <a:ext uri="{FF2B5EF4-FFF2-40B4-BE49-F238E27FC236}">
                    <a16:creationId xmlns:a16="http://schemas.microsoft.com/office/drawing/2014/main" id="{21A4130A-E4D3-4FF1-BD6A-8C742490642C}"/>
                  </a:ext>
                </a:extLst>
              </p:cNvPr>
              <p:cNvCxnSpPr>
                <a:cxnSpLocks/>
              </p:cNvCxnSpPr>
              <p:nvPr/>
            </p:nvCxnSpPr>
            <p:spPr>
              <a:xfrm>
                <a:off x="4403725" y="4416550"/>
                <a:ext cx="3360208" cy="0"/>
              </a:xfrm>
              <a:prstGeom prst="line">
                <a:avLst/>
              </a:prstGeom>
              <a:grpFill/>
              <a:ln w="38100" cap="flat" cmpd="sng" algn="ctr">
                <a:solidFill>
                  <a:srgbClr val="C00000"/>
                </a:solidFill>
                <a:prstDash val="solid"/>
                <a:miter lim="800000"/>
              </a:ln>
              <a:effectLst/>
            </p:spPr>
          </p:cxnSp>
        </p:grpSp>
        <p:sp>
          <p:nvSpPr>
            <p:cNvPr id="26" name="矩形 25">
              <a:extLst>
                <a:ext uri="{FF2B5EF4-FFF2-40B4-BE49-F238E27FC236}">
                  <a16:creationId xmlns:a16="http://schemas.microsoft.com/office/drawing/2014/main" id="{FE96A86D-4038-46F4-9C9C-1BCA16F55656}"/>
                </a:ext>
              </a:extLst>
            </p:cNvPr>
            <p:cNvSpPr/>
            <p:nvPr/>
          </p:nvSpPr>
          <p:spPr>
            <a:xfrm>
              <a:off x="4612326" y="3808335"/>
              <a:ext cx="1340432" cy="461665"/>
            </a:xfrm>
            <a:prstGeom prst="rect">
              <a:avLst/>
            </a:prstGeom>
          </p:spPr>
          <p:txBody>
            <a:bodyPr wrap="none">
              <a:spAutoFit/>
            </a:bodyPr>
            <a:lstStyle/>
            <a:p>
              <a:pPr marL="0" marR="0" lvl="0" indent="0" algn="ctr" defTabSz="457167"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2035</a:t>
              </a: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p>
          </p:txBody>
        </p:sp>
        <p:sp>
          <p:nvSpPr>
            <p:cNvPr id="27" name="矩形 26">
              <a:extLst>
                <a:ext uri="{FF2B5EF4-FFF2-40B4-BE49-F238E27FC236}">
                  <a16:creationId xmlns:a16="http://schemas.microsoft.com/office/drawing/2014/main" id="{13C2B7B6-D276-466E-91F4-5D54023F1295}"/>
                </a:ext>
              </a:extLst>
            </p:cNvPr>
            <p:cNvSpPr/>
            <p:nvPr/>
          </p:nvSpPr>
          <p:spPr>
            <a:xfrm>
              <a:off x="4780778" y="4650515"/>
              <a:ext cx="2723822" cy="369332"/>
            </a:xfrm>
            <a:prstGeom prst="rect">
              <a:avLst/>
            </a:prstGeom>
          </p:spPr>
          <p:txBody>
            <a:bodyPr wrap="none">
              <a:spAutoFit/>
            </a:bodyPr>
            <a:lstStyle/>
            <a:p>
              <a:pPr marL="0" marR="0" lvl="0" indent="0" algn="ctr" defTabSz="457167"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基本实现社会主义现代化</a:t>
              </a:r>
            </a:p>
          </p:txBody>
        </p:sp>
      </p:grpSp>
      <p:grpSp>
        <p:nvGrpSpPr>
          <p:cNvPr id="30" name="组合 29">
            <a:extLst>
              <a:ext uri="{FF2B5EF4-FFF2-40B4-BE49-F238E27FC236}">
                <a16:creationId xmlns:a16="http://schemas.microsoft.com/office/drawing/2014/main" id="{9E5F31E0-B4DB-460A-8C57-66F8BDFF915C}"/>
              </a:ext>
            </a:extLst>
          </p:cNvPr>
          <p:cNvGrpSpPr/>
          <p:nvPr/>
        </p:nvGrpSpPr>
        <p:grpSpPr>
          <a:xfrm>
            <a:off x="0" y="4812086"/>
            <a:ext cx="2755195" cy="1501487"/>
            <a:chOff x="1004398" y="4650515"/>
            <a:chExt cx="3378871" cy="1501486"/>
          </a:xfrm>
        </p:grpSpPr>
        <p:grpSp>
          <p:nvGrpSpPr>
            <p:cNvPr id="31" name="组合 30">
              <a:extLst>
                <a:ext uri="{FF2B5EF4-FFF2-40B4-BE49-F238E27FC236}">
                  <a16:creationId xmlns:a16="http://schemas.microsoft.com/office/drawing/2014/main" id="{CD89BB1C-78E8-458B-A7C8-FE54BBD48F90}"/>
                </a:ext>
              </a:extLst>
            </p:cNvPr>
            <p:cNvGrpSpPr/>
            <p:nvPr/>
          </p:nvGrpSpPr>
          <p:grpSpPr>
            <a:xfrm>
              <a:off x="1004398" y="5237601"/>
              <a:ext cx="3378871" cy="914400"/>
              <a:chOff x="1037025" y="5237601"/>
              <a:chExt cx="3378871" cy="914400"/>
            </a:xfrm>
            <a:solidFill>
              <a:srgbClr val="ED7D31">
                <a:lumMod val="20000"/>
                <a:lumOff val="80000"/>
              </a:srgbClr>
            </a:solidFill>
            <a:effectLst>
              <a:outerShdw blurRad="76200" dir="13500000" sy="23000" kx="1200000" algn="br" rotWithShape="0">
                <a:prstClr val="black">
                  <a:alpha val="20000"/>
                </a:prstClr>
              </a:outerShdw>
            </a:effectLst>
          </p:grpSpPr>
          <p:sp>
            <p:nvSpPr>
              <p:cNvPr id="34" name="矩形 33">
                <a:extLst>
                  <a:ext uri="{FF2B5EF4-FFF2-40B4-BE49-F238E27FC236}">
                    <a16:creationId xmlns:a16="http://schemas.microsoft.com/office/drawing/2014/main" id="{5944FFA0-0F14-4DEE-8360-148CAA2B0E40}"/>
                  </a:ext>
                </a:extLst>
              </p:cNvPr>
              <p:cNvSpPr/>
              <p:nvPr/>
            </p:nvSpPr>
            <p:spPr>
              <a:xfrm>
                <a:off x="1037025" y="5237601"/>
                <a:ext cx="3360209" cy="914400"/>
              </a:xfrm>
              <a:prstGeom prst="rect">
                <a:avLst/>
              </a:prstGeom>
              <a:solidFill>
                <a:srgbClr val="FDFEF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35" name="直接连接符 34">
                <a:extLst>
                  <a:ext uri="{FF2B5EF4-FFF2-40B4-BE49-F238E27FC236}">
                    <a16:creationId xmlns:a16="http://schemas.microsoft.com/office/drawing/2014/main" id="{A7AE23D1-9962-4C25-8B63-E8400F50C3CC}"/>
                  </a:ext>
                </a:extLst>
              </p:cNvPr>
              <p:cNvCxnSpPr>
                <a:cxnSpLocks/>
              </p:cNvCxnSpPr>
              <p:nvPr/>
            </p:nvCxnSpPr>
            <p:spPr>
              <a:xfrm>
                <a:off x="1055688" y="5245977"/>
                <a:ext cx="3360208" cy="0"/>
              </a:xfrm>
              <a:prstGeom prst="line">
                <a:avLst/>
              </a:prstGeom>
              <a:grpFill/>
              <a:ln w="38100" cap="flat" cmpd="sng" algn="ctr">
                <a:solidFill>
                  <a:srgbClr val="C00000"/>
                </a:solidFill>
                <a:prstDash val="solid"/>
                <a:miter lim="800000"/>
              </a:ln>
              <a:effectLst/>
            </p:spPr>
          </p:cxnSp>
        </p:grpSp>
        <p:sp>
          <p:nvSpPr>
            <p:cNvPr id="32" name="矩形 31">
              <a:extLst>
                <a:ext uri="{FF2B5EF4-FFF2-40B4-BE49-F238E27FC236}">
                  <a16:creationId xmlns:a16="http://schemas.microsoft.com/office/drawing/2014/main" id="{8356B500-48B5-4B13-82FD-EB4822C2A437}"/>
                </a:ext>
              </a:extLst>
            </p:cNvPr>
            <p:cNvSpPr/>
            <p:nvPr/>
          </p:nvSpPr>
          <p:spPr>
            <a:xfrm>
              <a:off x="1734464" y="4650515"/>
              <a:ext cx="1249060" cy="461665"/>
            </a:xfrm>
            <a:prstGeom prst="rect">
              <a:avLst/>
            </a:prstGeom>
          </p:spPr>
          <p:txBody>
            <a:bodyPr wrap="none">
              <a:spAutoFit/>
            </a:bodyPr>
            <a:lstStyle/>
            <a:p>
              <a:pPr marL="0" marR="0" lvl="0" indent="0" algn="ctr" defTabSz="457167"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2020</a:t>
              </a: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p>
          </p:txBody>
        </p:sp>
        <p:sp>
          <p:nvSpPr>
            <p:cNvPr id="33" name="矩形 32">
              <a:extLst>
                <a:ext uri="{FF2B5EF4-FFF2-40B4-BE49-F238E27FC236}">
                  <a16:creationId xmlns:a16="http://schemas.microsoft.com/office/drawing/2014/main" id="{0DCB6205-B5B3-4380-86EF-A93AC6BB57FB}"/>
                </a:ext>
              </a:extLst>
            </p:cNvPr>
            <p:cNvSpPr/>
            <p:nvPr/>
          </p:nvSpPr>
          <p:spPr>
            <a:xfrm>
              <a:off x="1502803" y="5428215"/>
              <a:ext cx="2031325" cy="369332"/>
            </a:xfrm>
            <a:prstGeom prst="rect">
              <a:avLst/>
            </a:prstGeom>
          </p:spPr>
          <p:txBody>
            <a:bodyPr wrap="none">
              <a:spAutoFit/>
            </a:bodyPr>
            <a:lstStyle/>
            <a:p>
              <a:pPr marL="0" marR="0" lvl="0" indent="0" defTabSz="457167"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全面建成小康社会</a:t>
              </a:r>
            </a:p>
          </p:txBody>
        </p:sp>
      </p:grpSp>
    </p:spTree>
    <p:extLst>
      <p:ext uri="{BB962C8B-B14F-4D97-AF65-F5344CB8AC3E}">
        <p14:creationId xmlns:p14="http://schemas.microsoft.com/office/powerpoint/2010/main" val="119459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950"/>
                            </p:stCondLst>
                            <p:childTnLst>
                              <p:par>
                                <p:cTn id="9" presetID="22" presetClass="entr" presetSubtype="4"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450"/>
                            </p:stCondLst>
                            <p:childTnLst>
                              <p:par>
                                <p:cTn id="13" presetID="2" presetClass="entr" presetSubtype="4"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1+#ppt_h/2"/>
                                          </p:val>
                                        </p:tav>
                                        <p:tav tm="100000">
                                          <p:val>
                                            <p:strVal val="#ppt_y"/>
                                          </p:val>
                                        </p:tav>
                                      </p:tavLst>
                                    </p:anim>
                                  </p:childTnLst>
                                </p:cTn>
                              </p:par>
                            </p:childTnLst>
                          </p:cTn>
                        </p:par>
                        <p:par>
                          <p:cTn id="17" fill="hold">
                            <p:stCondLst>
                              <p:cond delay="1950"/>
                            </p:stCondLst>
                            <p:childTnLst>
                              <p:par>
                                <p:cTn id="18" presetID="2" presetClass="entr" presetSubtype="4"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ppt_x"/>
                                          </p:val>
                                        </p:tav>
                                        <p:tav tm="100000">
                                          <p:val>
                                            <p:strVal val="#ppt_x"/>
                                          </p:val>
                                        </p:tav>
                                      </p:tavLst>
                                    </p:anim>
                                    <p:anim calcmode="lin" valueType="num">
                                      <p:cBhvr additive="base">
                                        <p:cTn id="21" dur="500" fill="hold"/>
                                        <p:tgtEl>
                                          <p:spTgt spid="23"/>
                                        </p:tgtEl>
                                        <p:attrNameLst>
                                          <p:attrName>ppt_y</p:attrName>
                                        </p:attrNameLst>
                                      </p:cBhvr>
                                      <p:tavLst>
                                        <p:tav tm="0">
                                          <p:val>
                                            <p:strVal val="1+#ppt_h/2"/>
                                          </p:val>
                                        </p:tav>
                                        <p:tav tm="100000">
                                          <p:val>
                                            <p:strVal val="#ppt_y"/>
                                          </p:val>
                                        </p:tav>
                                      </p:tavLst>
                                    </p:anim>
                                  </p:childTnLst>
                                </p:cTn>
                              </p:par>
                            </p:childTnLst>
                          </p:cTn>
                        </p:par>
                        <p:par>
                          <p:cTn id="22" fill="hold">
                            <p:stCondLst>
                              <p:cond delay="2450"/>
                            </p:stCondLst>
                            <p:childTnLst>
                              <p:par>
                                <p:cTn id="23" presetID="2" presetClass="entr" presetSubtype="4"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14" name="TextBox 2">
            <a:extLst>
              <a:ext uri="{FF2B5EF4-FFF2-40B4-BE49-F238E27FC236}">
                <a16:creationId xmlns:a16="http://schemas.microsoft.com/office/drawing/2014/main" id="{C6C067E3-324B-4B22-AC1E-55569A00C2CF}"/>
              </a:ext>
            </a:extLst>
          </p:cNvPr>
          <p:cNvSpPr txBox="1">
            <a:spLocks noChangeArrowheads="1"/>
          </p:cNvSpPr>
          <p:nvPr/>
        </p:nvSpPr>
        <p:spPr bwMode="auto">
          <a:xfrm>
            <a:off x="-355963" y="1029138"/>
            <a:ext cx="4430954"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4.</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贯彻新发展理念</a:t>
            </a:r>
          </a:p>
        </p:txBody>
      </p:sp>
      <p:graphicFrame>
        <p:nvGraphicFramePr>
          <p:cNvPr id="11" name="图表 6">
            <a:extLst>
              <a:ext uri="{FF2B5EF4-FFF2-40B4-BE49-F238E27FC236}">
                <a16:creationId xmlns:a16="http://schemas.microsoft.com/office/drawing/2014/main" id="{D9F78ABB-8F09-44BA-B44E-4054A1180567}"/>
              </a:ext>
            </a:extLst>
          </p:cNvPr>
          <p:cNvGraphicFramePr/>
          <p:nvPr>
            <p:extLst>
              <p:ext uri="{D42A27DB-BD31-4B8C-83A1-F6EECF244321}">
                <p14:modId xmlns:p14="http://schemas.microsoft.com/office/powerpoint/2010/main" val="2109324841"/>
              </p:ext>
            </p:extLst>
          </p:nvPr>
        </p:nvGraphicFramePr>
        <p:xfrm>
          <a:off x="867164" y="2058119"/>
          <a:ext cx="7409671" cy="41740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662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750"/>
                            </p:stCondLst>
                            <p:childTnLst>
                              <p:par>
                                <p:cTn id="9" presetID="42"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Graphic spid="11"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11" name="TextBox 2">
            <a:extLst>
              <a:ext uri="{FF2B5EF4-FFF2-40B4-BE49-F238E27FC236}">
                <a16:creationId xmlns:a16="http://schemas.microsoft.com/office/drawing/2014/main" id="{4A8AEECA-63C9-458F-8A5A-DAD495BCA385}"/>
              </a:ext>
            </a:extLst>
          </p:cNvPr>
          <p:cNvSpPr txBox="1">
            <a:spLocks noChangeArrowheads="1"/>
          </p:cNvSpPr>
          <p:nvPr/>
        </p:nvSpPr>
        <p:spPr bwMode="auto">
          <a:xfrm>
            <a:off x="0" y="878217"/>
            <a:ext cx="6147705"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5.</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坚持走中国特色社会主义政治发展道路</a:t>
            </a:r>
          </a:p>
        </p:txBody>
      </p:sp>
      <p:grpSp>
        <p:nvGrpSpPr>
          <p:cNvPr id="17" name="í$ḷïḑe">
            <a:extLst>
              <a:ext uri="{FF2B5EF4-FFF2-40B4-BE49-F238E27FC236}">
                <a16:creationId xmlns:a16="http://schemas.microsoft.com/office/drawing/2014/main" id="{8025D936-D931-4020-B940-3D1104DFD59A}"/>
              </a:ext>
            </a:extLst>
          </p:cNvPr>
          <p:cNvGrpSpPr/>
          <p:nvPr/>
        </p:nvGrpSpPr>
        <p:grpSpPr>
          <a:xfrm>
            <a:off x="2503040" y="2083272"/>
            <a:ext cx="3825459" cy="1345728"/>
            <a:chOff x="980679" y="2526044"/>
            <a:chExt cx="3459416" cy="1511229"/>
          </a:xfrm>
        </p:grpSpPr>
        <p:sp>
          <p:nvSpPr>
            <p:cNvPr id="18" name="iSlîďè">
              <a:extLst>
                <a:ext uri="{FF2B5EF4-FFF2-40B4-BE49-F238E27FC236}">
                  <a16:creationId xmlns:a16="http://schemas.microsoft.com/office/drawing/2014/main" id="{BD43D07A-2A98-4888-BB0A-582C6E6116DE}"/>
                </a:ext>
              </a:extLst>
            </p:cNvPr>
            <p:cNvSpPr/>
            <p:nvPr/>
          </p:nvSpPr>
          <p:spPr>
            <a:xfrm>
              <a:off x="980679" y="3173204"/>
              <a:ext cx="3459416" cy="8640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0000" anchor="t" anchorCtr="0">
              <a:spAutoFit/>
            </a:bodyPr>
            <a:lstStyle/>
            <a:p>
              <a:pPr algn="ctr" defTabSz="914400" eaLnBrk="0" fontAlgn="base" hangingPunct="0">
                <a:spcBef>
                  <a:spcPct val="0"/>
                </a:spcBef>
                <a:spcAft>
                  <a:spcPct val="0"/>
                </a:spcAft>
              </a:pPr>
              <a:r>
                <a:rPr lang="zh-CN" altLang="en-US" sz="2200" dirty="0">
                  <a:solidFill>
                    <a:srgbClr val="3E3A3A">
                      <a:lumMod val="75000"/>
                    </a:srgbClr>
                  </a:solidFill>
                  <a:latin typeface="微软雅黑"/>
                  <a:ea typeface="微软雅黑"/>
                  <a:sym typeface="Helvetica" panose="020B0604020202020204" pitchFamily="34" charset="0"/>
                </a:rPr>
                <a:t>是人民当家作主和依法治国的根本保证</a:t>
              </a:r>
              <a:endParaRPr lang="en-US" altLang="zh-CN" sz="2200" dirty="0">
                <a:solidFill>
                  <a:srgbClr val="3E3A3A">
                    <a:lumMod val="75000"/>
                  </a:srgbClr>
                </a:solidFill>
                <a:latin typeface="微软雅黑"/>
                <a:ea typeface="微软雅黑"/>
                <a:sym typeface="Helvetica" panose="020B0604020202020204" pitchFamily="34" charset="0"/>
              </a:endParaRPr>
            </a:p>
          </p:txBody>
        </p:sp>
        <p:sp>
          <p:nvSpPr>
            <p:cNvPr id="19" name="îSľide">
              <a:extLst>
                <a:ext uri="{FF2B5EF4-FFF2-40B4-BE49-F238E27FC236}">
                  <a16:creationId xmlns:a16="http://schemas.microsoft.com/office/drawing/2014/main" id="{6A16B7D0-A6F8-4E6A-8812-09E77333425E}"/>
                </a:ext>
              </a:extLst>
            </p:cNvPr>
            <p:cNvSpPr txBox="1"/>
            <p:nvPr/>
          </p:nvSpPr>
          <p:spPr bwMode="auto">
            <a:xfrm>
              <a:off x="1978777" y="2526044"/>
              <a:ext cx="1463223" cy="5900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fontAlgn="base">
                <a:spcBef>
                  <a:spcPct val="0"/>
                </a:spcBef>
                <a:spcAft>
                  <a:spcPct val="0"/>
                </a:spcAft>
              </a:pPr>
              <a:r>
                <a:rPr lang="zh-CN" altLang="en-US" sz="2800" b="1" dirty="0">
                  <a:solidFill>
                    <a:srgbClr val="A41D16"/>
                  </a:solidFill>
                  <a:latin typeface="微软雅黑"/>
                  <a:ea typeface="微软雅黑"/>
                  <a:sym typeface="Helvetica" panose="020B0604020202020204" pitchFamily="34" charset="0"/>
                </a:rPr>
                <a:t>党的领导</a:t>
              </a:r>
              <a:endParaRPr lang="en-US" altLang="zh-CN" sz="2800" b="1" dirty="0">
                <a:solidFill>
                  <a:srgbClr val="A41D16"/>
                </a:solidFill>
                <a:latin typeface="微软雅黑"/>
                <a:ea typeface="微软雅黑"/>
                <a:sym typeface="Helvetica" panose="020B0604020202020204" pitchFamily="34" charset="0"/>
              </a:endParaRPr>
            </a:p>
          </p:txBody>
        </p:sp>
      </p:grpSp>
      <p:grpSp>
        <p:nvGrpSpPr>
          <p:cNvPr id="23" name="í$ḷïḑe">
            <a:extLst>
              <a:ext uri="{FF2B5EF4-FFF2-40B4-BE49-F238E27FC236}">
                <a16:creationId xmlns:a16="http://schemas.microsoft.com/office/drawing/2014/main" id="{B1017602-4025-4AF1-9ED5-F0CCB7FF61C8}"/>
              </a:ext>
            </a:extLst>
          </p:cNvPr>
          <p:cNvGrpSpPr/>
          <p:nvPr/>
        </p:nvGrpSpPr>
        <p:grpSpPr>
          <a:xfrm>
            <a:off x="8612" y="4048831"/>
            <a:ext cx="3139622" cy="1362141"/>
            <a:chOff x="1285541" y="2268665"/>
            <a:chExt cx="2839204" cy="1529660"/>
          </a:xfrm>
        </p:grpSpPr>
        <p:sp>
          <p:nvSpPr>
            <p:cNvPr id="25" name="iSlîďè">
              <a:extLst>
                <a:ext uri="{FF2B5EF4-FFF2-40B4-BE49-F238E27FC236}">
                  <a16:creationId xmlns:a16="http://schemas.microsoft.com/office/drawing/2014/main" id="{5D10CA91-51B4-4C86-98AE-2E7D4A12CC94}"/>
                </a:ext>
              </a:extLst>
            </p:cNvPr>
            <p:cNvSpPr/>
            <p:nvPr/>
          </p:nvSpPr>
          <p:spPr>
            <a:xfrm>
              <a:off x="1285541" y="2934256"/>
              <a:ext cx="2839204" cy="8640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0000" anchor="t" anchorCtr="0">
              <a:spAutoFit/>
            </a:bodyPr>
            <a:lstStyle/>
            <a:p>
              <a:pPr algn="ctr" defTabSz="914400" eaLnBrk="0" fontAlgn="base" hangingPunct="0">
                <a:spcBef>
                  <a:spcPct val="0"/>
                </a:spcBef>
                <a:spcAft>
                  <a:spcPct val="0"/>
                </a:spcAft>
              </a:pPr>
              <a:r>
                <a:rPr lang="zh-CN" altLang="en-US" sz="2200" dirty="0">
                  <a:solidFill>
                    <a:srgbClr val="3E3A3A">
                      <a:lumMod val="75000"/>
                    </a:srgbClr>
                  </a:solidFill>
                  <a:latin typeface="微软雅黑"/>
                  <a:ea typeface="微软雅黑"/>
                  <a:sym typeface="Helvetica" panose="020B0604020202020204" pitchFamily="34" charset="0"/>
                </a:rPr>
                <a:t>是社会主义民主政治的本质特征</a:t>
              </a:r>
              <a:endParaRPr lang="en-US" altLang="zh-CN" sz="2200" dirty="0">
                <a:solidFill>
                  <a:srgbClr val="3E3A3A">
                    <a:lumMod val="75000"/>
                  </a:srgbClr>
                </a:solidFill>
                <a:latin typeface="微软雅黑"/>
                <a:ea typeface="微软雅黑"/>
                <a:sym typeface="Helvetica" panose="020B0604020202020204" pitchFamily="34" charset="0"/>
              </a:endParaRPr>
            </a:p>
          </p:txBody>
        </p:sp>
        <p:sp>
          <p:nvSpPr>
            <p:cNvPr id="26" name="îSľide">
              <a:extLst>
                <a:ext uri="{FF2B5EF4-FFF2-40B4-BE49-F238E27FC236}">
                  <a16:creationId xmlns:a16="http://schemas.microsoft.com/office/drawing/2014/main" id="{20B85D9C-9187-4EC8-A098-EC8F49EF150D}"/>
                </a:ext>
              </a:extLst>
            </p:cNvPr>
            <p:cNvSpPr txBox="1"/>
            <p:nvPr/>
          </p:nvSpPr>
          <p:spPr bwMode="auto">
            <a:xfrm>
              <a:off x="1654061" y="2268665"/>
              <a:ext cx="2112653" cy="5900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fontAlgn="base">
                <a:spcBef>
                  <a:spcPct val="0"/>
                </a:spcBef>
                <a:spcAft>
                  <a:spcPct val="0"/>
                </a:spcAft>
              </a:pPr>
              <a:r>
                <a:rPr lang="zh-CN" altLang="en-US" sz="2800" b="1" dirty="0">
                  <a:solidFill>
                    <a:srgbClr val="D55D0E"/>
                  </a:solidFill>
                  <a:latin typeface="微软雅黑"/>
                  <a:ea typeface="微软雅黑"/>
                  <a:sym typeface="Helvetica" panose="020B0604020202020204" pitchFamily="34" charset="0"/>
                </a:rPr>
                <a:t>人民当家作主</a:t>
              </a:r>
              <a:endParaRPr lang="en-US" altLang="zh-CN" sz="2800" b="1" dirty="0">
                <a:solidFill>
                  <a:srgbClr val="D55D0E"/>
                </a:solidFill>
                <a:latin typeface="微软雅黑"/>
                <a:ea typeface="微软雅黑"/>
                <a:sym typeface="Helvetica" panose="020B0604020202020204" pitchFamily="34" charset="0"/>
              </a:endParaRPr>
            </a:p>
          </p:txBody>
        </p:sp>
      </p:grpSp>
      <p:grpSp>
        <p:nvGrpSpPr>
          <p:cNvPr id="27" name="í$ḷïḑe">
            <a:extLst>
              <a:ext uri="{FF2B5EF4-FFF2-40B4-BE49-F238E27FC236}">
                <a16:creationId xmlns:a16="http://schemas.microsoft.com/office/drawing/2014/main" id="{4B8A3492-62D1-4D8C-AA21-2E55813B4939}"/>
              </a:ext>
            </a:extLst>
          </p:cNvPr>
          <p:cNvGrpSpPr/>
          <p:nvPr/>
        </p:nvGrpSpPr>
        <p:grpSpPr>
          <a:xfrm>
            <a:off x="5588358" y="4048831"/>
            <a:ext cx="3426350" cy="1339491"/>
            <a:chOff x="1046928" y="2268660"/>
            <a:chExt cx="3098496" cy="1504224"/>
          </a:xfrm>
        </p:grpSpPr>
        <p:sp>
          <p:nvSpPr>
            <p:cNvPr id="28" name="iSlîďè">
              <a:extLst>
                <a:ext uri="{FF2B5EF4-FFF2-40B4-BE49-F238E27FC236}">
                  <a16:creationId xmlns:a16="http://schemas.microsoft.com/office/drawing/2014/main" id="{CBBC02FA-23B7-4BDC-AEF2-7B768517E5A7}"/>
                </a:ext>
              </a:extLst>
            </p:cNvPr>
            <p:cNvSpPr/>
            <p:nvPr/>
          </p:nvSpPr>
          <p:spPr>
            <a:xfrm>
              <a:off x="1046928" y="2908816"/>
              <a:ext cx="3098496" cy="8640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0000" anchor="t" anchorCtr="0">
              <a:spAutoFit/>
            </a:bodyPr>
            <a:lstStyle/>
            <a:p>
              <a:pPr algn="ctr" defTabSz="914400" eaLnBrk="0" fontAlgn="base" hangingPunct="0">
                <a:spcBef>
                  <a:spcPct val="0"/>
                </a:spcBef>
                <a:spcAft>
                  <a:spcPct val="0"/>
                </a:spcAft>
              </a:pPr>
              <a:r>
                <a:rPr lang="zh-CN" altLang="en-US" sz="2200" dirty="0">
                  <a:solidFill>
                    <a:srgbClr val="3E3A3A">
                      <a:lumMod val="75000"/>
                    </a:srgbClr>
                  </a:solidFill>
                  <a:latin typeface="微软雅黑"/>
                  <a:ea typeface="微软雅黑"/>
                  <a:sym typeface="Helvetica" panose="020B0604020202020204" pitchFamily="34" charset="0"/>
                </a:rPr>
                <a:t>是党领导人民治理国家的基本方式</a:t>
              </a:r>
              <a:endParaRPr lang="en-US" altLang="zh-CN" sz="2200" dirty="0">
                <a:solidFill>
                  <a:srgbClr val="3E3A3A">
                    <a:lumMod val="75000"/>
                  </a:srgbClr>
                </a:solidFill>
                <a:latin typeface="微软雅黑"/>
                <a:ea typeface="微软雅黑"/>
                <a:sym typeface="Helvetica" panose="020B0604020202020204" pitchFamily="34" charset="0"/>
              </a:endParaRPr>
            </a:p>
          </p:txBody>
        </p:sp>
        <p:sp>
          <p:nvSpPr>
            <p:cNvPr id="29" name="îSľide">
              <a:extLst>
                <a:ext uri="{FF2B5EF4-FFF2-40B4-BE49-F238E27FC236}">
                  <a16:creationId xmlns:a16="http://schemas.microsoft.com/office/drawing/2014/main" id="{2A47666C-99D3-4C59-A4F8-5E30B7FA765C}"/>
                </a:ext>
              </a:extLst>
            </p:cNvPr>
            <p:cNvSpPr txBox="1"/>
            <p:nvPr/>
          </p:nvSpPr>
          <p:spPr bwMode="auto">
            <a:xfrm>
              <a:off x="1967639" y="2268660"/>
              <a:ext cx="1463223" cy="5900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fontAlgn="base">
                <a:spcBef>
                  <a:spcPct val="0"/>
                </a:spcBef>
                <a:spcAft>
                  <a:spcPct val="0"/>
                </a:spcAft>
              </a:pPr>
              <a:r>
                <a:rPr lang="zh-CN" altLang="en-US" sz="2800" b="1" dirty="0">
                  <a:solidFill>
                    <a:srgbClr val="F56637"/>
                  </a:solidFill>
                  <a:latin typeface="微软雅黑"/>
                  <a:ea typeface="微软雅黑"/>
                  <a:sym typeface="Helvetica" panose="020B0604020202020204" pitchFamily="34" charset="0"/>
                </a:rPr>
                <a:t>依法治国</a:t>
              </a:r>
              <a:endParaRPr lang="en-US" altLang="zh-CN" sz="2800" b="1" dirty="0">
                <a:solidFill>
                  <a:srgbClr val="F56637"/>
                </a:solidFill>
                <a:latin typeface="微软雅黑"/>
                <a:ea typeface="微软雅黑"/>
                <a:sym typeface="Helvetica" panose="020B0604020202020204" pitchFamily="34" charset="0"/>
              </a:endParaRPr>
            </a:p>
          </p:txBody>
        </p:sp>
      </p:grpSp>
      <p:grpSp>
        <p:nvGrpSpPr>
          <p:cNvPr id="30" name="组合 29">
            <a:extLst>
              <a:ext uri="{FF2B5EF4-FFF2-40B4-BE49-F238E27FC236}">
                <a16:creationId xmlns:a16="http://schemas.microsoft.com/office/drawing/2014/main" id="{41644171-D263-4ECA-8C4A-5DF4AA8CE3A3}"/>
              </a:ext>
            </a:extLst>
          </p:cNvPr>
          <p:cNvGrpSpPr/>
          <p:nvPr/>
        </p:nvGrpSpPr>
        <p:grpSpPr>
          <a:xfrm>
            <a:off x="-71021" y="5849032"/>
            <a:ext cx="9215021" cy="597350"/>
            <a:chOff x="1127448" y="5726943"/>
            <a:chExt cx="10162163" cy="597350"/>
          </a:xfrm>
        </p:grpSpPr>
        <p:grpSp>
          <p:nvGrpSpPr>
            <p:cNvPr id="31" name="组合 30">
              <a:extLst>
                <a:ext uri="{FF2B5EF4-FFF2-40B4-BE49-F238E27FC236}">
                  <a16:creationId xmlns:a16="http://schemas.microsoft.com/office/drawing/2014/main" id="{1FCCCF6F-9C6F-4B0A-94BF-97A8E7413979}"/>
                </a:ext>
              </a:extLst>
            </p:cNvPr>
            <p:cNvGrpSpPr/>
            <p:nvPr/>
          </p:nvGrpSpPr>
          <p:grpSpPr>
            <a:xfrm>
              <a:off x="1208987" y="5726943"/>
              <a:ext cx="10080624" cy="597350"/>
              <a:chOff x="541020" y="3739833"/>
              <a:chExt cx="5641498" cy="393700"/>
            </a:xfrm>
          </p:grpSpPr>
          <p:sp>
            <p:nvSpPr>
              <p:cNvPr id="33" name="Freeform 95">
                <a:extLst>
                  <a:ext uri="{FF2B5EF4-FFF2-40B4-BE49-F238E27FC236}">
                    <a16:creationId xmlns:a16="http://schemas.microsoft.com/office/drawing/2014/main" id="{E9401A47-CC86-4ED0-996D-00821D60B62B}"/>
                  </a:ext>
                </a:extLst>
              </p:cNvPr>
              <p:cNvSpPr>
                <a:spLocks/>
              </p:cNvSpPr>
              <p:nvPr/>
            </p:nvSpPr>
            <p:spPr bwMode="auto">
              <a:xfrm>
                <a:off x="541020" y="3739833"/>
                <a:ext cx="2817813" cy="393700"/>
              </a:xfrm>
              <a:custGeom>
                <a:avLst/>
                <a:gdLst>
                  <a:gd name="T0" fmla="*/ 1775 w 1775"/>
                  <a:gd name="T1" fmla="*/ 248 h 248"/>
                  <a:gd name="T2" fmla="*/ 0 w 1775"/>
                  <a:gd name="T3" fmla="*/ 248 h 248"/>
                  <a:gd name="T4" fmla="*/ 168 w 1775"/>
                  <a:gd name="T5" fmla="*/ 124 h 248"/>
                  <a:gd name="T6" fmla="*/ 0 w 1775"/>
                  <a:gd name="T7" fmla="*/ 0 h 248"/>
                  <a:gd name="T8" fmla="*/ 1775 w 1775"/>
                  <a:gd name="T9" fmla="*/ 0 h 248"/>
                  <a:gd name="T10" fmla="*/ 1775 w 1775"/>
                  <a:gd name="T11" fmla="*/ 248 h 248"/>
                </a:gdLst>
                <a:ahLst/>
                <a:cxnLst>
                  <a:cxn ang="0">
                    <a:pos x="T0" y="T1"/>
                  </a:cxn>
                  <a:cxn ang="0">
                    <a:pos x="T2" y="T3"/>
                  </a:cxn>
                  <a:cxn ang="0">
                    <a:pos x="T4" y="T5"/>
                  </a:cxn>
                  <a:cxn ang="0">
                    <a:pos x="T6" y="T7"/>
                  </a:cxn>
                  <a:cxn ang="0">
                    <a:pos x="T8" y="T9"/>
                  </a:cxn>
                  <a:cxn ang="0">
                    <a:pos x="T10" y="T11"/>
                  </a:cxn>
                </a:cxnLst>
                <a:rect l="0" t="0" r="r" b="b"/>
                <a:pathLst>
                  <a:path w="1775" h="248">
                    <a:moveTo>
                      <a:pt x="1775" y="248"/>
                    </a:moveTo>
                    <a:lnTo>
                      <a:pt x="0" y="248"/>
                    </a:lnTo>
                    <a:lnTo>
                      <a:pt x="168" y="124"/>
                    </a:lnTo>
                    <a:lnTo>
                      <a:pt x="0" y="0"/>
                    </a:lnTo>
                    <a:lnTo>
                      <a:pt x="1775" y="0"/>
                    </a:lnTo>
                    <a:lnTo>
                      <a:pt x="1775" y="248"/>
                    </a:lnTo>
                    <a:close/>
                  </a:path>
                </a:pathLst>
              </a:custGeom>
              <a:solidFill>
                <a:srgbClr val="C30D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eaLnBrk="0" fontAlgn="base" hangingPunct="0">
                  <a:spcBef>
                    <a:spcPct val="0"/>
                  </a:spcBef>
                  <a:spcAft>
                    <a:spcPct val="0"/>
                  </a:spcAft>
                </a:pPr>
                <a:endParaRPr lang="zh-CN" altLang="en-US">
                  <a:solidFill>
                    <a:srgbClr val="000000"/>
                  </a:solidFill>
                  <a:latin typeface="Helvetica" panose="020B0604020202020204" pitchFamily="34" charset="0"/>
                  <a:ea typeface="宋体" panose="02010600030101010101" pitchFamily="2" charset="-122"/>
                  <a:sym typeface="Helvetica" panose="020B0604020202020204" pitchFamily="34" charset="0"/>
                </a:endParaRPr>
              </a:p>
            </p:txBody>
          </p:sp>
          <p:sp>
            <p:nvSpPr>
              <p:cNvPr id="34" name="Freeform 96">
                <a:extLst>
                  <a:ext uri="{FF2B5EF4-FFF2-40B4-BE49-F238E27FC236}">
                    <a16:creationId xmlns:a16="http://schemas.microsoft.com/office/drawing/2014/main" id="{95C0DAAD-484C-410D-AAA2-7242AF7F1198}"/>
                  </a:ext>
                </a:extLst>
              </p:cNvPr>
              <p:cNvSpPr>
                <a:spLocks/>
              </p:cNvSpPr>
              <p:nvPr/>
            </p:nvSpPr>
            <p:spPr bwMode="auto">
              <a:xfrm>
                <a:off x="541020" y="3739833"/>
                <a:ext cx="2817813" cy="393700"/>
              </a:xfrm>
              <a:custGeom>
                <a:avLst/>
                <a:gdLst>
                  <a:gd name="T0" fmla="*/ 1775 w 1775"/>
                  <a:gd name="T1" fmla="*/ 248 h 248"/>
                  <a:gd name="T2" fmla="*/ 0 w 1775"/>
                  <a:gd name="T3" fmla="*/ 248 h 248"/>
                  <a:gd name="T4" fmla="*/ 168 w 1775"/>
                  <a:gd name="T5" fmla="*/ 124 h 248"/>
                  <a:gd name="T6" fmla="*/ 0 w 1775"/>
                  <a:gd name="T7" fmla="*/ 0 h 248"/>
                  <a:gd name="T8" fmla="*/ 1775 w 1775"/>
                  <a:gd name="T9" fmla="*/ 0 h 248"/>
                  <a:gd name="T10" fmla="*/ 1775 w 1775"/>
                  <a:gd name="T11" fmla="*/ 248 h 248"/>
                </a:gdLst>
                <a:ahLst/>
                <a:cxnLst>
                  <a:cxn ang="0">
                    <a:pos x="T0" y="T1"/>
                  </a:cxn>
                  <a:cxn ang="0">
                    <a:pos x="T2" y="T3"/>
                  </a:cxn>
                  <a:cxn ang="0">
                    <a:pos x="T4" y="T5"/>
                  </a:cxn>
                  <a:cxn ang="0">
                    <a:pos x="T6" y="T7"/>
                  </a:cxn>
                  <a:cxn ang="0">
                    <a:pos x="T8" y="T9"/>
                  </a:cxn>
                  <a:cxn ang="0">
                    <a:pos x="T10" y="T11"/>
                  </a:cxn>
                </a:cxnLst>
                <a:rect l="0" t="0" r="r" b="b"/>
                <a:pathLst>
                  <a:path w="1775" h="248">
                    <a:moveTo>
                      <a:pt x="1775" y="248"/>
                    </a:moveTo>
                    <a:lnTo>
                      <a:pt x="0" y="248"/>
                    </a:lnTo>
                    <a:lnTo>
                      <a:pt x="168" y="124"/>
                    </a:lnTo>
                    <a:lnTo>
                      <a:pt x="0" y="0"/>
                    </a:lnTo>
                    <a:lnTo>
                      <a:pt x="1775" y="0"/>
                    </a:lnTo>
                    <a:lnTo>
                      <a:pt x="1775" y="24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eaLnBrk="0" fontAlgn="base" hangingPunct="0">
                  <a:spcBef>
                    <a:spcPct val="0"/>
                  </a:spcBef>
                  <a:spcAft>
                    <a:spcPct val="0"/>
                  </a:spcAft>
                </a:pPr>
                <a:endParaRPr lang="zh-CN" altLang="en-US">
                  <a:solidFill>
                    <a:srgbClr val="000000"/>
                  </a:solidFill>
                  <a:latin typeface="Helvetica" panose="020B0604020202020204" pitchFamily="34" charset="0"/>
                  <a:ea typeface="宋体" panose="02010600030101010101" pitchFamily="2" charset="-122"/>
                  <a:sym typeface="Helvetica" panose="020B0604020202020204" pitchFamily="34" charset="0"/>
                </a:endParaRPr>
              </a:p>
            </p:txBody>
          </p:sp>
          <p:grpSp>
            <p:nvGrpSpPr>
              <p:cNvPr id="35" name="组合 34">
                <a:extLst>
                  <a:ext uri="{FF2B5EF4-FFF2-40B4-BE49-F238E27FC236}">
                    <a16:creationId xmlns:a16="http://schemas.microsoft.com/office/drawing/2014/main" id="{67F3C9CA-C977-4854-99C0-FD3CBEAA453C}"/>
                  </a:ext>
                </a:extLst>
              </p:cNvPr>
              <p:cNvGrpSpPr/>
              <p:nvPr/>
            </p:nvGrpSpPr>
            <p:grpSpPr>
              <a:xfrm>
                <a:off x="3249820" y="3739833"/>
                <a:ext cx="2932698" cy="393700"/>
                <a:chOff x="5421997" y="4944427"/>
                <a:chExt cx="2932698" cy="393700"/>
              </a:xfrm>
            </p:grpSpPr>
            <p:sp>
              <p:nvSpPr>
                <p:cNvPr id="36" name="Freeform 97">
                  <a:extLst>
                    <a:ext uri="{FF2B5EF4-FFF2-40B4-BE49-F238E27FC236}">
                      <a16:creationId xmlns:a16="http://schemas.microsoft.com/office/drawing/2014/main" id="{18F71BC0-D092-4CDE-A49B-0B9D6203244F}"/>
                    </a:ext>
                  </a:extLst>
                </p:cNvPr>
                <p:cNvSpPr>
                  <a:spLocks/>
                </p:cNvSpPr>
                <p:nvPr/>
              </p:nvSpPr>
              <p:spPr bwMode="auto">
                <a:xfrm>
                  <a:off x="5421997" y="4944427"/>
                  <a:ext cx="2932698" cy="393700"/>
                </a:xfrm>
                <a:custGeom>
                  <a:avLst/>
                  <a:gdLst>
                    <a:gd name="T0" fmla="*/ 0 w 1777"/>
                    <a:gd name="T1" fmla="*/ 248 h 248"/>
                    <a:gd name="T2" fmla="*/ 1777 w 1777"/>
                    <a:gd name="T3" fmla="*/ 248 h 248"/>
                    <a:gd name="T4" fmla="*/ 1609 w 1777"/>
                    <a:gd name="T5" fmla="*/ 124 h 248"/>
                    <a:gd name="T6" fmla="*/ 1777 w 1777"/>
                    <a:gd name="T7" fmla="*/ 0 h 248"/>
                    <a:gd name="T8" fmla="*/ 0 w 1777"/>
                    <a:gd name="T9" fmla="*/ 0 h 248"/>
                    <a:gd name="T10" fmla="*/ 0 w 1777"/>
                    <a:gd name="T11" fmla="*/ 248 h 248"/>
                  </a:gdLst>
                  <a:ahLst/>
                  <a:cxnLst>
                    <a:cxn ang="0">
                      <a:pos x="T0" y="T1"/>
                    </a:cxn>
                    <a:cxn ang="0">
                      <a:pos x="T2" y="T3"/>
                    </a:cxn>
                    <a:cxn ang="0">
                      <a:pos x="T4" y="T5"/>
                    </a:cxn>
                    <a:cxn ang="0">
                      <a:pos x="T6" y="T7"/>
                    </a:cxn>
                    <a:cxn ang="0">
                      <a:pos x="T8" y="T9"/>
                    </a:cxn>
                    <a:cxn ang="0">
                      <a:pos x="T10" y="T11"/>
                    </a:cxn>
                  </a:cxnLst>
                  <a:rect l="0" t="0" r="r" b="b"/>
                  <a:pathLst>
                    <a:path w="1777" h="248">
                      <a:moveTo>
                        <a:pt x="0" y="248"/>
                      </a:moveTo>
                      <a:lnTo>
                        <a:pt x="1777" y="248"/>
                      </a:lnTo>
                      <a:lnTo>
                        <a:pt x="1609" y="124"/>
                      </a:lnTo>
                      <a:lnTo>
                        <a:pt x="1777" y="0"/>
                      </a:lnTo>
                      <a:lnTo>
                        <a:pt x="0" y="0"/>
                      </a:lnTo>
                      <a:lnTo>
                        <a:pt x="0" y="248"/>
                      </a:lnTo>
                      <a:close/>
                    </a:path>
                  </a:pathLst>
                </a:custGeom>
                <a:solidFill>
                  <a:srgbClr val="C30D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eaLnBrk="0" fontAlgn="base" hangingPunct="0">
                    <a:spcBef>
                      <a:spcPct val="0"/>
                    </a:spcBef>
                    <a:spcAft>
                      <a:spcPct val="0"/>
                    </a:spcAft>
                  </a:pPr>
                  <a:endParaRPr lang="zh-CN" altLang="en-US" dirty="0">
                    <a:solidFill>
                      <a:srgbClr val="000000"/>
                    </a:solidFill>
                    <a:latin typeface="Helvetica" panose="020B0604020202020204" pitchFamily="34" charset="0"/>
                    <a:ea typeface="宋体" panose="02010600030101010101" pitchFamily="2" charset="-122"/>
                    <a:sym typeface="Helvetica" panose="020B0604020202020204" pitchFamily="34" charset="0"/>
                  </a:endParaRPr>
                </a:p>
              </p:txBody>
            </p:sp>
            <p:sp>
              <p:nvSpPr>
                <p:cNvPr id="37" name="Freeform 98">
                  <a:extLst>
                    <a:ext uri="{FF2B5EF4-FFF2-40B4-BE49-F238E27FC236}">
                      <a16:creationId xmlns:a16="http://schemas.microsoft.com/office/drawing/2014/main" id="{F9C4BE59-7F5F-45AC-87CB-30D383B85557}"/>
                    </a:ext>
                  </a:extLst>
                </p:cNvPr>
                <p:cNvSpPr>
                  <a:spLocks/>
                </p:cNvSpPr>
                <p:nvPr/>
              </p:nvSpPr>
              <p:spPr bwMode="auto">
                <a:xfrm>
                  <a:off x="5533707" y="4944427"/>
                  <a:ext cx="2820988" cy="393700"/>
                </a:xfrm>
                <a:custGeom>
                  <a:avLst/>
                  <a:gdLst>
                    <a:gd name="T0" fmla="*/ 0 w 1777"/>
                    <a:gd name="T1" fmla="*/ 248 h 248"/>
                    <a:gd name="T2" fmla="*/ 1777 w 1777"/>
                    <a:gd name="T3" fmla="*/ 248 h 248"/>
                    <a:gd name="T4" fmla="*/ 1609 w 1777"/>
                    <a:gd name="T5" fmla="*/ 124 h 248"/>
                    <a:gd name="T6" fmla="*/ 1777 w 1777"/>
                    <a:gd name="T7" fmla="*/ 0 h 248"/>
                    <a:gd name="T8" fmla="*/ 0 w 1777"/>
                    <a:gd name="T9" fmla="*/ 0 h 248"/>
                    <a:gd name="T10" fmla="*/ 0 w 1777"/>
                    <a:gd name="T11" fmla="*/ 248 h 248"/>
                  </a:gdLst>
                  <a:ahLst/>
                  <a:cxnLst>
                    <a:cxn ang="0">
                      <a:pos x="T0" y="T1"/>
                    </a:cxn>
                    <a:cxn ang="0">
                      <a:pos x="T2" y="T3"/>
                    </a:cxn>
                    <a:cxn ang="0">
                      <a:pos x="T4" y="T5"/>
                    </a:cxn>
                    <a:cxn ang="0">
                      <a:pos x="T6" y="T7"/>
                    </a:cxn>
                    <a:cxn ang="0">
                      <a:pos x="T8" y="T9"/>
                    </a:cxn>
                    <a:cxn ang="0">
                      <a:pos x="T10" y="T11"/>
                    </a:cxn>
                  </a:cxnLst>
                  <a:rect l="0" t="0" r="r" b="b"/>
                  <a:pathLst>
                    <a:path w="1777" h="248">
                      <a:moveTo>
                        <a:pt x="0" y="248"/>
                      </a:moveTo>
                      <a:lnTo>
                        <a:pt x="1777" y="248"/>
                      </a:lnTo>
                      <a:lnTo>
                        <a:pt x="1609" y="124"/>
                      </a:lnTo>
                      <a:lnTo>
                        <a:pt x="1777" y="0"/>
                      </a:lnTo>
                      <a:lnTo>
                        <a:pt x="0" y="0"/>
                      </a:lnTo>
                      <a:lnTo>
                        <a:pt x="0" y="24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eaLnBrk="0" fontAlgn="base" hangingPunct="0">
                    <a:spcBef>
                      <a:spcPct val="0"/>
                    </a:spcBef>
                    <a:spcAft>
                      <a:spcPct val="0"/>
                    </a:spcAft>
                  </a:pPr>
                  <a:endParaRPr lang="zh-CN" altLang="en-US">
                    <a:solidFill>
                      <a:srgbClr val="000000"/>
                    </a:solidFill>
                    <a:latin typeface="Helvetica" panose="020B0604020202020204" pitchFamily="34" charset="0"/>
                    <a:ea typeface="宋体" panose="02010600030101010101" pitchFamily="2" charset="-122"/>
                    <a:sym typeface="Helvetica" panose="020B0604020202020204" pitchFamily="34" charset="0"/>
                  </a:endParaRPr>
                </a:p>
              </p:txBody>
            </p:sp>
          </p:grpSp>
        </p:grpSp>
        <p:sp>
          <p:nvSpPr>
            <p:cNvPr id="32" name="矩形 31">
              <a:extLst>
                <a:ext uri="{FF2B5EF4-FFF2-40B4-BE49-F238E27FC236}">
                  <a16:creationId xmlns:a16="http://schemas.microsoft.com/office/drawing/2014/main" id="{CF2841E9-618F-4728-B578-D295F3FB8B94}"/>
                </a:ext>
              </a:extLst>
            </p:cNvPr>
            <p:cNvSpPr/>
            <p:nvPr/>
          </p:nvSpPr>
          <p:spPr>
            <a:xfrm>
              <a:off x="1127448" y="5825563"/>
              <a:ext cx="10081120" cy="400110"/>
            </a:xfrm>
            <a:prstGeom prst="rect">
              <a:avLst/>
            </a:prstGeom>
          </p:spPr>
          <p:txBody>
            <a:bodyPr wrap="square">
              <a:spAutoFit/>
            </a:bodyPr>
            <a:lstStyle/>
            <a:p>
              <a:pPr algn="ctr" defTabSz="914400" eaLnBrk="0" fontAlgn="base" hangingPunct="0">
                <a:spcBef>
                  <a:spcPct val="0"/>
                </a:spcBef>
                <a:spcAft>
                  <a:spcPct val="0"/>
                </a:spcAft>
              </a:pPr>
              <a:r>
                <a:rPr lang="zh-CN" altLang="en-US" sz="2000" b="1" dirty="0">
                  <a:solidFill>
                    <a:srgbClr val="FFFFFF"/>
                  </a:solidFill>
                  <a:latin typeface="微软雅黑"/>
                  <a:ea typeface="微软雅黑"/>
                  <a:sym typeface="Helvetica" panose="020B0604020202020204" pitchFamily="34" charset="0"/>
                </a:rPr>
                <a:t>三者是一个相辅相成的有机整体，统一于我国社会主义民主政治伟大实践</a:t>
              </a:r>
            </a:p>
          </p:txBody>
        </p:sp>
      </p:grpSp>
      <p:grpSp>
        <p:nvGrpSpPr>
          <p:cNvPr id="38" name="组合 37">
            <a:extLst>
              <a:ext uri="{FF2B5EF4-FFF2-40B4-BE49-F238E27FC236}">
                <a16:creationId xmlns:a16="http://schemas.microsoft.com/office/drawing/2014/main" id="{D45FABD1-B27D-46AB-960F-584875AEB547}"/>
              </a:ext>
            </a:extLst>
          </p:cNvPr>
          <p:cNvGrpSpPr/>
          <p:nvPr/>
        </p:nvGrpSpPr>
        <p:grpSpPr>
          <a:xfrm>
            <a:off x="3485094" y="3682910"/>
            <a:ext cx="1758223" cy="1646516"/>
            <a:chOff x="827088" y="1827174"/>
            <a:chExt cx="3959761" cy="3708181"/>
          </a:xfrm>
        </p:grpSpPr>
        <p:sp>
          <p:nvSpPr>
            <p:cNvPr id="39" name="Freeform 4">
              <a:extLst>
                <a:ext uri="{FF2B5EF4-FFF2-40B4-BE49-F238E27FC236}">
                  <a16:creationId xmlns:a16="http://schemas.microsoft.com/office/drawing/2014/main" id="{55AE03F0-8F8A-4274-B710-5181F867A9C6}"/>
                </a:ext>
              </a:extLst>
            </p:cNvPr>
            <p:cNvSpPr>
              <a:spLocks/>
            </p:cNvSpPr>
            <p:nvPr/>
          </p:nvSpPr>
          <p:spPr bwMode="gray">
            <a:xfrm>
              <a:off x="827088" y="2963863"/>
              <a:ext cx="1447800" cy="1954212"/>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Lst>
              <a:ahLst/>
              <a:cxnLst>
                <a:cxn ang="0">
                  <a:pos x="T0" y="T1"/>
                </a:cxn>
                <a:cxn ang="0">
                  <a:pos x="T2" y="T3"/>
                </a:cxn>
                <a:cxn ang="0">
                  <a:pos x="T4" y="T5"/>
                </a:cxn>
                <a:cxn ang="0">
                  <a:pos x="T6" y="T7"/>
                </a:cxn>
                <a:cxn ang="0">
                  <a:pos x="T8" y="T9"/>
                </a:cxn>
                <a:cxn ang="0">
                  <a:pos x="T10" y="T11"/>
                </a:cxn>
                <a:cxn ang="0">
                  <a:pos x="T12" y="T13"/>
                </a:cxn>
              </a:cxnLst>
              <a:rect l="0" t="0" r="r" b="b"/>
              <a:pathLst>
                <a:path w="1233" h="1764">
                  <a:moveTo>
                    <a:pt x="1233" y="343"/>
                  </a:moveTo>
                  <a:lnTo>
                    <a:pt x="413" y="1764"/>
                  </a:lnTo>
                  <a:lnTo>
                    <a:pt x="0" y="1226"/>
                  </a:lnTo>
                  <a:lnTo>
                    <a:pt x="6" y="1098"/>
                  </a:lnTo>
                  <a:lnTo>
                    <a:pt x="638" y="0"/>
                  </a:lnTo>
                  <a:lnTo>
                    <a:pt x="1233" y="343"/>
                  </a:lnTo>
                  <a:lnTo>
                    <a:pt x="1233" y="343"/>
                  </a:lnTo>
                  <a:close/>
                </a:path>
              </a:pathLst>
            </a:custGeom>
            <a:solidFill>
              <a:srgbClr val="6F3107"/>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sp>
          <p:nvSpPr>
            <p:cNvPr id="40" name="Freeform 5">
              <a:extLst>
                <a:ext uri="{FF2B5EF4-FFF2-40B4-BE49-F238E27FC236}">
                  <a16:creationId xmlns:a16="http://schemas.microsoft.com/office/drawing/2014/main" id="{4BAAA4D6-B5AE-41C3-96DD-C4AC7C1C5F67}"/>
                </a:ext>
              </a:extLst>
            </p:cNvPr>
            <p:cNvSpPr>
              <a:spLocks/>
            </p:cNvSpPr>
            <p:nvPr/>
          </p:nvSpPr>
          <p:spPr bwMode="gray">
            <a:xfrm rot="7200000">
              <a:off x="2534444" y="1839119"/>
              <a:ext cx="1365250" cy="2071688"/>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Lst>
              <a:ahLst/>
              <a:cxnLst>
                <a:cxn ang="0">
                  <a:pos x="T0" y="T1"/>
                </a:cxn>
                <a:cxn ang="0">
                  <a:pos x="T2" y="T3"/>
                </a:cxn>
                <a:cxn ang="0">
                  <a:pos x="T4" y="T5"/>
                </a:cxn>
                <a:cxn ang="0">
                  <a:pos x="T6" y="T7"/>
                </a:cxn>
                <a:cxn ang="0">
                  <a:pos x="T8" y="T9"/>
                </a:cxn>
                <a:cxn ang="0">
                  <a:pos x="T10" y="T11"/>
                </a:cxn>
                <a:cxn ang="0">
                  <a:pos x="T12" y="T13"/>
                </a:cxn>
              </a:cxnLst>
              <a:rect l="0" t="0" r="r" b="b"/>
              <a:pathLst>
                <a:path w="1233" h="1764">
                  <a:moveTo>
                    <a:pt x="1233" y="343"/>
                  </a:moveTo>
                  <a:lnTo>
                    <a:pt x="413" y="1764"/>
                  </a:lnTo>
                  <a:lnTo>
                    <a:pt x="0" y="1226"/>
                  </a:lnTo>
                  <a:lnTo>
                    <a:pt x="6" y="1098"/>
                  </a:lnTo>
                  <a:lnTo>
                    <a:pt x="638" y="0"/>
                  </a:lnTo>
                  <a:lnTo>
                    <a:pt x="1233" y="343"/>
                  </a:lnTo>
                  <a:lnTo>
                    <a:pt x="1233" y="343"/>
                  </a:lnTo>
                  <a:close/>
                </a:path>
              </a:pathLst>
            </a:custGeom>
            <a:solidFill>
              <a:srgbClr val="68120E"/>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grpSp>
          <p:nvGrpSpPr>
            <p:cNvPr id="41" name="Group 6">
              <a:extLst>
                <a:ext uri="{FF2B5EF4-FFF2-40B4-BE49-F238E27FC236}">
                  <a16:creationId xmlns:a16="http://schemas.microsoft.com/office/drawing/2014/main" id="{2EB815F5-D15D-4B2A-8055-727FDAC43AFB}"/>
                </a:ext>
              </a:extLst>
            </p:cNvPr>
            <p:cNvGrpSpPr>
              <a:grpSpLocks/>
            </p:cNvGrpSpPr>
            <p:nvPr/>
          </p:nvGrpSpPr>
          <p:grpSpPr bwMode="auto">
            <a:xfrm>
              <a:off x="924462" y="1827174"/>
              <a:ext cx="2349500" cy="2066925"/>
              <a:chOff x="1712" y="1389"/>
              <a:chExt cx="1480" cy="1302"/>
            </a:xfrm>
            <a:solidFill>
              <a:srgbClr val="A41D16"/>
            </a:solidFill>
          </p:grpSpPr>
          <p:sp>
            <p:nvSpPr>
              <p:cNvPr id="51" name="AutoShape 7">
                <a:extLst>
                  <a:ext uri="{FF2B5EF4-FFF2-40B4-BE49-F238E27FC236}">
                    <a16:creationId xmlns:a16="http://schemas.microsoft.com/office/drawing/2014/main" id="{F453CC55-8F89-4B33-950D-50693352C1B4}"/>
                  </a:ext>
                </a:extLst>
              </p:cNvPr>
              <p:cNvSpPr>
                <a:spLocks noChangeArrowheads="1"/>
              </p:cNvSpPr>
              <p:nvPr/>
            </p:nvSpPr>
            <p:spPr bwMode="gray">
              <a:xfrm rot="12600000">
                <a:off x="1712" y="2311"/>
                <a:ext cx="908" cy="380"/>
              </a:xfrm>
              <a:prstGeom prst="triangle">
                <a:avLst>
                  <a:gd name="adj" fmla="val 50000"/>
                </a:avLst>
              </a:prstGeom>
              <a:solidFill>
                <a:srgbClr val="A41D16"/>
              </a:solidFill>
              <a:ln>
                <a:noFill/>
              </a:ln>
              <a:effectLst/>
            </p:spPr>
            <p:txBody>
              <a:bodyPr wrap="none" anchor="ct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sp>
            <p:nvSpPr>
              <p:cNvPr id="52" name="Freeform 8">
                <a:extLst>
                  <a:ext uri="{FF2B5EF4-FFF2-40B4-BE49-F238E27FC236}">
                    <a16:creationId xmlns:a16="http://schemas.microsoft.com/office/drawing/2014/main" id="{93913E74-10AB-44D5-94BE-CAF9B58E513C}"/>
                  </a:ext>
                </a:extLst>
              </p:cNvPr>
              <p:cNvSpPr>
                <a:spLocks/>
              </p:cNvSpPr>
              <p:nvPr/>
            </p:nvSpPr>
            <p:spPr bwMode="gray">
              <a:xfrm rot="7200000">
                <a:off x="1961" y="1810"/>
                <a:ext cx="948" cy="508"/>
              </a:xfrm>
              <a:custGeom>
                <a:avLst/>
                <a:gdLst>
                  <a:gd name="T0" fmla="*/ 750 w 750"/>
                  <a:gd name="T1" fmla="*/ 0 h 378"/>
                  <a:gd name="T2" fmla="*/ 0 w 750"/>
                  <a:gd name="T3" fmla="*/ 0 h 378"/>
                  <a:gd name="T4" fmla="*/ 2 w 750"/>
                  <a:gd name="T5" fmla="*/ 194 h 378"/>
                  <a:gd name="T6" fmla="*/ 28 w 750"/>
                  <a:gd name="T7" fmla="*/ 378 h 378"/>
                  <a:gd name="T8" fmla="*/ 750 w 750"/>
                  <a:gd name="T9" fmla="*/ 378 h 378"/>
                  <a:gd name="T10" fmla="*/ 750 w 750"/>
                  <a:gd name="T11" fmla="*/ 0 h 378"/>
                  <a:gd name="T12" fmla="*/ 750 w 750"/>
                  <a:gd name="T13" fmla="*/ 0 h 378"/>
                </a:gdLst>
                <a:ahLst/>
                <a:cxnLst>
                  <a:cxn ang="0">
                    <a:pos x="T0" y="T1"/>
                  </a:cxn>
                  <a:cxn ang="0">
                    <a:pos x="T2" y="T3"/>
                  </a:cxn>
                  <a:cxn ang="0">
                    <a:pos x="T4" y="T5"/>
                  </a:cxn>
                  <a:cxn ang="0">
                    <a:pos x="T6" y="T7"/>
                  </a:cxn>
                  <a:cxn ang="0">
                    <a:pos x="T8" y="T9"/>
                  </a:cxn>
                  <a:cxn ang="0">
                    <a:pos x="T10" y="T11"/>
                  </a:cxn>
                  <a:cxn ang="0">
                    <a:pos x="T12" y="T13"/>
                  </a:cxn>
                </a:cxnLst>
                <a:rect l="0" t="0" r="r" b="b"/>
                <a:pathLst>
                  <a:path w="750" h="378">
                    <a:moveTo>
                      <a:pt x="750" y="0"/>
                    </a:moveTo>
                    <a:lnTo>
                      <a:pt x="0" y="0"/>
                    </a:lnTo>
                    <a:lnTo>
                      <a:pt x="2" y="194"/>
                    </a:lnTo>
                    <a:lnTo>
                      <a:pt x="28" y="378"/>
                    </a:lnTo>
                    <a:lnTo>
                      <a:pt x="750" y="378"/>
                    </a:lnTo>
                    <a:lnTo>
                      <a:pt x="750" y="0"/>
                    </a:lnTo>
                    <a:lnTo>
                      <a:pt x="750" y="0"/>
                    </a:lnTo>
                    <a:close/>
                  </a:path>
                </a:pathLst>
              </a:custGeom>
              <a:solidFill>
                <a:srgbClr val="A41D16"/>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sp>
            <p:nvSpPr>
              <p:cNvPr id="53" name="Freeform 9">
                <a:extLst>
                  <a:ext uri="{FF2B5EF4-FFF2-40B4-BE49-F238E27FC236}">
                    <a16:creationId xmlns:a16="http://schemas.microsoft.com/office/drawing/2014/main" id="{EAE6186B-F18E-4A63-8F28-E895F48C60F3}"/>
                  </a:ext>
                </a:extLst>
              </p:cNvPr>
              <p:cNvSpPr>
                <a:spLocks/>
              </p:cNvSpPr>
              <p:nvPr/>
            </p:nvSpPr>
            <p:spPr bwMode="gray">
              <a:xfrm rot="7200000">
                <a:off x="2637" y="1226"/>
                <a:ext cx="392" cy="718"/>
              </a:xfrm>
              <a:custGeom>
                <a:avLst/>
                <a:gdLst>
                  <a:gd name="T0" fmla="*/ 495 w 495"/>
                  <a:gd name="T1" fmla="*/ 285 h 971"/>
                  <a:gd name="T2" fmla="*/ 495 w 495"/>
                  <a:gd name="T3" fmla="*/ 971 h 971"/>
                  <a:gd name="T4" fmla="*/ 462 w 495"/>
                  <a:gd name="T5" fmla="*/ 964 h 971"/>
                  <a:gd name="T6" fmla="*/ 430 w 495"/>
                  <a:gd name="T7" fmla="*/ 953 h 971"/>
                  <a:gd name="T8" fmla="*/ 401 w 495"/>
                  <a:gd name="T9" fmla="*/ 931 h 971"/>
                  <a:gd name="T10" fmla="*/ 372 w 495"/>
                  <a:gd name="T11" fmla="*/ 898 h 971"/>
                  <a:gd name="T12" fmla="*/ 339 w 495"/>
                  <a:gd name="T13" fmla="*/ 855 h 971"/>
                  <a:gd name="T14" fmla="*/ 306 w 495"/>
                  <a:gd name="T15" fmla="*/ 801 h 971"/>
                  <a:gd name="T16" fmla="*/ 270 w 495"/>
                  <a:gd name="T17" fmla="*/ 732 h 971"/>
                  <a:gd name="T18" fmla="*/ 227 w 495"/>
                  <a:gd name="T19" fmla="*/ 648 h 971"/>
                  <a:gd name="T20" fmla="*/ 183 w 495"/>
                  <a:gd name="T21" fmla="*/ 554 h 971"/>
                  <a:gd name="T22" fmla="*/ 129 w 495"/>
                  <a:gd name="T23" fmla="*/ 438 h 971"/>
                  <a:gd name="T24" fmla="*/ 96 w 495"/>
                  <a:gd name="T25" fmla="*/ 369 h 971"/>
                  <a:gd name="T26" fmla="*/ 29 w 495"/>
                  <a:gd name="T27" fmla="*/ 211 h 971"/>
                  <a:gd name="T28" fmla="*/ 2 w 495"/>
                  <a:gd name="T29" fmla="*/ 127 h 971"/>
                  <a:gd name="T30" fmla="*/ 0 w 495"/>
                  <a:gd name="T31" fmla="*/ 60 h 971"/>
                  <a:gd name="T32" fmla="*/ 15 w 495"/>
                  <a:gd name="T33" fmla="*/ 0 h 971"/>
                  <a:gd name="T34" fmla="*/ 15 w 495"/>
                  <a:gd name="T35" fmla="*/ 43 h 971"/>
                  <a:gd name="T36" fmla="*/ 15 w 495"/>
                  <a:gd name="T37" fmla="*/ 72 h 971"/>
                  <a:gd name="T38" fmla="*/ 15 w 495"/>
                  <a:gd name="T39" fmla="*/ 99 h 971"/>
                  <a:gd name="T40" fmla="*/ 18 w 495"/>
                  <a:gd name="T41" fmla="*/ 126 h 971"/>
                  <a:gd name="T42" fmla="*/ 29 w 495"/>
                  <a:gd name="T43" fmla="*/ 162 h 971"/>
                  <a:gd name="T44" fmla="*/ 53 w 495"/>
                  <a:gd name="T45" fmla="*/ 198 h 971"/>
                  <a:gd name="T46" fmla="*/ 85 w 495"/>
                  <a:gd name="T47" fmla="*/ 231 h 971"/>
                  <a:gd name="T48" fmla="*/ 125 w 495"/>
                  <a:gd name="T49" fmla="*/ 260 h 971"/>
                  <a:gd name="T50" fmla="*/ 180 w 495"/>
                  <a:gd name="T51" fmla="*/ 278 h 971"/>
                  <a:gd name="T52" fmla="*/ 245 w 495"/>
                  <a:gd name="T53" fmla="*/ 282 h 971"/>
                  <a:gd name="T54" fmla="*/ 495 w 495"/>
                  <a:gd name="T55" fmla="*/ 285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rgbClr val="A41D16"/>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grpSp>
        <p:sp>
          <p:nvSpPr>
            <p:cNvPr id="42" name="Freeform 10">
              <a:extLst>
                <a:ext uri="{FF2B5EF4-FFF2-40B4-BE49-F238E27FC236}">
                  <a16:creationId xmlns:a16="http://schemas.microsoft.com/office/drawing/2014/main" id="{55AE2896-C10C-4BFC-ACAB-EECE2D6D222A}"/>
                </a:ext>
              </a:extLst>
            </p:cNvPr>
            <p:cNvSpPr>
              <a:spLocks/>
            </p:cNvSpPr>
            <p:nvPr/>
          </p:nvSpPr>
          <p:spPr bwMode="gray">
            <a:xfrm rot="14400000">
              <a:off x="2648744" y="3707606"/>
              <a:ext cx="1365250" cy="2071688"/>
            </a:xfrm>
            <a:custGeom>
              <a:avLst/>
              <a:gdLst>
                <a:gd name="T0" fmla="*/ 1233 w 1233"/>
                <a:gd name="T1" fmla="*/ 343 h 1764"/>
                <a:gd name="T2" fmla="*/ 413 w 1233"/>
                <a:gd name="T3" fmla="*/ 1764 h 1764"/>
                <a:gd name="T4" fmla="*/ 0 w 1233"/>
                <a:gd name="T5" fmla="*/ 1226 h 1764"/>
                <a:gd name="T6" fmla="*/ 6 w 1233"/>
                <a:gd name="T7" fmla="*/ 1098 h 1764"/>
                <a:gd name="T8" fmla="*/ 638 w 1233"/>
                <a:gd name="T9" fmla="*/ 0 h 1764"/>
                <a:gd name="T10" fmla="*/ 1233 w 1233"/>
                <a:gd name="T11" fmla="*/ 343 h 1764"/>
                <a:gd name="T12" fmla="*/ 1233 w 1233"/>
                <a:gd name="T13" fmla="*/ 343 h 1764"/>
              </a:gdLst>
              <a:ahLst/>
              <a:cxnLst>
                <a:cxn ang="0">
                  <a:pos x="T0" y="T1"/>
                </a:cxn>
                <a:cxn ang="0">
                  <a:pos x="T2" y="T3"/>
                </a:cxn>
                <a:cxn ang="0">
                  <a:pos x="T4" y="T5"/>
                </a:cxn>
                <a:cxn ang="0">
                  <a:pos x="T6" y="T7"/>
                </a:cxn>
                <a:cxn ang="0">
                  <a:pos x="T8" y="T9"/>
                </a:cxn>
                <a:cxn ang="0">
                  <a:pos x="T10" y="T11"/>
                </a:cxn>
                <a:cxn ang="0">
                  <a:pos x="T12" y="T13"/>
                </a:cxn>
              </a:cxnLst>
              <a:rect l="0" t="0" r="r" b="b"/>
              <a:pathLst>
                <a:path w="1233" h="1764">
                  <a:moveTo>
                    <a:pt x="1233" y="343"/>
                  </a:moveTo>
                  <a:lnTo>
                    <a:pt x="413" y="1764"/>
                  </a:lnTo>
                  <a:lnTo>
                    <a:pt x="0" y="1226"/>
                  </a:lnTo>
                  <a:lnTo>
                    <a:pt x="6" y="1098"/>
                  </a:lnTo>
                  <a:lnTo>
                    <a:pt x="638" y="0"/>
                  </a:lnTo>
                  <a:lnTo>
                    <a:pt x="1233" y="343"/>
                  </a:lnTo>
                  <a:lnTo>
                    <a:pt x="1233" y="343"/>
                  </a:lnTo>
                  <a:close/>
                </a:path>
              </a:pathLst>
            </a:custGeom>
            <a:solidFill>
              <a:srgbClr val="BF3409"/>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grpSp>
          <p:nvGrpSpPr>
            <p:cNvPr id="43" name="Group 11">
              <a:extLst>
                <a:ext uri="{FF2B5EF4-FFF2-40B4-BE49-F238E27FC236}">
                  <a16:creationId xmlns:a16="http://schemas.microsoft.com/office/drawing/2014/main" id="{FA6F5F24-FE56-4E7A-BF9C-B76B1801EC22}"/>
                </a:ext>
              </a:extLst>
            </p:cNvPr>
            <p:cNvGrpSpPr>
              <a:grpSpLocks/>
            </p:cNvGrpSpPr>
            <p:nvPr/>
          </p:nvGrpSpPr>
          <p:grpSpPr bwMode="auto">
            <a:xfrm>
              <a:off x="2729449" y="2782849"/>
              <a:ext cx="2057400" cy="2192338"/>
              <a:chOff x="2854" y="1996"/>
              <a:chExt cx="1296" cy="1381"/>
            </a:xfrm>
            <a:solidFill>
              <a:srgbClr val="FFC000"/>
            </a:solidFill>
          </p:grpSpPr>
          <p:sp>
            <p:nvSpPr>
              <p:cNvPr id="48" name="AutoShape 12">
                <a:extLst>
                  <a:ext uri="{FF2B5EF4-FFF2-40B4-BE49-F238E27FC236}">
                    <a16:creationId xmlns:a16="http://schemas.microsoft.com/office/drawing/2014/main" id="{4B6051FF-42B1-48D5-9113-CA6824D9F0AB}"/>
                  </a:ext>
                </a:extLst>
              </p:cNvPr>
              <p:cNvSpPr>
                <a:spLocks noChangeArrowheads="1"/>
              </p:cNvSpPr>
              <p:nvPr/>
            </p:nvSpPr>
            <p:spPr bwMode="gray">
              <a:xfrm rot="19800000">
                <a:off x="2854" y="1996"/>
                <a:ext cx="906" cy="380"/>
              </a:xfrm>
              <a:prstGeom prst="triangle">
                <a:avLst>
                  <a:gd name="adj" fmla="val 50000"/>
                </a:avLst>
              </a:prstGeom>
              <a:solidFill>
                <a:srgbClr val="F56637"/>
              </a:solidFill>
              <a:ln>
                <a:noFill/>
              </a:ln>
              <a:effectLst/>
            </p:spPr>
            <p:txBody>
              <a:bodyPr wrap="none" anchor="ct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sp>
            <p:nvSpPr>
              <p:cNvPr id="49" name="Freeform 13">
                <a:extLst>
                  <a:ext uri="{FF2B5EF4-FFF2-40B4-BE49-F238E27FC236}">
                    <a16:creationId xmlns:a16="http://schemas.microsoft.com/office/drawing/2014/main" id="{7A8F1815-97DF-45FD-A60B-A016D706860C}"/>
                  </a:ext>
                </a:extLst>
              </p:cNvPr>
              <p:cNvSpPr>
                <a:spLocks/>
              </p:cNvSpPr>
              <p:nvPr/>
            </p:nvSpPr>
            <p:spPr bwMode="gray">
              <a:xfrm rot="14400000">
                <a:off x="3102" y="2371"/>
                <a:ext cx="948" cy="507"/>
              </a:xfrm>
              <a:custGeom>
                <a:avLst/>
                <a:gdLst>
                  <a:gd name="T0" fmla="*/ 750 w 750"/>
                  <a:gd name="T1" fmla="*/ 0 h 378"/>
                  <a:gd name="T2" fmla="*/ 0 w 750"/>
                  <a:gd name="T3" fmla="*/ 0 h 378"/>
                  <a:gd name="T4" fmla="*/ 2 w 750"/>
                  <a:gd name="T5" fmla="*/ 194 h 378"/>
                  <a:gd name="T6" fmla="*/ 28 w 750"/>
                  <a:gd name="T7" fmla="*/ 378 h 378"/>
                  <a:gd name="T8" fmla="*/ 750 w 750"/>
                  <a:gd name="T9" fmla="*/ 378 h 378"/>
                  <a:gd name="T10" fmla="*/ 750 w 750"/>
                  <a:gd name="T11" fmla="*/ 0 h 378"/>
                  <a:gd name="T12" fmla="*/ 750 w 750"/>
                  <a:gd name="T13" fmla="*/ 0 h 378"/>
                </a:gdLst>
                <a:ahLst/>
                <a:cxnLst>
                  <a:cxn ang="0">
                    <a:pos x="T0" y="T1"/>
                  </a:cxn>
                  <a:cxn ang="0">
                    <a:pos x="T2" y="T3"/>
                  </a:cxn>
                  <a:cxn ang="0">
                    <a:pos x="T4" y="T5"/>
                  </a:cxn>
                  <a:cxn ang="0">
                    <a:pos x="T6" y="T7"/>
                  </a:cxn>
                  <a:cxn ang="0">
                    <a:pos x="T8" y="T9"/>
                  </a:cxn>
                  <a:cxn ang="0">
                    <a:pos x="T10" y="T11"/>
                  </a:cxn>
                  <a:cxn ang="0">
                    <a:pos x="T12" y="T13"/>
                  </a:cxn>
                </a:cxnLst>
                <a:rect l="0" t="0" r="r" b="b"/>
                <a:pathLst>
                  <a:path w="750" h="378">
                    <a:moveTo>
                      <a:pt x="750" y="0"/>
                    </a:moveTo>
                    <a:lnTo>
                      <a:pt x="0" y="0"/>
                    </a:lnTo>
                    <a:lnTo>
                      <a:pt x="2" y="194"/>
                    </a:lnTo>
                    <a:lnTo>
                      <a:pt x="28" y="378"/>
                    </a:lnTo>
                    <a:lnTo>
                      <a:pt x="750" y="378"/>
                    </a:lnTo>
                    <a:lnTo>
                      <a:pt x="750" y="0"/>
                    </a:lnTo>
                    <a:lnTo>
                      <a:pt x="750" y="0"/>
                    </a:lnTo>
                    <a:close/>
                  </a:path>
                </a:pathLst>
              </a:custGeom>
              <a:solidFill>
                <a:srgbClr val="F56637"/>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sp>
            <p:nvSpPr>
              <p:cNvPr id="50" name="Freeform 14">
                <a:extLst>
                  <a:ext uri="{FF2B5EF4-FFF2-40B4-BE49-F238E27FC236}">
                    <a16:creationId xmlns:a16="http://schemas.microsoft.com/office/drawing/2014/main" id="{EFBD5A50-CFFD-4A21-B242-96D2E085B417}"/>
                  </a:ext>
                </a:extLst>
              </p:cNvPr>
              <p:cNvSpPr>
                <a:spLocks/>
              </p:cNvSpPr>
              <p:nvPr/>
            </p:nvSpPr>
            <p:spPr bwMode="gray">
              <a:xfrm rot="14400000">
                <a:off x="3618" y="2845"/>
                <a:ext cx="346" cy="718"/>
              </a:xfrm>
              <a:custGeom>
                <a:avLst/>
                <a:gdLst>
                  <a:gd name="T0" fmla="*/ 495 w 495"/>
                  <a:gd name="T1" fmla="*/ 285 h 971"/>
                  <a:gd name="T2" fmla="*/ 495 w 495"/>
                  <a:gd name="T3" fmla="*/ 971 h 971"/>
                  <a:gd name="T4" fmla="*/ 462 w 495"/>
                  <a:gd name="T5" fmla="*/ 964 h 971"/>
                  <a:gd name="T6" fmla="*/ 430 w 495"/>
                  <a:gd name="T7" fmla="*/ 953 h 971"/>
                  <a:gd name="T8" fmla="*/ 401 w 495"/>
                  <a:gd name="T9" fmla="*/ 931 h 971"/>
                  <a:gd name="T10" fmla="*/ 372 w 495"/>
                  <a:gd name="T11" fmla="*/ 898 h 971"/>
                  <a:gd name="T12" fmla="*/ 339 w 495"/>
                  <a:gd name="T13" fmla="*/ 855 h 971"/>
                  <a:gd name="T14" fmla="*/ 306 w 495"/>
                  <a:gd name="T15" fmla="*/ 801 h 971"/>
                  <a:gd name="T16" fmla="*/ 270 w 495"/>
                  <a:gd name="T17" fmla="*/ 732 h 971"/>
                  <a:gd name="T18" fmla="*/ 227 w 495"/>
                  <a:gd name="T19" fmla="*/ 648 h 971"/>
                  <a:gd name="T20" fmla="*/ 183 w 495"/>
                  <a:gd name="T21" fmla="*/ 554 h 971"/>
                  <a:gd name="T22" fmla="*/ 129 w 495"/>
                  <a:gd name="T23" fmla="*/ 438 h 971"/>
                  <a:gd name="T24" fmla="*/ 96 w 495"/>
                  <a:gd name="T25" fmla="*/ 369 h 971"/>
                  <a:gd name="T26" fmla="*/ 29 w 495"/>
                  <a:gd name="T27" fmla="*/ 211 h 971"/>
                  <a:gd name="T28" fmla="*/ 2 w 495"/>
                  <a:gd name="T29" fmla="*/ 127 h 971"/>
                  <a:gd name="T30" fmla="*/ 0 w 495"/>
                  <a:gd name="T31" fmla="*/ 60 h 971"/>
                  <a:gd name="T32" fmla="*/ 15 w 495"/>
                  <a:gd name="T33" fmla="*/ 0 h 971"/>
                  <a:gd name="T34" fmla="*/ 15 w 495"/>
                  <a:gd name="T35" fmla="*/ 43 h 971"/>
                  <a:gd name="T36" fmla="*/ 15 w 495"/>
                  <a:gd name="T37" fmla="*/ 72 h 971"/>
                  <a:gd name="T38" fmla="*/ 15 w 495"/>
                  <a:gd name="T39" fmla="*/ 99 h 971"/>
                  <a:gd name="T40" fmla="*/ 18 w 495"/>
                  <a:gd name="T41" fmla="*/ 126 h 971"/>
                  <a:gd name="T42" fmla="*/ 29 w 495"/>
                  <a:gd name="T43" fmla="*/ 162 h 971"/>
                  <a:gd name="T44" fmla="*/ 53 w 495"/>
                  <a:gd name="T45" fmla="*/ 198 h 971"/>
                  <a:gd name="T46" fmla="*/ 85 w 495"/>
                  <a:gd name="T47" fmla="*/ 231 h 971"/>
                  <a:gd name="T48" fmla="*/ 125 w 495"/>
                  <a:gd name="T49" fmla="*/ 260 h 971"/>
                  <a:gd name="T50" fmla="*/ 180 w 495"/>
                  <a:gd name="T51" fmla="*/ 278 h 971"/>
                  <a:gd name="T52" fmla="*/ 245 w 495"/>
                  <a:gd name="T53" fmla="*/ 282 h 971"/>
                  <a:gd name="T54" fmla="*/ 495 w 495"/>
                  <a:gd name="T55" fmla="*/ 285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rgbClr val="F56637"/>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grpSp>
        <p:grpSp>
          <p:nvGrpSpPr>
            <p:cNvPr id="44" name="Group 15">
              <a:extLst>
                <a:ext uri="{FF2B5EF4-FFF2-40B4-BE49-F238E27FC236}">
                  <a16:creationId xmlns:a16="http://schemas.microsoft.com/office/drawing/2014/main" id="{78C62F95-3438-4467-BC2D-98B04E6B2A33}"/>
                </a:ext>
              </a:extLst>
            </p:cNvPr>
            <p:cNvGrpSpPr>
              <a:grpSpLocks/>
            </p:cNvGrpSpPr>
            <p:nvPr/>
          </p:nvGrpSpPr>
          <p:grpSpPr bwMode="auto">
            <a:xfrm>
              <a:off x="833974" y="4139942"/>
              <a:ext cx="2493963" cy="1395413"/>
              <a:chOff x="1655" y="2837"/>
              <a:chExt cx="1571" cy="879"/>
            </a:xfrm>
            <a:solidFill>
              <a:srgbClr val="D75F0B"/>
            </a:solidFill>
          </p:grpSpPr>
          <p:sp>
            <p:nvSpPr>
              <p:cNvPr id="45" name="Freeform 16">
                <a:extLst>
                  <a:ext uri="{FF2B5EF4-FFF2-40B4-BE49-F238E27FC236}">
                    <a16:creationId xmlns:a16="http://schemas.microsoft.com/office/drawing/2014/main" id="{AFCAC2C0-30A5-4F0B-8A30-9D1C62E2D91C}"/>
                  </a:ext>
                </a:extLst>
              </p:cNvPr>
              <p:cNvSpPr>
                <a:spLocks/>
              </p:cNvSpPr>
              <p:nvPr/>
            </p:nvSpPr>
            <p:spPr bwMode="gray">
              <a:xfrm>
                <a:off x="1655" y="2837"/>
                <a:ext cx="366" cy="692"/>
              </a:xfrm>
              <a:custGeom>
                <a:avLst/>
                <a:gdLst>
                  <a:gd name="T0" fmla="*/ 495 w 495"/>
                  <a:gd name="T1" fmla="*/ 285 h 971"/>
                  <a:gd name="T2" fmla="*/ 495 w 495"/>
                  <a:gd name="T3" fmla="*/ 971 h 971"/>
                  <a:gd name="T4" fmla="*/ 462 w 495"/>
                  <a:gd name="T5" fmla="*/ 964 h 971"/>
                  <a:gd name="T6" fmla="*/ 430 w 495"/>
                  <a:gd name="T7" fmla="*/ 953 h 971"/>
                  <a:gd name="T8" fmla="*/ 401 w 495"/>
                  <a:gd name="T9" fmla="*/ 931 h 971"/>
                  <a:gd name="T10" fmla="*/ 372 w 495"/>
                  <a:gd name="T11" fmla="*/ 898 h 971"/>
                  <a:gd name="T12" fmla="*/ 339 w 495"/>
                  <a:gd name="T13" fmla="*/ 855 h 971"/>
                  <a:gd name="T14" fmla="*/ 306 w 495"/>
                  <a:gd name="T15" fmla="*/ 801 h 971"/>
                  <a:gd name="T16" fmla="*/ 270 w 495"/>
                  <a:gd name="T17" fmla="*/ 732 h 971"/>
                  <a:gd name="T18" fmla="*/ 227 w 495"/>
                  <a:gd name="T19" fmla="*/ 648 h 971"/>
                  <a:gd name="T20" fmla="*/ 183 w 495"/>
                  <a:gd name="T21" fmla="*/ 554 h 971"/>
                  <a:gd name="T22" fmla="*/ 129 w 495"/>
                  <a:gd name="T23" fmla="*/ 438 h 971"/>
                  <a:gd name="T24" fmla="*/ 96 w 495"/>
                  <a:gd name="T25" fmla="*/ 369 h 971"/>
                  <a:gd name="T26" fmla="*/ 29 w 495"/>
                  <a:gd name="T27" fmla="*/ 211 h 971"/>
                  <a:gd name="T28" fmla="*/ 2 w 495"/>
                  <a:gd name="T29" fmla="*/ 127 h 971"/>
                  <a:gd name="T30" fmla="*/ 0 w 495"/>
                  <a:gd name="T31" fmla="*/ 60 h 971"/>
                  <a:gd name="T32" fmla="*/ 15 w 495"/>
                  <a:gd name="T33" fmla="*/ 0 h 971"/>
                  <a:gd name="T34" fmla="*/ 15 w 495"/>
                  <a:gd name="T35" fmla="*/ 43 h 971"/>
                  <a:gd name="T36" fmla="*/ 15 w 495"/>
                  <a:gd name="T37" fmla="*/ 72 h 971"/>
                  <a:gd name="T38" fmla="*/ 15 w 495"/>
                  <a:gd name="T39" fmla="*/ 99 h 971"/>
                  <a:gd name="T40" fmla="*/ 18 w 495"/>
                  <a:gd name="T41" fmla="*/ 126 h 971"/>
                  <a:gd name="T42" fmla="*/ 29 w 495"/>
                  <a:gd name="T43" fmla="*/ 162 h 971"/>
                  <a:gd name="T44" fmla="*/ 53 w 495"/>
                  <a:gd name="T45" fmla="*/ 198 h 971"/>
                  <a:gd name="T46" fmla="*/ 85 w 495"/>
                  <a:gd name="T47" fmla="*/ 231 h 971"/>
                  <a:gd name="T48" fmla="*/ 125 w 495"/>
                  <a:gd name="T49" fmla="*/ 260 h 971"/>
                  <a:gd name="T50" fmla="*/ 180 w 495"/>
                  <a:gd name="T51" fmla="*/ 278 h 971"/>
                  <a:gd name="T52" fmla="*/ 245 w 495"/>
                  <a:gd name="T53" fmla="*/ 282 h 971"/>
                  <a:gd name="T54" fmla="*/ 495 w 495"/>
                  <a:gd name="T55" fmla="*/ 285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5" h="971">
                    <a:moveTo>
                      <a:pt x="495" y="285"/>
                    </a:moveTo>
                    <a:lnTo>
                      <a:pt x="495" y="971"/>
                    </a:lnTo>
                    <a:lnTo>
                      <a:pt x="462" y="964"/>
                    </a:lnTo>
                    <a:lnTo>
                      <a:pt x="430" y="953"/>
                    </a:lnTo>
                    <a:lnTo>
                      <a:pt x="401" y="931"/>
                    </a:lnTo>
                    <a:lnTo>
                      <a:pt x="372" y="898"/>
                    </a:lnTo>
                    <a:lnTo>
                      <a:pt x="339" y="855"/>
                    </a:lnTo>
                    <a:lnTo>
                      <a:pt x="306" y="801"/>
                    </a:lnTo>
                    <a:lnTo>
                      <a:pt x="270" y="732"/>
                    </a:lnTo>
                    <a:lnTo>
                      <a:pt x="227" y="648"/>
                    </a:lnTo>
                    <a:lnTo>
                      <a:pt x="183" y="554"/>
                    </a:lnTo>
                    <a:lnTo>
                      <a:pt x="129" y="438"/>
                    </a:lnTo>
                    <a:lnTo>
                      <a:pt x="96" y="369"/>
                    </a:lnTo>
                    <a:lnTo>
                      <a:pt x="29" y="211"/>
                    </a:lnTo>
                    <a:lnTo>
                      <a:pt x="2" y="127"/>
                    </a:lnTo>
                    <a:lnTo>
                      <a:pt x="0" y="60"/>
                    </a:lnTo>
                    <a:lnTo>
                      <a:pt x="15" y="0"/>
                    </a:lnTo>
                    <a:lnTo>
                      <a:pt x="15" y="43"/>
                    </a:lnTo>
                    <a:lnTo>
                      <a:pt x="15" y="72"/>
                    </a:lnTo>
                    <a:lnTo>
                      <a:pt x="15" y="99"/>
                    </a:lnTo>
                    <a:lnTo>
                      <a:pt x="18" y="126"/>
                    </a:lnTo>
                    <a:lnTo>
                      <a:pt x="29" y="162"/>
                    </a:lnTo>
                    <a:lnTo>
                      <a:pt x="53" y="198"/>
                    </a:lnTo>
                    <a:lnTo>
                      <a:pt x="85" y="231"/>
                    </a:lnTo>
                    <a:lnTo>
                      <a:pt x="125" y="260"/>
                    </a:lnTo>
                    <a:lnTo>
                      <a:pt x="180" y="278"/>
                    </a:lnTo>
                    <a:lnTo>
                      <a:pt x="245" y="282"/>
                    </a:lnTo>
                    <a:lnTo>
                      <a:pt x="495" y="285"/>
                    </a:lnTo>
                    <a:close/>
                  </a:path>
                </a:pathLst>
              </a:custGeom>
              <a:solidFill>
                <a:srgbClr val="D55D0E"/>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sp>
            <p:nvSpPr>
              <p:cNvPr id="46" name="AutoShape 17">
                <a:extLst>
                  <a:ext uri="{FF2B5EF4-FFF2-40B4-BE49-F238E27FC236}">
                    <a16:creationId xmlns:a16="http://schemas.microsoft.com/office/drawing/2014/main" id="{B2278556-4C94-4224-B6D4-4F9382AFBBB9}"/>
                  </a:ext>
                </a:extLst>
              </p:cNvPr>
              <p:cNvSpPr>
                <a:spLocks noChangeArrowheads="1"/>
              </p:cNvSpPr>
              <p:nvPr/>
            </p:nvSpPr>
            <p:spPr bwMode="gray">
              <a:xfrm rot="5400000">
                <a:off x="2589" y="3078"/>
                <a:ext cx="872" cy="403"/>
              </a:xfrm>
              <a:prstGeom prst="triangle">
                <a:avLst>
                  <a:gd name="adj" fmla="val 50000"/>
                </a:avLst>
              </a:prstGeom>
              <a:solidFill>
                <a:srgbClr val="D55D0E"/>
              </a:solidFill>
              <a:ln>
                <a:noFill/>
              </a:ln>
              <a:effectLst/>
            </p:spPr>
            <p:txBody>
              <a:bodyPr wrap="none" anchor="ct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sp>
            <p:nvSpPr>
              <p:cNvPr id="47" name="Freeform 18">
                <a:extLst>
                  <a:ext uri="{FF2B5EF4-FFF2-40B4-BE49-F238E27FC236}">
                    <a16:creationId xmlns:a16="http://schemas.microsoft.com/office/drawing/2014/main" id="{C31408A3-B388-43CE-A546-63979083754A}"/>
                  </a:ext>
                </a:extLst>
              </p:cNvPr>
              <p:cNvSpPr>
                <a:spLocks/>
              </p:cNvSpPr>
              <p:nvPr/>
            </p:nvSpPr>
            <p:spPr bwMode="gray">
              <a:xfrm>
                <a:off x="1985" y="3040"/>
                <a:ext cx="1005" cy="489"/>
              </a:xfrm>
              <a:custGeom>
                <a:avLst/>
                <a:gdLst>
                  <a:gd name="T0" fmla="*/ 750 w 750"/>
                  <a:gd name="T1" fmla="*/ 0 h 378"/>
                  <a:gd name="T2" fmla="*/ 0 w 750"/>
                  <a:gd name="T3" fmla="*/ 0 h 378"/>
                  <a:gd name="T4" fmla="*/ 2 w 750"/>
                  <a:gd name="T5" fmla="*/ 194 h 378"/>
                  <a:gd name="T6" fmla="*/ 28 w 750"/>
                  <a:gd name="T7" fmla="*/ 378 h 378"/>
                  <a:gd name="T8" fmla="*/ 750 w 750"/>
                  <a:gd name="T9" fmla="*/ 378 h 378"/>
                  <a:gd name="T10" fmla="*/ 750 w 750"/>
                  <a:gd name="T11" fmla="*/ 0 h 378"/>
                  <a:gd name="T12" fmla="*/ 750 w 750"/>
                  <a:gd name="T13" fmla="*/ 0 h 378"/>
                </a:gdLst>
                <a:ahLst/>
                <a:cxnLst>
                  <a:cxn ang="0">
                    <a:pos x="T0" y="T1"/>
                  </a:cxn>
                  <a:cxn ang="0">
                    <a:pos x="T2" y="T3"/>
                  </a:cxn>
                  <a:cxn ang="0">
                    <a:pos x="T4" y="T5"/>
                  </a:cxn>
                  <a:cxn ang="0">
                    <a:pos x="T6" y="T7"/>
                  </a:cxn>
                  <a:cxn ang="0">
                    <a:pos x="T8" y="T9"/>
                  </a:cxn>
                  <a:cxn ang="0">
                    <a:pos x="T10" y="T11"/>
                  </a:cxn>
                  <a:cxn ang="0">
                    <a:pos x="T12" y="T13"/>
                  </a:cxn>
                </a:cxnLst>
                <a:rect l="0" t="0" r="r" b="b"/>
                <a:pathLst>
                  <a:path w="750" h="378">
                    <a:moveTo>
                      <a:pt x="750" y="0"/>
                    </a:moveTo>
                    <a:lnTo>
                      <a:pt x="0" y="0"/>
                    </a:lnTo>
                    <a:lnTo>
                      <a:pt x="2" y="194"/>
                    </a:lnTo>
                    <a:lnTo>
                      <a:pt x="28" y="378"/>
                    </a:lnTo>
                    <a:lnTo>
                      <a:pt x="750" y="378"/>
                    </a:lnTo>
                    <a:lnTo>
                      <a:pt x="750" y="0"/>
                    </a:lnTo>
                    <a:lnTo>
                      <a:pt x="750" y="0"/>
                    </a:lnTo>
                    <a:close/>
                  </a:path>
                </a:pathLst>
              </a:custGeom>
              <a:solidFill>
                <a:srgbClr val="D55D0E"/>
              </a:solidFill>
              <a:ln>
                <a:noFill/>
              </a:ln>
            </p:spPr>
            <p:txBody>
              <a:bodyPr/>
              <a:lstStyle/>
              <a:p>
                <a:pPr defTabSz="914400">
                  <a:defRPr/>
                </a:pPr>
                <a:endParaRPr lang="id-ID" kern="0">
                  <a:solidFill>
                    <a:srgbClr val="000000"/>
                  </a:solidFill>
                  <a:ea typeface="宋体" panose="02010600030101010101" pitchFamily="2" charset="-122"/>
                  <a:sym typeface="Helvetica" panose="020B0604020202020204" pitchFamily="34" charset="0"/>
                </a:endParaRPr>
              </a:p>
            </p:txBody>
          </p:sp>
        </p:grpSp>
      </p:grpSp>
    </p:spTree>
    <p:extLst>
      <p:ext uri="{BB962C8B-B14F-4D97-AF65-F5344CB8AC3E}">
        <p14:creationId xmlns:p14="http://schemas.microsoft.com/office/powerpoint/2010/main" val="195710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950"/>
                            </p:stCondLst>
                            <p:childTnLst>
                              <p:par>
                                <p:cTn id="9" presetID="49" presetClass="entr" presetSubtype="0" decel="10000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p:cTn id="11" dur="500" fill="hold"/>
                                        <p:tgtEl>
                                          <p:spTgt spid="38"/>
                                        </p:tgtEl>
                                        <p:attrNameLst>
                                          <p:attrName>ppt_w</p:attrName>
                                        </p:attrNameLst>
                                      </p:cBhvr>
                                      <p:tavLst>
                                        <p:tav tm="0">
                                          <p:val>
                                            <p:fltVal val="0"/>
                                          </p:val>
                                        </p:tav>
                                        <p:tav tm="100000">
                                          <p:val>
                                            <p:strVal val="#ppt_w"/>
                                          </p:val>
                                        </p:tav>
                                      </p:tavLst>
                                    </p:anim>
                                    <p:anim calcmode="lin" valueType="num">
                                      <p:cBhvr>
                                        <p:cTn id="12" dur="500" fill="hold"/>
                                        <p:tgtEl>
                                          <p:spTgt spid="38"/>
                                        </p:tgtEl>
                                        <p:attrNameLst>
                                          <p:attrName>ppt_h</p:attrName>
                                        </p:attrNameLst>
                                      </p:cBhvr>
                                      <p:tavLst>
                                        <p:tav tm="0">
                                          <p:val>
                                            <p:fltVal val="0"/>
                                          </p:val>
                                        </p:tav>
                                        <p:tav tm="100000">
                                          <p:val>
                                            <p:strVal val="#ppt_h"/>
                                          </p:val>
                                        </p:tav>
                                      </p:tavLst>
                                    </p:anim>
                                    <p:anim calcmode="lin" valueType="num">
                                      <p:cBhvr>
                                        <p:cTn id="13" dur="500" fill="hold"/>
                                        <p:tgtEl>
                                          <p:spTgt spid="38"/>
                                        </p:tgtEl>
                                        <p:attrNameLst>
                                          <p:attrName>style.rotation</p:attrName>
                                        </p:attrNameLst>
                                      </p:cBhvr>
                                      <p:tavLst>
                                        <p:tav tm="0">
                                          <p:val>
                                            <p:fltVal val="360"/>
                                          </p:val>
                                        </p:tav>
                                        <p:tav tm="100000">
                                          <p:val>
                                            <p:fltVal val="0"/>
                                          </p:val>
                                        </p:tav>
                                      </p:tavLst>
                                    </p:anim>
                                    <p:animEffect transition="in" filter="fade">
                                      <p:cBhvr>
                                        <p:cTn id="14" dur="500"/>
                                        <p:tgtEl>
                                          <p:spTgt spid="38"/>
                                        </p:tgtEl>
                                      </p:cBhvr>
                                    </p:animEffect>
                                  </p:childTnLst>
                                </p:cTn>
                              </p:par>
                            </p:childTnLst>
                          </p:cTn>
                        </p:par>
                        <p:par>
                          <p:cTn id="15" fill="hold">
                            <p:stCondLst>
                              <p:cond delay="1450"/>
                            </p:stCondLst>
                            <p:childTnLst>
                              <p:par>
                                <p:cTn id="16" presetID="22" presetClass="entr" presetSubtype="1"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up)">
                                      <p:cBhvr>
                                        <p:cTn id="18" dur="500"/>
                                        <p:tgtEl>
                                          <p:spTgt spid="17"/>
                                        </p:tgtEl>
                                      </p:cBhvr>
                                    </p:animEffect>
                                  </p:childTnLst>
                                </p:cTn>
                              </p:par>
                            </p:childTnLst>
                          </p:cTn>
                        </p:par>
                        <p:par>
                          <p:cTn id="19" fill="hold">
                            <p:stCondLst>
                              <p:cond delay="1950"/>
                            </p:stCondLst>
                            <p:childTnLst>
                              <p:par>
                                <p:cTn id="20" presetID="22" presetClass="entr" presetSubtype="1"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par>
                          <p:cTn id="23" fill="hold">
                            <p:stCondLst>
                              <p:cond delay="2450"/>
                            </p:stCondLst>
                            <p:childTnLst>
                              <p:par>
                                <p:cTn id="24" presetID="22" presetClass="entr" presetSubtype="1" fill="hold"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up)">
                                      <p:cBhvr>
                                        <p:cTn id="26" dur="500"/>
                                        <p:tgtEl>
                                          <p:spTgt spid="27"/>
                                        </p:tgtEl>
                                      </p:cBhvr>
                                    </p:animEffect>
                                  </p:childTnLst>
                                </p:cTn>
                              </p:par>
                            </p:childTnLst>
                          </p:cTn>
                        </p:par>
                        <p:par>
                          <p:cTn id="27" fill="hold">
                            <p:stCondLst>
                              <p:cond delay="2950"/>
                            </p:stCondLst>
                            <p:childTnLst>
                              <p:par>
                                <p:cTn id="28" presetID="22" presetClass="entr" presetSubtype="8"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wipe(left)">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58393011-19E2-4817-8ECD-571E172398EA}"/>
              </a:ext>
            </a:extLst>
          </p:cNvPr>
          <p:cNvSpPr txBox="1">
            <a:spLocks noChangeArrowheads="1"/>
          </p:cNvSpPr>
          <p:nvPr/>
        </p:nvSpPr>
        <p:spPr bwMode="auto">
          <a:xfrm>
            <a:off x="0" y="878217"/>
            <a:ext cx="6809173"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6.</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新时代社会主义意识形态阵地建设的主要任务</a:t>
            </a:r>
          </a:p>
        </p:txBody>
      </p:sp>
      <p:sp>
        <p:nvSpPr>
          <p:cNvPr id="11" name="文本框 10">
            <a:extLst>
              <a:ext uri="{FF2B5EF4-FFF2-40B4-BE49-F238E27FC236}">
                <a16:creationId xmlns:a16="http://schemas.microsoft.com/office/drawing/2014/main" id="{351748A4-D17D-40E2-A0CB-39CAE5B76001}"/>
              </a:ext>
            </a:extLst>
          </p:cNvPr>
          <p:cNvSpPr txBox="1"/>
          <p:nvPr/>
        </p:nvSpPr>
        <p:spPr>
          <a:xfrm>
            <a:off x="188691" y="1708144"/>
            <a:ext cx="8766618" cy="2797048"/>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zh-CN" sz="2400" kern="0" dirty="0">
                <a:solidFill>
                  <a:prstClr val="black">
                    <a:lumMod val="85000"/>
                    <a:lumOff val="15000"/>
                  </a:prstClr>
                </a:solidFill>
                <a:latin typeface="微软雅黑" panose="020B0503020204020204" pitchFamily="34" charset="-122"/>
                <a:ea typeface="微软雅黑" panose="020B0503020204020204" pitchFamily="34" charset="-122"/>
              </a:rPr>
              <a:t>第一，旗帜鲜明坚持马克思主义在意识形态领域的指导地位。</a:t>
            </a:r>
            <a:endParaRPr lang="en-US" altLang="zh-CN" sz="2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sz="2400" kern="0" dirty="0">
                <a:solidFill>
                  <a:prstClr val="black">
                    <a:lumMod val="85000"/>
                    <a:lumOff val="15000"/>
                  </a:prstClr>
                </a:solidFill>
                <a:latin typeface="微软雅黑" panose="020B0503020204020204" pitchFamily="34" charset="-122"/>
                <a:ea typeface="微软雅黑" panose="020B0503020204020204" pitchFamily="34" charset="-122"/>
              </a:rPr>
              <a:t>第二，加快构建中国特色哲学社会科学。</a:t>
            </a:r>
            <a:endParaRPr lang="en-US" altLang="zh-CN" sz="2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sz="2400" kern="0" dirty="0">
                <a:solidFill>
                  <a:prstClr val="black">
                    <a:lumMod val="85000"/>
                    <a:lumOff val="15000"/>
                  </a:prstClr>
                </a:solidFill>
                <a:latin typeface="微软雅黑" panose="020B0503020204020204" pitchFamily="34" charset="-122"/>
                <a:ea typeface="微软雅黑" panose="020B0503020204020204" pitchFamily="34" charset="-122"/>
              </a:rPr>
              <a:t>第三，坚持正确的舆论导向。</a:t>
            </a:r>
            <a:endParaRPr lang="en-US" altLang="zh-CN" sz="2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sz="2400" kern="0" dirty="0">
                <a:solidFill>
                  <a:prstClr val="black">
                    <a:lumMod val="85000"/>
                    <a:lumOff val="15000"/>
                  </a:prstClr>
                </a:solidFill>
                <a:latin typeface="微软雅黑" panose="020B0503020204020204" pitchFamily="34" charset="-122"/>
                <a:ea typeface="微软雅黑" panose="020B0503020204020204" pitchFamily="34" charset="-122"/>
              </a:rPr>
              <a:t>第四，要建设好网络空间。</a:t>
            </a:r>
            <a:endParaRPr lang="en-US" altLang="zh-CN" sz="2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sz="2400" kern="0" dirty="0">
                <a:solidFill>
                  <a:prstClr val="black">
                    <a:lumMod val="85000"/>
                    <a:lumOff val="15000"/>
                  </a:prstClr>
                </a:solidFill>
                <a:latin typeface="微软雅黑" panose="020B0503020204020204" pitchFamily="34" charset="-122"/>
                <a:ea typeface="微软雅黑" panose="020B0503020204020204" pitchFamily="34" charset="-122"/>
              </a:rPr>
              <a:t>第五，落实好意识形态工作责任制。</a:t>
            </a:r>
            <a:endParaRPr lang="zh-CN" altLang="zh-CN" sz="2400" kern="0" dirty="0">
              <a:solidFill>
                <a:prstClr val="black">
                  <a:lumMod val="85000"/>
                  <a:lumOff val="1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631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5E8BCA1C-C6F5-49CD-8A24-782CF75FEC40}"/>
              </a:ext>
            </a:extLst>
          </p:cNvPr>
          <p:cNvSpPr txBox="1">
            <a:spLocks noChangeArrowheads="1"/>
          </p:cNvSpPr>
          <p:nvPr/>
        </p:nvSpPr>
        <p:spPr bwMode="auto">
          <a:xfrm>
            <a:off x="292108" y="796857"/>
            <a:ext cx="3347738"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7.</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新时代党的教育方针</a:t>
            </a:r>
          </a:p>
        </p:txBody>
      </p:sp>
      <p:sp>
        <p:nvSpPr>
          <p:cNvPr id="11" name="文本框 10">
            <a:extLst>
              <a:ext uri="{FF2B5EF4-FFF2-40B4-BE49-F238E27FC236}">
                <a16:creationId xmlns:a16="http://schemas.microsoft.com/office/drawing/2014/main" id="{F40EA720-F7D6-4430-B3A2-EC34AB0FF2CE}"/>
              </a:ext>
            </a:extLst>
          </p:cNvPr>
          <p:cNvSpPr txBox="1"/>
          <p:nvPr/>
        </p:nvSpPr>
        <p:spPr>
          <a:xfrm>
            <a:off x="554935" y="1699400"/>
            <a:ext cx="8304980" cy="4459041"/>
          </a:xfrm>
          <a:prstGeom prst="rect">
            <a:avLst/>
          </a:prstGeom>
          <a:noFill/>
        </p:spPr>
        <p:txBody>
          <a:bodyPr wrap="square">
            <a:spAutoFit/>
          </a:bodyPr>
          <a:lstStyle/>
          <a:p>
            <a:pPr indent="304800" algn="just">
              <a:lnSpc>
                <a:spcPct val="150000"/>
              </a:lnSpc>
            </a:pPr>
            <a:r>
              <a:rPr lang="en-US" altLang="zh-CN" sz="2400" kern="0" dirty="0">
                <a:solidFill>
                  <a:prstClr val="black">
                    <a:lumMod val="85000"/>
                    <a:lumOff val="15000"/>
                  </a:prstClr>
                </a:solidFill>
                <a:latin typeface="微软雅黑" panose="020B0503020204020204" pitchFamily="34" charset="-122"/>
                <a:ea typeface="微软雅黑" panose="020B0503020204020204" pitchFamily="34" charset="-122"/>
              </a:rPr>
              <a:t>   </a:t>
            </a:r>
            <a:r>
              <a:rPr lang="zh-CN" altLang="zh-CN" sz="2400" kern="0" dirty="0">
                <a:solidFill>
                  <a:prstClr val="black">
                    <a:lumMod val="85000"/>
                    <a:lumOff val="15000"/>
                  </a:prstClr>
                </a:solidFill>
                <a:latin typeface="微软雅黑" panose="020B0503020204020204" pitchFamily="34" charset="-122"/>
                <a:ea typeface="微软雅黑" panose="020B0503020204020204" pitchFamily="34" charset="-122"/>
              </a:rPr>
              <a:t>坚持马克思主义指导地位，贯彻习近平新时代中国特色社会主义思想，坚持社会主义办学方向，落实立德树人的根本任务，坚持教育为人民服务、为中国共产党治国理政服务、为巩固和发展中国特色社会主义制度服务、为改革开放和社会主义现代化服务，扎根中国大地办教育，同生产劳动和社会实践相结合，加快推进教育现代化、建设教育强国、办好人民满意的教育，努力培养担当民族复兴大任的时代新人，培养德智体美劳全面发展的社会主要建设者和接班人。</a:t>
            </a:r>
          </a:p>
        </p:txBody>
      </p:sp>
    </p:spTree>
    <p:extLst>
      <p:ext uri="{BB962C8B-B14F-4D97-AF65-F5344CB8AC3E}">
        <p14:creationId xmlns:p14="http://schemas.microsoft.com/office/powerpoint/2010/main" val="49412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84E1DE4A-5C04-423F-8229-5AA9697CB2BC}"/>
              </a:ext>
            </a:extLst>
          </p:cNvPr>
          <p:cNvSpPr txBox="1">
            <a:spLocks noChangeArrowheads="1"/>
          </p:cNvSpPr>
          <p:nvPr/>
        </p:nvSpPr>
        <p:spPr bwMode="auto">
          <a:xfrm>
            <a:off x="-533515" y="796857"/>
            <a:ext cx="3347738"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8.</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精准扶贫</a:t>
            </a:r>
          </a:p>
        </p:txBody>
      </p:sp>
      <p:sp>
        <p:nvSpPr>
          <p:cNvPr id="11" name="文本框 10">
            <a:extLst>
              <a:ext uri="{FF2B5EF4-FFF2-40B4-BE49-F238E27FC236}">
                <a16:creationId xmlns:a16="http://schemas.microsoft.com/office/drawing/2014/main" id="{CD851E27-0FF4-4545-8C9F-A657F7094C21}"/>
              </a:ext>
            </a:extLst>
          </p:cNvPr>
          <p:cNvSpPr txBox="1"/>
          <p:nvPr/>
        </p:nvSpPr>
        <p:spPr>
          <a:xfrm>
            <a:off x="292107" y="1385365"/>
            <a:ext cx="8454478" cy="830997"/>
          </a:xfrm>
          <a:prstGeom prst="rect">
            <a:avLst/>
          </a:prstGeom>
          <a:noFill/>
        </p:spPr>
        <p:txBody>
          <a:bodyPr wrap="square">
            <a:spAutoFit/>
          </a:bodyPr>
          <a:lstStyle/>
          <a:p>
            <a:pPr indent="304800" algn="just"/>
            <a:r>
              <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脱贫攻坚贵在精准，重在精准。要在精准施策上出实招，在精准推进上下实功，在精准落地上见实效。</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îṣḷíḓê">
            <a:extLst>
              <a:ext uri="{FF2B5EF4-FFF2-40B4-BE49-F238E27FC236}">
                <a16:creationId xmlns:a16="http://schemas.microsoft.com/office/drawing/2014/main" id="{F7872B1A-60CD-4BC9-8144-A9763C4501BD}"/>
              </a:ext>
            </a:extLst>
          </p:cNvPr>
          <p:cNvSpPr/>
          <p:nvPr/>
        </p:nvSpPr>
        <p:spPr>
          <a:xfrm>
            <a:off x="905520" y="2546633"/>
            <a:ext cx="4208018" cy="522860"/>
          </a:xfrm>
          <a:prstGeom prst="rect">
            <a:avLst/>
          </a:prstGeom>
        </p:spPr>
        <p:txBody>
          <a:bodyPr wrap="square" lIns="91440" tIns="45720" rIns="91440" bIns="45720" anchor="ctr">
            <a:noAutofit/>
          </a:bodyPr>
          <a:lstStyle/>
          <a:p>
            <a:pPr marL="342900" indent="-342900" defTabSz="914378" eaLnBrk="0" fontAlgn="base" hangingPunct="0">
              <a:spcBef>
                <a:spcPct val="0"/>
              </a:spcBef>
              <a:spcAft>
                <a:spcPct val="0"/>
              </a:spcAft>
              <a:buFont typeface="Wingdings" panose="05000000000000000000" pitchFamily="2" charset="2"/>
              <a:buChar char="Ø"/>
              <a:defRPr/>
            </a:pPr>
            <a:r>
              <a:rPr lang="zh-CN" altLang="en-US" sz="2400" dirty="0">
                <a:solidFill>
                  <a:prstClr val="black">
                    <a:lumMod val="85000"/>
                    <a:lumOff val="15000"/>
                  </a:prstClr>
                </a:solidFill>
                <a:latin typeface="微软雅黑" panose="020B0503020204020204" pitchFamily="34" charset="-122"/>
                <a:ea typeface="微软雅黑" panose="020B0503020204020204" pitchFamily="34" charset="-122"/>
                <a:sym typeface="Helvetica" panose="020B0604020202020204" pitchFamily="34" charset="0"/>
              </a:rPr>
              <a:t>解决好“扶持谁”的问题</a:t>
            </a:r>
          </a:p>
        </p:txBody>
      </p:sp>
      <p:sp>
        <p:nvSpPr>
          <p:cNvPr id="14" name="îṣḷíḓê">
            <a:extLst>
              <a:ext uri="{FF2B5EF4-FFF2-40B4-BE49-F238E27FC236}">
                <a16:creationId xmlns:a16="http://schemas.microsoft.com/office/drawing/2014/main" id="{151DD194-9802-4B18-A058-82C3AC90B038}"/>
              </a:ext>
            </a:extLst>
          </p:cNvPr>
          <p:cNvSpPr/>
          <p:nvPr/>
        </p:nvSpPr>
        <p:spPr>
          <a:xfrm>
            <a:off x="910273" y="3699009"/>
            <a:ext cx="4105610" cy="522860"/>
          </a:xfrm>
          <a:prstGeom prst="rect">
            <a:avLst/>
          </a:prstGeom>
        </p:spPr>
        <p:txBody>
          <a:bodyPr wrap="square" lIns="91440" tIns="45720" rIns="91440" bIns="45720" anchor="ctr">
            <a:noAutofit/>
          </a:bodyPr>
          <a:lstStyle/>
          <a:p>
            <a:pPr marL="342900" indent="-342900" defTabSz="914378" eaLnBrk="0" fontAlgn="base" hangingPunct="0">
              <a:spcBef>
                <a:spcPct val="0"/>
              </a:spcBef>
              <a:spcAft>
                <a:spcPct val="0"/>
              </a:spcAft>
              <a:buFont typeface="Wingdings" panose="05000000000000000000" pitchFamily="2" charset="2"/>
              <a:buChar char="Ø"/>
            </a:pPr>
            <a:r>
              <a:rPr lang="zh-CN" altLang="en-US" sz="2400" dirty="0">
                <a:solidFill>
                  <a:prstClr val="black">
                    <a:lumMod val="85000"/>
                    <a:lumOff val="15000"/>
                  </a:prstClr>
                </a:solidFill>
                <a:latin typeface="微软雅黑" panose="020B0503020204020204" pitchFamily="34" charset="-122"/>
                <a:ea typeface="微软雅黑" panose="020B0503020204020204" pitchFamily="34" charset="-122"/>
                <a:sym typeface="Helvetica" panose="020B0604020202020204" pitchFamily="34" charset="0"/>
              </a:rPr>
              <a:t>解决好“怎么扶”的问题</a:t>
            </a:r>
          </a:p>
        </p:txBody>
      </p:sp>
      <p:sp>
        <p:nvSpPr>
          <p:cNvPr id="15" name="îṣḷíḓê">
            <a:extLst>
              <a:ext uri="{FF2B5EF4-FFF2-40B4-BE49-F238E27FC236}">
                <a16:creationId xmlns:a16="http://schemas.microsoft.com/office/drawing/2014/main" id="{8637522E-FEBD-492B-9F52-A4AC7BD25380}"/>
              </a:ext>
            </a:extLst>
          </p:cNvPr>
          <p:cNvSpPr/>
          <p:nvPr/>
        </p:nvSpPr>
        <p:spPr>
          <a:xfrm>
            <a:off x="910273" y="3122821"/>
            <a:ext cx="3990201" cy="522860"/>
          </a:xfrm>
          <a:prstGeom prst="rect">
            <a:avLst/>
          </a:prstGeom>
        </p:spPr>
        <p:txBody>
          <a:bodyPr wrap="square" lIns="91440" tIns="45720" rIns="91440" bIns="45720" anchor="ctr">
            <a:noAutofit/>
          </a:bodyPr>
          <a:lstStyle/>
          <a:p>
            <a:pPr marL="342900" indent="-342900" defTabSz="914378" eaLnBrk="0" fontAlgn="base" hangingPunct="0">
              <a:spcBef>
                <a:spcPct val="0"/>
              </a:spcBef>
              <a:spcAft>
                <a:spcPct val="0"/>
              </a:spcAft>
              <a:buFont typeface="Wingdings" panose="05000000000000000000" pitchFamily="2" charset="2"/>
              <a:buChar char="Ø"/>
            </a:pPr>
            <a:r>
              <a:rPr lang="zh-CN" altLang="en-US" sz="2400" dirty="0">
                <a:solidFill>
                  <a:prstClr val="black">
                    <a:lumMod val="85000"/>
                    <a:lumOff val="15000"/>
                  </a:prstClr>
                </a:solidFill>
                <a:latin typeface="微软雅黑" panose="020B0503020204020204" pitchFamily="34" charset="-122"/>
                <a:ea typeface="微软雅黑" panose="020B0503020204020204" pitchFamily="34" charset="-122"/>
                <a:sym typeface="Helvetica" panose="020B0604020202020204" pitchFamily="34" charset="0"/>
              </a:rPr>
              <a:t>解决好“谁来扶”的问题</a:t>
            </a:r>
          </a:p>
        </p:txBody>
      </p:sp>
      <p:sp>
        <p:nvSpPr>
          <p:cNvPr id="17" name="îṣḷíḓê">
            <a:extLst>
              <a:ext uri="{FF2B5EF4-FFF2-40B4-BE49-F238E27FC236}">
                <a16:creationId xmlns:a16="http://schemas.microsoft.com/office/drawing/2014/main" id="{4386033C-1D67-49C1-8DAC-A713298F0691}"/>
              </a:ext>
            </a:extLst>
          </p:cNvPr>
          <p:cNvSpPr/>
          <p:nvPr/>
        </p:nvSpPr>
        <p:spPr>
          <a:xfrm>
            <a:off x="910273" y="4248565"/>
            <a:ext cx="3990200" cy="522860"/>
          </a:xfrm>
          <a:prstGeom prst="rect">
            <a:avLst/>
          </a:prstGeom>
        </p:spPr>
        <p:txBody>
          <a:bodyPr wrap="square" lIns="91440" tIns="45720" rIns="91440" bIns="45720" anchor="ctr">
            <a:noAutofit/>
          </a:bodyPr>
          <a:lstStyle/>
          <a:p>
            <a:pPr marL="342900" indent="-342900" defTabSz="914378" eaLnBrk="0" fontAlgn="base" hangingPunct="0">
              <a:spcBef>
                <a:spcPct val="0"/>
              </a:spcBef>
              <a:spcAft>
                <a:spcPct val="0"/>
              </a:spcAft>
              <a:buFont typeface="Wingdings" panose="05000000000000000000" pitchFamily="2" charset="2"/>
              <a:buChar char="Ø"/>
            </a:pPr>
            <a:r>
              <a:rPr lang="zh-CN" altLang="en-US" sz="2400" dirty="0">
                <a:solidFill>
                  <a:prstClr val="black">
                    <a:lumMod val="85000"/>
                    <a:lumOff val="15000"/>
                  </a:prstClr>
                </a:solidFill>
                <a:latin typeface="微软雅黑" panose="020B0503020204020204" pitchFamily="34" charset="-122"/>
                <a:ea typeface="微软雅黑" panose="020B0503020204020204" pitchFamily="34" charset="-122"/>
                <a:sym typeface="Helvetica" panose="020B0604020202020204" pitchFamily="34" charset="0"/>
              </a:rPr>
              <a:t>解决好“如何退”的问题</a:t>
            </a:r>
          </a:p>
        </p:txBody>
      </p:sp>
    </p:spTree>
    <p:extLst>
      <p:ext uri="{BB962C8B-B14F-4D97-AF65-F5344CB8AC3E}">
        <p14:creationId xmlns:p14="http://schemas.microsoft.com/office/powerpoint/2010/main" val="427640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4" grpId="0"/>
      <p:bldP spid="15"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7DBD9E2F-5130-4F67-9D90-C219C500D893}"/>
              </a:ext>
            </a:extLst>
          </p:cNvPr>
          <p:cNvSpPr txBox="1">
            <a:spLocks noChangeArrowheads="1"/>
          </p:cNvSpPr>
          <p:nvPr/>
        </p:nvSpPr>
        <p:spPr bwMode="auto">
          <a:xfrm>
            <a:off x="292107" y="796857"/>
            <a:ext cx="6499309"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9.</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如何理解“绿水青山就是金山银山”理念？</a:t>
            </a:r>
          </a:p>
        </p:txBody>
      </p:sp>
      <p:pic>
        <p:nvPicPr>
          <p:cNvPr id="12" name="图片 11">
            <a:extLst>
              <a:ext uri="{FF2B5EF4-FFF2-40B4-BE49-F238E27FC236}">
                <a16:creationId xmlns:a16="http://schemas.microsoft.com/office/drawing/2014/main" id="{5A40147A-72C4-4A20-9344-BD375DAA91E9}"/>
              </a:ext>
            </a:extLst>
          </p:cNvPr>
          <p:cNvPicPr>
            <a:picLocks noChangeAspect="1"/>
          </p:cNvPicPr>
          <p:nvPr/>
        </p:nvPicPr>
        <p:blipFill rotWithShape="1">
          <a:blip r:embed="rId4">
            <a:extLst>
              <a:ext uri="{28A0092B-C50C-407E-A947-70E740481C1C}">
                <a14:useLocalDpi xmlns:a14="http://schemas.microsoft.com/office/drawing/2010/main" val="0"/>
              </a:ext>
            </a:extLst>
          </a:blip>
          <a:srcRect t="23163" b="27383"/>
          <a:stretch>
            <a:fillRect/>
          </a:stretch>
        </p:blipFill>
        <p:spPr>
          <a:xfrm>
            <a:off x="195309" y="3392170"/>
            <a:ext cx="8766488" cy="3302400"/>
          </a:xfrm>
          <a:prstGeom prst="roundRect">
            <a:avLst>
              <a:gd name="adj" fmla="val 14358"/>
            </a:avLst>
          </a:prstGeom>
        </p:spPr>
      </p:pic>
      <p:sp>
        <p:nvSpPr>
          <p:cNvPr id="14" name="矩形 2">
            <a:extLst>
              <a:ext uri="{FF2B5EF4-FFF2-40B4-BE49-F238E27FC236}">
                <a16:creationId xmlns:a16="http://schemas.microsoft.com/office/drawing/2014/main" id="{31EEA6D6-6363-4A99-B3DF-E3EAE782EF43}"/>
              </a:ext>
            </a:extLst>
          </p:cNvPr>
          <p:cNvSpPr>
            <a:spLocks noChangeArrowheads="1"/>
          </p:cNvSpPr>
          <p:nvPr/>
        </p:nvSpPr>
        <p:spPr bwMode="auto">
          <a:xfrm>
            <a:off x="-1340528" y="1193418"/>
            <a:ext cx="11974830" cy="645160"/>
          </a:xfrm>
          <a:prstGeom prst="rect">
            <a:avLst/>
          </a:prstGeom>
          <a:noFill/>
          <a:ln w="9525">
            <a:noFill/>
            <a:miter lim="800000"/>
          </a:ln>
        </p:spPr>
        <p:txBody>
          <a:bodyPr wrap="square">
            <a:spAutoFit/>
          </a:bodyPr>
          <a:lstStyle/>
          <a:p>
            <a:pPr algn="ctr" defTabSz="914400" fontAlgn="base">
              <a:lnSpc>
                <a:spcPct val="150000"/>
              </a:lnSpc>
              <a:spcBef>
                <a:spcPct val="0"/>
              </a:spcBef>
              <a:spcAft>
                <a:spcPct val="0"/>
              </a:spcAft>
            </a:pPr>
            <a:r>
              <a:rPr lang="en-US" altLang="zh-CN" sz="2400" b="1" dirty="0">
                <a:solidFill>
                  <a:srgbClr val="70AD47">
                    <a:lumMod val="50000"/>
                  </a:srgbClr>
                </a:solidFill>
                <a:latin typeface="微软雅黑" panose="020B0503020204020204" pitchFamily="34" charset="-122"/>
                <a:ea typeface="微软雅黑" panose="020B0503020204020204" pitchFamily="34" charset="-122"/>
                <a:sym typeface="Helvetica" pitchFamily="34" charset="0"/>
              </a:rPr>
              <a:t> </a:t>
            </a:r>
            <a:r>
              <a:rPr lang="zh-CN" altLang="zh-CN" sz="2400" b="1" dirty="0">
                <a:solidFill>
                  <a:srgbClr val="70AD47">
                    <a:lumMod val="50000"/>
                  </a:srgbClr>
                </a:solidFill>
                <a:latin typeface="微软雅黑" panose="020B0503020204020204" pitchFamily="34" charset="-122"/>
                <a:ea typeface="微软雅黑" panose="020B0503020204020204" pitchFamily="34" charset="-122"/>
                <a:sym typeface="Helvetica" pitchFamily="34" charset="0"/>
              </a:rPr>
              <a:t>绿水青山和金山银山的关系</a:t>
            </a:r>
            <a:endParaRPr lang="zh-CN" altLang="en-US" sz="2400" b="1" dirty="0">
              <a:solidFill>
                <a:srgbClr val="70AD47">
                  <a:lumMod val="50000"/>
                </a:srgbClr>
              </a:solidFill>
              <a:latin typeface="Helvetica" pitchFamily="34" charset="0"/>
              <a:ea typeface="宋体" panose="02010600030101010101" pitchFamily="2" charset="-122"/>
              <a:sym typeface="Helvetica" pitchFamily="34" charset="0"/>
            </a:endParaRPr>
          </a:p>
        </p:txBody>
      </p:sp>
      <p:sp>
        <p:nvSpPr>
          <p:cNvPr id="15" name="矩形 11">
            <a:extLst>
              <a:ext uri="{FF2B5EF4-FFF2-40B4-BE49-F238E27FC236}">
                <a16:creationId xmlns:a16="http://schemas.microsoft.com/office/drawing/2014/main" id="{C50A84F1-5012-4D42-8A43-9A9F3CDAF514}"/>
              </a:ext>
            </a:extLst>
          </p:cNvPr>
          <p:cNvSpPr>
            <a:spLocks noChangeArrowheads="1"/>
          </p:cNvSpPr>
          <p:nvPr/>
        </p:nvSpPr>
        <p:spPr bwMode="auto">
          <a:xfrm>
            <a:off x="328612" y="2048013"/>
            <a:ext cx="8486775" cy="1242904"/>
          </a:xfrm>
          <a:prstGeom prst="rect">
            <a:avLst/>
          </a:prstGeom>
          <a:noFill/>
          <a:ln w="9525">
            <a:noFill/>
            <a:miter lim="800000"/>
          </a:ln>
        </p:spPr>
        <p:txBody>
          <a:bodyPr wrap="square">
            <a:spAutoFit/>
          </a:bodyPr>
          <a:lstStyle/>
          <a:p>
            <a:pPr algn="just" defTabSz="914400" eaLnBrk="0" fontAlgn="base" hangingPunct="0">
              <a:lnSpc>
                <a:spcPct val="120000"/>
              </a:lnSpc>
              <a:spcBef>
                <a:spcPct val="0"/>
              </a:spcBef>
              <a:spcAft>
                <a:spcPct val="0"/>
              </a:spcAft>
            </a:pPr>
            <a:r>
              <a:rPr lang="en-US" altLang="zh-CN" sz="2400" dirty="0">
                <a:solidFill>
                  <a:prstClr val="black">
                    <a:lumMod val="85000"/>
                    <a:lumOff val="15000"/>
                  </a:prstClr>
                </a:solidFill>
                <a:latin typeface="微软雅黑" panose="020B0503020204020204" pitchFamily="34" charset="-122"/>
                <a:ea typeface="微软雅黑" panose="020B0503020204020204" pitchFamily="34" charset="-122"/>
                <a:sym typeface="Helvetica" pitchFamily="34" charset="0"/>
              </a:rPr>
              <a:t>       </a:t>
            </a:r>
            <a:r>
              <a:rPr lang="zh-CN" altLang="zh-CN" sz="2000" dirty="0">
                <a:solidFill>
                  <a:prstClr val="black">
                    <a:lumMod val="85000"/>
                    <a:lumOff val="15000"/>
                  </a:prstClr>
                </a:solidFill>
                <a:latin typeface="微软雅黑" panose="020B0503020204020204" pitchFamily="34" charset="-122"/>
                <a:ea typeface="微软雅黑" panose="020B0503020204020204" pitchFamily="34" charset="-122"/>
                <a:sym typeface="Helvetica" pitchFamily="34" charset="0"/>
              </a:rPr>
              <a:t>金山银山和绿水青山的关系，归根到底就是</a:t>
            </a:r>
            <a:r>
              <a:rPr lang="zh-CN" altLang="zh-CN" sz="2000" b="1" dirty="0">
                <a:solidFill>
                  <a:srgbClr val="548235"/>
                </a:solidFill>
                <a:latin typeface="微软雅黑" panose="020B0503020204020204" pitchFamily="34" charset="-122"/>
                <a:ea typeface="微软雅黑" panose="020B0503020204020204" pitchFamily="34" charset="-122"/>
                <a:sym typeface="Helvetica" pitchFamily="34" charset="0"/>
              </a:rPr>
              <a:t>正确处理经济发展</a:t>
            </a:r>
            <a:r>
              <a:rPr lang="zh-CN" altLang="zh-CN" sz="2000" dirty="0">
                <a:solidFill>
                  <a:prstClr val="black">
                    <a:lumMod val="85000"/>
                    <a:lumOff val="15000"/>
                  </a:prstClr>
                </a:solidFill>
                <a:latin typeface="微软雅黑" panose="020B0503020204020204" pitchFamily="34" charset="-122"/>
                <a:ea typeface="微软雅黑" panose="020B0503020204020204" pitchFamily="34" charset="-122"/>
                <a:sym typeface="Helvetica" pitchFamily="34" charset="0"/>
              </a:rPr>
              <a:t>和</a:t>
            </a:r>
            <a:r>
              <a:rPr lang="zh-CN" altLang="zh-CN" sz="2000" b="1" dirty="0">
                <a:solidFill>
                  <a:srgbClr val="548235"/>
                </a:solidFill>
                <a:latin typeface="微软雅黑" panose="020B0503020204020204" pitchFamily="34" charset="-122"/>
                <a:ea typeface="微软雅黑" panose="020B0503020204020204" pitchFamily="34" charset="-122"/>
                <a:sym typeface="Helvetica" pitchFamily="34" charset="0"/>
              </a:rPr>
              <a:t>生态环境保护</a:t>
            </a:r>
            <a:r>
              <a:rPr lang="zh-CN" altLang="zh-CN" sz="2000" dirty="0">
                <a:solidFill>
                  <a:prstClr val="black">
                    <a:lumMod val="85000"/>
                    <a:lumOff val="15000"/>
                  </a:prstClr>
                </a:solidFill>
                <a:latin typeface="微软雅黑" panose="020B0503020204020204" pitchFamily="34" charset="-122"/>
                <a:ea typeface="微软雅黑" panose="020B0503020204020204" pitchFamily="34" charset="-122"/>
                <a:sym typeface="Helvetica" pitchFamily="34" charset="0"/>
              </a:rPr>
              <a:t>的关系。</a:t>
            </a:r>
            <a:r>
              <a:rPr lang="zh-CN" altLang="en-US" sz="2000" dirty="0">
                <a:solidFill>
                  <a:prstClr val="black">
                    <a:lumMod val="85000"/>
                    <a:lumOff val="15000"/>
                  </a:prstClr>
                </a:solidFill>
                <a:latin typeface="微软雅黑" panose="020B0503020204020204" pitchFamily="34" charset="-122"/>
                <a:ea typeface="微软雅黑" panose="020B0503020204020204" pitchFamily="34" charset="-122"/>
                <a:sym typeface="Helvetica" pitchFamily="34" charset="0"/>
              </a:rPr>
              <a:t>这是实现可持续发展的内在要求，是坚持绿色发展、推进生态文明建设首先必须解决的重大问题。</a:t>
            </a:r>
          </a:p>
        </p:txBody>
      </p:sp>
      <p:cxnSp>
        <p:nvCxnSpPr>
          <p:cNvPr id="17" name="直接箭头连接符 16">
            <a:extLst>
              <a:ext uri="{FF2B5EF4-FFF2-40B4-BE49-F238E27FC236}">
                <a16:creationId xmlns:a16="http://schemas.microsoft.com/office/drawing/2014/main" id="{BCD6F876-10A9-44D5-A986-C4F5834F23C4}"/>
              </a:ext>
            </a:extLst>
          </p:cNvPr>
          <p:cNvCxnSpPr/>
          <p:nvPr/>
        </p:nvCxnSpPr>
        <p:spPr>
          <a:xfrm>
            <a:off x="1139844" y="1915785"/>
            <a:ext cx="7141210" cy="635"/>
          </a:xfrm>
          <a:prstGeom prst="straightConnector1">
            <a:avLst/>
          </a:prstGeom>
          <a:noFill/>
          <a:ln w="12700" cap="flat" cmpd="sng" algn="ctr">
            <a:solidFill>
              <a:srgbClr val="548235"/>
            </a:solidFill>
            <a:prstDash val="solid"/>
            <a:miter lim="800000"/>
            <a:headEnd type="diamond"/>
            <a:tailEnd type="diamond"/>
          </a:ln>
          <a:effectLst/>
        </p:spPr>
      </p:cxnSp>
    </p:spTree>
    <p:extLst>
      <p:ext uri="{BB962C8B-B14F-4D97-AF65-F5344CB8AC3E}">
        <p14:creationId xmlns:p14="http://schemas.microsoft.com/office/powerpoint/2010/main" val="190679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11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950"/>
                            </p:stCondLst>
                            <p:childTnLst>
                              <p:par>
                                <p:cTn id="13" presetID="16" presetClass="entr" presetSubtype="37"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arn(outVertical)">
                                      <p:cBhvr>
                                        <p:cTn id="15" dur="500"/>
                                        <p:tgtEl>
                                          <p:spTgt spid="17"/>
                                        </p:tgtEl>
                                      </p:cBhvr>
                                    </p:animEffect>
                                  </p:childTnLst>
                                </p:cTn>
                              </p:par>
                            </p:childTnLst>
                          </p:cTn>
                        </p:par>
                        <p:par>
                          <p:cTn id="16" fill="hold">
                            <p:stCondLst>
                              <p:cond delay="245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5150"/>
                            </p:stCondLst>
                            <p:childTnLst>
                              <p:par>
                                <p:cTn id="21" presetID="53" presetClass="entr" presetSubtype="16"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7DBD9E2F-5130-4F67-9D90-C219C500D893}"/>
              </a:ext>
            </a:extLst>
          </p:cNvPr>
          <p:cNvSpPr txBox="1">
            <a:spLocks noChangeArrowheads="1"/>
          </p:cNvSpPr>
          <p:nvPr/>
        </p:nvSpPr>
        <p:spPr bwMode="auto">
          <a:xfrm>
            <a:off x="292107" y="796857"/>
            <a:ext cx="6499309"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3E3A3A">
                    <a:lumMod val="75000"/>
                  </a:srgbClr>
                </a:solidFill>
                <a:effectLst/>
                <a:uLnTx/>
                <a:uFillTx/>
                <a:latin typeface="微软雅黑" panose="020B0503020204020204" pitchFamily="34" charset="-122"/>
                <a:ea typeface="微软雅黑" panose="020B0503020204020204" pitchFamily="34" charset="-122"/>
                <a:cs typeface="+mn-cs"/>
                <a:sym typeface="Helvetica" panose="020B0604020202020204" pitchFamily="34" charset="0"/>
              </a:rPr>
              <a:t>9.</a:t>
            </a:r>
            <a:r>
              <a:rPr kumimoji="0" lang="zh-CN" altLang="en-US" sz="2400" b="1" i="0" u="none" strike="noStrike" kern="1200" cap="none" spc="0" normalizeH="0" baseline="0" noProof="0" dirty="0">
                <a:ln>
                  <a:noFill/>
                </a:ln>
                <a:solidFill>
                  <a:srgbClr val="3E3A3A">
                    <a:lumMod val="75000"/>
                  </a:srgbClr>
                </a:solidFill>
                <a:effectLst/>
                <a:uLnTx/>
                <a:uFillTx/>
                <a:latin typeface="微软雅黑" panose="020B0503020204020204" pitchFamily="34" charset="-122"/>
                <a:ea typeface="微软雅黑" panose="020B0503020204020204" pitchFamily="34" charset="-122"/>
                <a:cs typeface="+mn-cs"/>
                <a:sym typeface="Helvetica" panose="020B0604020202020204" pitchFamily="34" charset="0"/>
              </a:rPr>
              <a:t>如何理解“绿水青山就是金山银山”理念？</a:t>
            </a:r>
          </a:p>
        </p:txBody>
      </p:sp>
      <p:sp>
        <p:nvSpPr>
          <p:cNvPr id="11" name="文本框 10">
            <a:extLst>
              <a:ext uri="{FF2B5EF4-FFF2-40B4-BE49-F238E27FC236}">
                <a16:creationId xmlns:a16="http://schemas.microsoft.com/office/drawing/2014/main" id="{39FB2746-10FF-4030-BA43-F456B9F0597A}"/>
              </a:ext>
            </a:extLst>
          </p:cNvPr>
          <p:cNvSpPr txBox="1"/>
          <p:nvPr/>
        </p:nvSpPr>
        <p:spPr>
          <a:xfrm>
            <a:off x="554935" y="1456387"/>
            <a:ext cx="7515261" cy="4929939"/>
          </a:xfrm>
          <a:prstGeom prst="rect">
            <a:avLst/>
          </a:prstGeom>
          <a:noFill/>
        </p:spPr>
        <p:txBody>
          <a:bodyPr wrap="square">
            <a:spAutoFit/>
          </a:bodyPr>
          <a:lstStyle/>
          <a:p>
            <a:pPr marL="0" marR="0" lvl="0" indent="304800" algn="just" defTabSz="4572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2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绿水青山就是金山银山，阐述了经济发展和生态环境保护的关系，揭示了保护生态环境就是保护生产力、改善生态环境就是发展生产力的道理，指明了实现发展和保护协同共生的新路径。生态环境保护和经济发展不是矛盾对立的关系，而是辩证统一的关系。良好生态本身蕴含着无穷的经济价值，能够源源不断创造综合效益，实现经济社会可持续发展。生态环境保护的成败归根到底取决于经济结构和经济发展方式。经济发展不应是对资源和生态环境的竭泽而渔，生态环境保护也不应是舍弃经济发展的缘木求鱼，而是要坚持在发展中保护、在保护中发展。</a:t>
            </a:r>
            <a:endParaRPr kumimoji="0" lang="zh-CN" altLang="zh-CN" sz="24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38008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FD8AA594-6C0F-4C5D-A393-79CD3BC951C7}"/>
              </a:ext>
            </a:extLst>
          </p:cNvPr>
          <p:cNvSpPr txBox="1">
            <a:spLocks noChangeArrowheads="1"/>
          </p:cNvSpPr>
          <p:nvPr/>
        </p:nvSpPr>
        <p:spPr bwMode="auto">
          <a:xfrm>
            <a:off x="-248575" y="796857"/>
            <a:ext cx="5086903"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10.</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全面建成小康社会的内涵</a:t>
            </a:r>
          </a:p>
        </p:txBody>
      </p:sp>
      <p:sp>
        <p:nvSpPr>
          <p:cNvPr id="11" name="文本框 10">
            <a:extLst>
              <a:ext uri="{FF2B5EF4-FFF2-40B4-BE49-F238E27FC236}">
                <a16:creationId xmlns:a16="http://schemas.microsoft.com/office/drawing/2014/main" id="{C1BC2F0D-4CF8-43DF-AD5B-CBDC8C331122}"/>
              </a:ext>
            </a:extLst>
          </p:cNvPr>
          <p:cNvSpPr txBox="1"/>
          <p:nvPr/>
        </p:nvSpPr>
        <p:spPr>
          <a:xfrm>
            <a:off x="554935" y="1456387"/>
            <a:ext cx="7923240" cy="4929939"/>
          </a:xfrm>
          <a:prstGeom prst="rect">
            <a:avLst/>
          </a:prstGeom>
          <a:noFill/>
        </p:spPr>
        <p:txBody>
          <a:bodyPr wrap="square">
            <a:spAutoFit/>
          </a:bodyPr>
          <a:lstStyle/>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全面建成小康社会，意味着经济高质量发展、人民生活水平和质量普遍提高、国民素质和社会文明程度显著提高、生态环境质量总 体改善、各方面制度更加成熟更加定型。</a:t>
            </a:r>
            <a:endParaRPr lang="zh-CN"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“小康”讲的是发展水平，“全面”讲的是发展的平衡性、协调性、可持续性。</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全面小康，是“五位一体”全面进步的小康，要求经济、政治、文化、社会、生态文明建设全面推进。</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全面小康，是惠及全体人民的小康。</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全面小康，是城乡区域共同的小康。</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全面建成小康社会，要实事求是、因地制宜。</a:t>
            </a:r>
            <a:endParaRPr lang="zh-CN"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19023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fade">
                                      <p:cBhvr>
                                        <p:cTn id="17" dur="500"/>
                                        <p:tgtEl>
                                          <p:spTgt spid="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fade">
                                      <p:cBhvr>
                                        <p:cTn id="22" dur="500"/>
                                        <p:tgtEl>
                                          <p:spTgt spid="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Effect transition="in" filter="fade">
                                      <p:cBhvr>
                                        <p:cTn id="27" dur="500"/>
                                        <p:tgtEl>
                                          <p:spTgt spid="1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4" end="4"/>
                                            </p:txEl>
                                          </p:spTgt>
                                        </p:tgtEl>
                                        <p:attrNameLst>
                                          <p:attrName>style.visibility</p:attrName>
                                        </p:attrNameLst>
                                      </p:cBhvr>
                                      <p:to>
                                        <p:strVal val="visible"/>
                                      </p:to>
                                    </p:set>
                                    <p:animEffect transition="in" filter="fade">
                                      <p:cBhvr>
                                        <p:cTn id="32" dur="500"/>
                                        <p:tgtEl>
                                          <p:spTgt spid="1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5" end="5"/>
                                            </p:txEl>
                                          </p:spTgt>
                                        </p:tgtEl>
                                        <p:attrNameLst>
                                          <p:attrName>style.visibility</p:attrName>
                                        </p:attrNameLst>
                                      </p:cBhvr>
                                      <p:to>
                                        <p:strVal val="visible"/>
                                      </p:to>
                                    </p:set>
                                    <p:animEffect transition="in" filter="fade">
                                      <p:cBhvr>
                                        <p:cTn id="37"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FAC6B0BF-0628-4E03-B93E-6D0E8EEAD9D4}"/>
              </a:ext>
            </a:extLst>
          </p:cNvPr>
          <p:cNvSpPr txBox="1">
            <a:spLocks noChangeArrowheads="1"/>
          </p:cNvSpPr>
          <p:nvPr/>
        </p:nvSpPr>
        <p:spPr bwMode="auto">
          <a:xfrm>
            <a:off x="-230820" y="796857"/>
            <a:ext cx="5086903"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11.</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全面深化改革的总目标</a:t>
            </a:r>
          </a:p>
        </p:txBody>
      </p:sp>
      <p:sp>
        <p:nvSpPr>
          <p:cNvPr id="12" name="矩形 5">
            <a:extLst>
              <a:ext uri="{FF2B5EF4-FFF2-40B4-BE49-F238E27FC236}">
                <a16:creationId xmlns:a16="http://schemas.microsoft.com/office/drawing/2014/main" id="{FE9C0A95-D729-4046-9DA0-CC4C1BF4A07A}"/>
              </a:ext>
            </a:extLst>
          </p:cNvPr>
          <p:cNvSpPr/>
          <p:nvPr/>
        </p:nvSpPr>
        <p:spPr>
          <a:xfrm>
            <a:off x="554935" y="1754045"/>
            <a:ext cx="3750536" cy="4437753"/>
          </a:xfrm>
          <a:prstGeom prst="rect">
            <a:avLst/>
          </a:prstGeom>
          <a:noFill/>
          <a:ln w="9525">
            <a:noFill/>
          </a:ln>
        </p:spPr>
        <p:txBody>
          <a:bodyPr wrap="square" anchor="t">
            <a:spAutoFit/>
          </a:bodyPr>
          <a:lstStyle/>
          <a:p>
            <a:pPr defTabSz="914400" eaLnBrk="0" fontAlgn="base" hangingPunct="0">
              <a:lnSpc>
                <a:spcPct val="150000"/>
              </a:lnSpc>
              <a:spcBef>
                <a:spcPct val="0"/>
              </a:spcBef>
              <a:spcAft>
                <a:spcPct val="0"/>
              </a:spcAft>
            </a:pPr>
            <a:r>
              <a:rPr lang="zh-CN" altLang="en-US" sz="2400" dirty="0">
                <a:solidFill>
                  <a:srgbClr val="1C1A0E"/>
                </a:solidFill>
                <a:latin typeface="微软雅黑" panose="020B0503020204020204" pitchFamily="34" charset="-122"/>
                <a:ea typeface="微软雅黑" panose="020B0503020204020204" pitchFamily="34" charset="-122"/>
              </a:rPr>
              <a:t>  党的十八届三中全会通过了</a:t>
            </a:r>
            <a:r>
              <a:rPr lang="en-US" altLang="zh-CN" sz="2400" dirty="0">
                <a:solidFill>
                  <a:srgbClr val="1C1A0E"/>
                </a:solidFill>
                <a:latin typeface="微软雅黑" panose="020B0503020204020204" pitchFamily="34" charset="-122"/>
                <a:ea typeface="微软雅黑" panose="020B0503020204020204" pitchFamily="34" charset="-122"/>
              </a:rPr>
              <a:t>《</a:t>
            </a:r>
            <a:r>
              <a:rPr lang="zh-CN" altLang="en-US" sz="2400" dirty="0">
                <a:solidFill>
                  <a:srgbClr val="1C1A0E"/>
                </a:solidFill>
                <a:latin typeface="微软雅黑" panose="020B0503020204020204" pitchFamily="34" charset="-122"/>
                <a:ea typeface="微软雅黑" panose="020B0503020204020204" pitchFamily="34" charset="-122"/>
              </a:rPr>
              <a:t>中共中央关于全面深化改革若干重大问题的决定</a:t>
            </a:r>
            <a:r>
              <a:rPr lang="en-US" altLang="zh-CN" sz="2400" dirty="0">
                <a:solidFill>
                  <a:srgbClr val="1C1A0E"/>
                </a:solidFill>
                <a:latin typeface="微软雅黑" panose="020B0503020204020204" pitchFamily="34" charset="-122"/>
                <a:ea typeface="微软雅黑" panose="020B0503020204020204" pitchFamily="34" charset="-122"/>
              </a:rPr>
              <a:t>》</a:t>
            </a:r>
            <a:r>
              <a:rPr lang="zh-CN" altLang="en-US" sz="2400" dirty="0">
                <a:solidFill>
                  <a:srgbClr val="1C1A0E"/>
                </a:solidFill>
                <a:latin typeface="微软雅黑" panose="020B0503020204020204" pitchFamily="34" charset="-122"/>
                <a:ea typeface="微软雅黑" panose="020B0503020204020204" pitchFamily="34" charset="-122"/>
              </a:rPr>
              <a:t>，提出全面深化改革的总目标是</a:t>
            </a:r>
            <a:r>
              <a:rPr lang="zh-CN" altLang="en-US" sz="2400" b="1" dirty="0">
                <a:solidFill>
                  <a:srgbClr val="1C1A0E"/>
                </a:solidFill>
                <a:latin typeface="微软雅黑" panose="020B0503020204020204" pitchFamily="34" charset="-122"/>
                <a:ea typeface="微软雅黑" panose="020B0503020204020204" pitchFamily="34" charset="-122"/>
              </a:rPr>
              <a:t>完善和发展中国特色社会主义制度，推进国家治理体系和治理能力现代化</a:t>
            </a:r>
            <a:r>
              <a:rPr lang="zh-CN" altLang="en-US" sz="2400" dirty="0">
                <a:solidFill>
                  <a:srgbClr val="1C1A0E"/>
                </a:solidFill>
                <a:latin typeface="微软雅黑" panose="020B0503020204020204" pitchFamily="34" charset="-122"/>
                <a:ea typeface="微软雅黑" panose="020B0503020204020204" pitchFamily="34" charset="-122"/>
              </a:rPr>
              <a:t>。</a:t>
            </a:r>
          </a:p>
        </p:txBody>
      </p:sp>
      <p:pic>
        <p:nvPicPr>
          <p:cNvPr id="14" name="图片 2" descr="20131113101338704">
            <a:extLst>
              <a:ext uri="{FF2B5EF4-FFF2-40B4-BE49-F238E27FC236}">
                <a16:creationId xmlns:a16="http://schemas.microsoft.com/office/drawing/2014/main" id="{B0F5E349-3180-464B-AE46-5CB4FC687585}"/>
              </a:ext>
            </a:extLst>
          </p:cNvPr>
          <p:cNvPicPr>
            <a:picLocks noChangeAspect="1"/>
          </p:cNvPicPr>
          <p:nvPr/>
        </p:nvPicPr>
        <p:blipFill>
          <a:blip r:embed="rId4"/>
          <a:stretch>
            <a:fillRect/>
          </a:stretch>
        </p:blipFill>
        <p:spPr>
          <a:xfrm>
            <a:off x="4838530" y="1860577"/>
            <a:ext cx="4123266" cy="3246120"/>
          </a:xfrm>
          <a:prstGeom prst="rect">
            <a:avLst/>
          </a:prstGeom>
          <a:noFill/>
          <a:ln w="9525">
            <a:noFill/>
          </a:ln>
        </p:spPr>
      </p:pic>
    </p:spTree>
    <p:extLst>
      <p:ext uri="{BB962C8B-B14F-4D97-AF65-F5344CB8AC3E}">
        <p14:creationId xmlns:p14="http://schemas.microsoft.com/office/powerpoint/2010/main" val="132032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12" name="文本框 6">
            <a:extLst>
              <a:ext uri="{FF2B5EF4-FFF2-40B4-BE49-F238E27FC236}">
                <a16:creationId xmlns:a16="http://schemas.microsoft.com/office/drawing/2014/main" id="{17F39734-D4EC-4E11-A2DE-D5AFB577AA57}"/>
              </a:ext>
            </a:extLst>
          </p:cNvPr>
          <p:cNvSpPr txBox="1">
            <a:spLocks noChangeArrowheads="1"/>
          </p:cNvSpPr>
          <p:nvPr/>
        </p:nvSpPr>
        <p:spPr bwMode="auto">
          <a:xfrm>
            <a:off x="292108" y="1752534"/>
            <a:ext cx="8381376" cy="3157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just" defTabSz="914400" fontAlgn="base">
              <a:lnSpc>
                <a:spcPct val="120000"/>
              </a:lnSpc>
              <a:spcBef>
                <a:spcPts val="1200"/>
              </a:spcBef>
              <a:spcAft>
                <a:spcPct val="0"/>
              </a:spcAft>
              <a:defRPr/>
            </a:pPr>
            <a:r>
              <a:rPr lang="zh-CN" altLang="en-US" sz="2400" b="1" dirty="0">
                <a:solidFill>
                  <a:srgbClr val="1C1A0E"/>
                </a:solidFill>
                <a:latin typeface="微软雅黑" panose="020B0503020204020204" pitchFamily="34" charset="-122"/>
                <a:cs typeface="+mn-ea"/>
                <a:sym typeface="+mn-lt"/>
              </a:rPr>
              <a:t>   “国家治理体系和治理能力是一个国家制度和制度执行能力的集中体现。</a:t>
            </a:r>
            <a:r>
              <a:rPr lang="zh-CN" altLang="en-US" sz="2400" dirty="0">
                <a:solidFill>
                  <a:srgbClr val="1C1A0E"/>
                </a:solidFill>
                <a:latin typeface="微软雅黑" panose="020B0503020204020204" pitchFamily="34" charset="-122"/>
                <a:cs typeface="+mn-ea"/>
                <a:sym typeface="+mn-lt"/>
              </a:rPr>
              <a:t>国家治理体系是在党领导下管理国家的制度体系，包括经济、政治、文化、社会、生态文明和党的建设等各领域体制机制、法律法规安排，也就是一整套紧密相连、相互协调的国家制度；国家治理能力则是运用国家制度管理社会各方面事务的能力，包括改革发展稳定、内政外交国防、治党治国治军等各个方面。”</a:t>
            </a:r>
            <a:endParaRPr lang="en-US" altLang="zh-CN" sz="2400" dirty="0">
              <a:solidFill>
                <a:srgbClr val="1C1A0E"/>
              </a:solidFill>
              <a:latin typeface="微软雅黑" panose="020B0503020204020204" pitchFamily="34" charset="-122"/>
              <a:cs typeface="+mn-ea"/>
              <a:sym typeface="+mn-lt"/>
            </a:endParaRPr>
          </a:p>
        </p:txBody>
      </p:sp>
    </p:spTree>
    <p:extLst>
      <p:ext uri="{BB962C8B-B14F-4D97-AF65-F5344CB8AC3E}">
        <p14:creationId xmlns:p14="http://schemas.microsoft.com/office/powerpoint/2010/main" val="3638120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8"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435F3C9A-C9B2-422F-A5FE-CF8A35F870E9}"/>
              </a:ext>
            </a:extLst>
          </p:cNvPr>
          <p:cNvSpPr txBox="1">
            <a:spLocks noChangeArrowheads="1"/>
          </p:cNvSpPr>
          <p:nvPr/>
        </p:nvSpPr>
        <p:spPr bwMode="auto">
          <a:xfrm>
            <a:off x="-124288" y="796857"/>
            <a:ext cx="5948039"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12.</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构建人类命运共同体思想的科学内涵</a:t>
            </a:r>
          </a:p>
        </p:txBody>
      </p:sp>
      <p:grpSp>
        <p:nvGrpSpPr>
          <p:cNvPr id="11" name="组合 10">
            <a:extLst>
              <a:ext uri="{FF2B5EF4-FFF2-40B4-BE49-F238E27FC236}">
                <a16:creationId xmlns:a16="http://schemas.microsoft.com/office/drawing/2014/main" id="{2DAAB1FF-0713-49B0-A35B-F674B37C5237}"/>
              </a:ext>
            </a:extLst>
          </p:cNvPr>
          <p:cNvGrpSpPr/>
          <p:nvPr/>
        </p:nvGrpSpPr>
        <p:grpSpPr bwMode="auto">
          <a:xfrm>
            <a:off x="1867269" y="1639062"/>
            <a:ext cx="1719668" cy="4868862"/>
            <a:chOff x="2636475" y="1512754"/>
            <a:chExt cx="2163381" cy="4868573"/>
          </a:xfrm>
          <a:effectLst>
            <a:outerShdw blurRad="50800" dist="38100" dir="2700000" algn="tl" rotWithShape="0">
              <a:prstClr val="black">
                <a:alpha val="40000"/>
              </a:prstClr>
            </a:outerShdw>
          </a:effectLst>
        </p:grpSpPr>
        <p:sp>
          <p:nvSpPr>
            <p:cNvPr id="12" name="矩形 11">
              <a:extLst>
                <a:ext uri="{FF2B5EF4-FFF2-40B4-BE49-F238E27FC236}">
                  <a16:creationId xmlns:a16="http://schemas.microsoft.com/office/drawing/2014/main" id="{BC56E303-E9F6-41AE-AB6A-0AE5D7A8BA09}"/>
                </a:ext>
              </a:extLst>
            </p:cNvPr>
            <p:cNvSpPr/>
            <p:nvPr/>
          </p:nvSpPr>
          <p:spPr bwMode="auto">
            <a:xfrm>
              <a:off x="2639649" y="4851068"/>
              <a:ext cx="2160207" cy="1530259"/>
            </a:xfrm>
            <a:prstGeom prst="rect">
              <a:avLst/>
            </a:prstGeom>
            <a:solidFill>
              <a:srgbClr val="5B9BD5">
                <a:lumMod val="75000"/>
              </a:srgbClr>
            </a:solidFill>
            <a:ln w="12700" cap="flat" cmpd="sng" algn="ctr">
              <a:noFill/>
              <a:prstDash val="solid"/>
              <a:miter lim="800000"/>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sym typeface="Helvetica" panose="020B0604020202020204" pitchFamily="34" charset="0"/>
              </a:endParaRPr>
            </a:p>
          </p:txBody>
        </p:sp>
        <p:pic>
          <p:nvPicPr>
            <p:cNvPr id="14" name="图片 78">
              <a:extLst>
                <a:ext uri="{FF2B5EF4-FFF2-40B4-BE49-F238E27FC236}">
                  <a16:creationId xmlns:a16="http://schemas.microsoft.com/office/drawing/2014/main" id="{AE249BF4-7921-4EB4-B4B3-E116C2EACEA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36475" y="1512754"/>
              <a:ext cx="2160964" cy="33472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15" name="组合 14">
            <a:extLst>
              <a:ext uri="{FF2B5EF4-FFF2-40B4-BE49-F238E27FC236}">
                <a16:creationId xmlns:a16="http://schemas.microsoft.com/office/drawing/2014/main" id="{74F213DB-D6EE-4308-9B69-214FC7830162}"/>
              </a:ext>
            </a:extLst>
          </p:cNvPr>
          <p:cNvGrpSpPr/>
          <p:nvPr/>
        </p:nvGrpSpPr>
        <p:grpSpPr bwMode="auto">
          <a:xfrm>
            <a:off x="66085" y="1648587"/>
            <a:ext cx="1737125" cy="4859337"/>
            <a:chOff x="365312" y="1521755"/>
            <a:chExt cx="2033431" cy="4859573"/>
          </a:xfrm>
          <a:effectLst>
            <a:outerShdw blurRad="50800" dist="38100" dir="2700000" algn="tl" rotWithShape="0">
              <a:prstClr val="black">
                <a:alpha val="40000"/>
              </a:prstClr>
            </a:outerShdw>
          </a:effectLst>
        </p:grpSpPr>
        <p:pic>
          <p:nvPicPr>
            <p:cNvPr id="17" name="图片 65">
              <a:extLst>
                <a:ext uri="{FF2B5EF4-FFF2-40B4-BE49-F238E27FC236}">
                  <a16:creationId xmlns:a16="http://schemas.microsoft.com/office/drawing/2014/main" id="{42032371-58ED-4083-9456-76B1EB836CC6}"/>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5312" y="1521755"/>
              <a:ext cx="2033431" cy="3340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 name="矩形 17">
              <a:extLst>
                <a:ext uri="{FF2B5EF4-FFF2-40B4-BE49-F238E27FC236}">
                  <a16:creationId xmlns:a16="http://schemas.microsoft.com/office/drawing/2014/main" id="{2E9B9543-6048-4E7A-A62B-528D71B71AB2}"/>
                </a:ext>
              </a:extLst>
            </p:cNvPr>
            <p:cNvSpPr/>
            <p:nvPr/>
          </p:nvSpPr>
          <p:spPr bwMode="auto">
            <a:xfrm>
              <a:off x="366900" y="4850904"/>
              <a:ext cx="2031842" cy="1530424"/>
            </a:xfrm>
            <a:prstGeom prst="rect">
              <a:avLst/>
            </a:prstGeom>
            <a:solidFill>
              <a:srgbClr val="D40A0A"/>
            </a:solidFill>
            <a:ln w="12700" cap="flat" cmpd="sng" algn="ctr">
              <a:noFill/>
              <a:prstDash val="solid"/>
              <a:miter lim="800000"/>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sym typeface="Helvetica" panose="020B0604020202020204" pitchFamily="34" charset="0"/>
              </a:endParaRPr>
            </a:p>
          </p:txBody>
        </p:sp>
      </p:grpSp>
      <p:sp>
        <p:nvSpPr>
          <p:cNvPr id="19" name="文本框 34">
            <a:extLst>
              <a:ext uri="{FF2B5EF4-FFF2-40B4-BE49-F238E27FC236}">
                <a16:creationId xmlns:a16="http://schemas.microsoft.com/office/drawing/2014/main" id="{DD8F4207-89BD-4C63-A39C-8524E2C4A413}"/>
              </a:ext>
            </a:extLst>
          </p:cNvPr>
          <p:cNvSpPr txBox="1">
            <a:spLocks noChangeArrowheads="1"/>
          </p:cNvSpPr>
          <p:nvPr>
            <p:custDataLst>
              <p:tags r:id="rId2"/>
            </p:custDataLst>
          </p:nvPr>
        </p:nvSpPr>
        <p:spPr bwMode="auto">
          <a:xfrm>
            <a:off x="-131343" y="5462887"/>
            <a:ext cx="2192337" cy="1115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nSpc>
                <a:spcPct val="90000"/>
              </a:lnSpc>
              <a:spcBef>
                <a:spcPct val="40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ct val="201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ct val="201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建设持久和平</a:t>
            </a:r>
            <a:endParaRPr lang="en-US" altLang="zh-CN"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endParaRPr>
          </a:p>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的世界</a:t>
            </a:r>
          </a:p>
        </p:txBody>
      </p:sp>
      <p:sp>
        <p:nvSpPr>
          <p:cNvPr id="23" name="圆角矩形 53">
            <a:extLst>
              <a:ext uri="{FF2B5EF4-FFF2-40B4-BE49-F238E27FC236}">
                <a16:creationId xmlns:a16="http://schemas.microsoft.com/office/drawing/2014/main" id="{44D1E463-E4B3-48DF-8678-A5B6779C35C3}"/>
              </a:ext>
            </a:extLst>
          </p:cNvPr>
          <p:cNvSpPr/>
          <p:nvPr/>
        </p:nvSpPr>
        <p:spPr bwMode="auto">
          <a:xfrm>
            <a:off x="345554" y="5048206"/>
            <a:ext cx="1258887" cy="468312"/>
          </a:xfrm>
          <a:prstGeom prst="roundRect">
            <a:avLst>
              <a:gd name="adj" fmla="val 50000"/>
            </a:avLst>
          </a:prstGeom>
          <a:noFill/>
          <a:ln w="12700" cap="flat" cmpd="sng" algn="ctr">
            <a:noFill/>
            <a:prstDash val="solid"/>
            <a:miter lim="800000"/>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panose="020B0604020202020204" pitchFamily="34" charset="0"/>
              </a:rPr>
              <a:t>对话协商</a:t>
            </a:r>
          </a:p>
        </p:txBody>
      </p:sp>
      <p:sp>
        <p:nvSpPr>
          <p:cNvPr id="25" name="文本框 34">
            <a:extLst>
              <a:ext uri="{FF2B5EF4-FFF2-40B4-BE49-F238E27FC236}">
                <a16:creationId xmlns:a16="http://schemas.microsoft.com/office/drawing/2014/main" id="{72326DE8-6AC7-4A1B-9739-E84EAEDCF2E8}"/>
              </a:ext>
            </a:extLst>
          </p:cNvPr>
          <p:cNvSpPr txBox="1">
            <a:spLocks noChangeArrowheads="1"/>
          </p:cNvSpPr>
          <p:nvPr>
            <p:custDataLst>
              <p:tags r:id="rId3"/>
            </p:custDataLst>
          </p:nvPr>
        </p:nvSpPr>
        <p:spPr bwMode="auto">
          <a:xfrm>
            <a:off x="1593384" y="5460626"/>
            <a:ext cx="2279535" cy="1012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nSpc>
                <a:spcPct val="90000"/>
              </a:lnSpc>
              <a:spcBef>
                <a:spcPct val="40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ct val="201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ct val="201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建设普遍安全</a:t>
            </a:r>
            <a:endParaRPr lang="en-US" altLang="zh-CN"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endParaRPr>
          </a:p>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的世界</a:t>
            </a:r>
          </a:p>
        </p:txBody>
      </p:sp>
      <p:sp>
        <p:nvSpPr>
          <p:cNvPr id="26" name="圆角矩形 54">
            <a:extLst>
              <a:ext uri="{FF2B5EF4-FFF2-40B4-BE49-F238E27FC236}">
                <a16:creationId xmlns:a16="http://schemas.microsoft.com/office/drawing/2014/main" id="{7A148F3B-FC18-4493-9386-D1F3988FDE10}"/>
              </a:ext>
            </a:extLst>
          </p:cNvPr>
          <p:cNvSpPr/>
          <p:nvPr/>
        </p:nvSpPr>
        <p:spPr bwMode="auto">
          <a:xfrm>
            <a:off x="2139015" y="5048206"/>
            <a:ext cx="1310609" cy="468312"/>
          </a:xfrm>
          <a:prstGeom prst="roundRect">
            <a:avLst>
              <a:gd name="adj" fmla="val 50000"/>
            </a:avLst>
          </a:prstGeom>
          <a:no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panose="020B0604020202020204" pitchFamily="34" charset="0"/>
              </a:rPr>
              <a:t>共建共享</a:t>
            </a:r>
          </a:p>
        </p:txBody>
      </p:sp>
      <p:grpSp>
        <p:nvGrpSpPr>
          <p:cNvPr id="27" name="组合 26">
            <a:extLst>
              <a:ext uri="{FF2B5EF4-FFF2-40B4-BE49-F238E27FC236}">
                <a16:creationId xmlns:a16="http://schemas.microsoft.com/office/drawing/2014/main" id="{27F536AF-9AA6-4CA1-9959-544921D6F944}"/>
              </a:ext>
            </a:extLst>
          </p:cNvPr>
          <p:cNvGrpSpPr/>
          <p:nvPr/>
        </p:nvGrpSpPr>
        <p:grpSpPr>
          <a:xfrm>
            <a:off x="3668013" y="1648586"/>
            <a:ext cx="1790542" cy="4868862"/>
            <a:chOff x="5001592" y="1124714"/>
            <a:chExt cx="2160240" cy="4903817"/>
          </a:xfrm>
        </p:grpSpPr>
        <p:pic>
          <p:nvPicPr>
            <p:cNvPr id="28" name="图片 27">
              <a:extLst>
                <a:ext uri="{FF2B5EF4-FFF2-40B4-BE49-F238E27FC236}">
                  <a16:creationId xmlns:a16="http://schemas.microsoft.com/office/drawing/2014/main" id="{CC3B6991-D36C-4DDB-9FA8-3425D69EF7B5}"/>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4945" r="-170"/>
            <a:stretch/>
          </p:blipFill>
          <p:spPr>
            <a:xfrm>
              <a:off x="5001592" y="1124714"/>
              <a:ext cx="2160240" cy="3401176"/>
            </a:xfrm>
            <a:prstGeom prst="rect">
              <a:avLst/>
            </a:prstGeom>
          </p:spPr>
        </p:pic>
        <p:sp>
          <p:nvSpPr>
            <p:cNvPr id="29" name="矩形 28">
              <a:extLst>
                <a:ext uri="{FF2B5EF4-FFF2-40B4-BE49-F238E27FC236}">
                  <a16:creationId xmlns:a16="http://schemas.microsoft.com/office/drawing/2014/main" id="{9BD47C97-6807-4732-8ECC-A8D05A0056E4}"/>
                </a:ext>
              </a:extLst>
            </p:cNvPr>
            <p:cNvSpPr/>
            <p:nvPr/>
          </p:nvSpPr>
          <p:spPr bwMode="auto">
            <a:xfrm>
              <a:off x="5006181" y="4498181"/>
              <a:ext cx="2151063" cy="1530350"/>
            </a:xfrm>
            <a:prstGeom prst="rect">
              <a:avLst/>
            </a:prstGeom>
            <a:solidFill>
              <a:srgbClr val="BC147C"/>
            </a:solidFill>
            <a:ln w="12700" cap="flat" cmpd="sng" algn="ctr">
              <a:noFill/>
              <a:prstDash val="solid"/>
              <a:miter lim="800000"/>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sym typeface="Helvetica" panose="020B0604020202020204" pitchFamily="34" charset="0"/>
              </a:endParaRPr>
            </a:p>
          </p:txBody>
        </p:sp>
      </p:grpSp>
      <p:sp>
        <p:nvSpPr>
          <p:cNvPr id="30" name="圆角矩形 55">
            <a:extLst>
              <a:ext uri="{FF2B5EF4-FFF2-40B4-BE49-F238E27FC236}">
                <a16:creationId xmlns:a16="http://schemas.microsoft.com/office/drawing/2014/main" id="{E9134600-3915-43C6-ADE7-0B2722396AAF}"/>
              </a:ext>
            </a:extLst>
          </p:cNvPr>
          <p:cNvSpPr/>
          <p:nvPr/>
        </p:nvSpPr>
        <p:spPr bwMode="auto">
          <a:xfrm>
            <a:off x="3950940" y="5017216"/>
            <a:ext cx="1258888" cy="468312"/>
          </a:xfrm>
          <a:prstGeom prst="roundRect">
            <a:avLst>
              <a:gd name="adj" fmla="val 50000"/>
            </a:avLst>
          </a:prstGeom>
          <a:no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panose="020B0604020202020204" pitchFamily="34" charset="0"/>
              </a:rPr>
              <a:t>合作共赢</a:t>
            </a:r>
          </a:p>
        </p:txBody>
      </p:sp>
      <p:sp>
        <p:nvSpPr>
          <p:cNvPr id="31" name="文本框 34">
            <a:extLst>
              <a:ext uri="{FF2B5EF4-FFF2-40B4-BE49-F238E27FC236}">
                <a16:creationId xmlns:a16="http://schemas.microsoft.com/office/drawing/2014/main" id="{1D95608A-A7C3-41E9-B22A-E404D9D59DFB}"/>
              </a:ext>
            </a:extLst>
          </p:cNvPr>
          <p:cNvSpPr txBox="1">
            <a:spLocks noChangeArrowheads="1"/>
          </p:cNvSpPr>
          <p:nvPr>
            <p:custDataLst>
              <p:tags r:id="rId4"/>
            </p:custDataLst>
          </p:nvPr>
        </p:nvSpPr>
        <p:spPr bwMode="auto">
          <a:xfrm>
            <a:off x="3511125" y="5477225"/>
            <a:ext cx="2192337" cy="1012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nSpc>
                <a:spcPct val="90000"/>
              </a:lnSpc>
              <a:spcBef>
                <a:spcPct val="40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ct val="201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ct val="201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建设共同繁荣</a:t>
            </a:r>
            <a:endParaRPr lang="en-US" altLang="zh-CN"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endParaRPr>
          </a:p>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的世界</a:t>
            </a:r>
          </a:p>
        </p:txBody>
      </p:sp>
      <p:grpSp>
        <p:nvGrpSpPr>
          <p:cNvPr id="32" name="组合 31">
            <a:extLst>
              <a:ext uri="{FF2B5EF4-FFF2-40B4-BE49-F238E27FC236}">
                <a16:creationId xmlns:a16="http://schemas.microsoft.com/office/drawing/2014/main" id="{8F7674F1-7A90-4A25-847C-99CA1765C346}"/>
              </a:ext>
            </a:extLst>
          </p:cNvPr>
          <p:cNvGrpSpPr/>
          <p:nvPr/>
        </p:nvGrpSpPr>
        <p:grpSpPr>
          <a:xfrm>
            <a:off x="5483742" y="1637460"/>
            <a:ext cx="1760427" cy="4905391"/>
            <a:chOff x="7248128" y="1124744"/>
            <a:chExt cx="2166715" cy="4903787"/>
          </a:xfrm>
        </p:grpSpPr>
        <p:pic>
          <p:nvPicPr>
            <p:cNvPr id="33" name="图片 32">
              <a:extLst>
                <a:ext uri="{FF2B5EF4-FFF2-40B4-BE49-F238E27FC236}">
                  <a16:creationId xmlns:a16="http://schemas.microsoft.com/office/drawing/2014/main" id="{8A4F00DC-9338-40DE-A9C4-602E9B2D3520}"/>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t="2780" b="1994"/>
            <a:stretch/>
          </p:blipFill>
          <p:spPr>
            <a:xfrm rot="5400000">
              <a:off x="6627676" y="1745196"/>
              <a:ext cx="3401146" cy="2160241"/>
            </a:xfrm>
            <a:prstGeom prst="rect">
              <a:avLst/>
            </a:prstGeom>
            <a:noFill/>
            <a:ln>
              <a:noFill/>
            </a:ln>
          </p:spPr>
        </p:pic>
        <p:sp>
          <p:nvSpPr>
            <p:cNvPr id="34" name="矩形 33">
              <a:extLst>
                <a:ext uri="{FF2B5EF4-FFF2-40B4-BE49-F238E27FC236}">
                  <a16:creationId xmlns:a16="http://schemas.microsoft.com/office/drawing/2014/main" id="{10C6B575-E29E-4C8F-90D0-6316421FDC38}"/>
                </a:ext>
              </a:extLst>
            </p:cNvPr>
            <p:cNvSpPr/>
            <p:nvPr/>
          </p:nvSpPr>
          <p:spPr bwMode="auto">
            <a:xfrm>
              <a:off x="7260605" y="4498181"/>
              <a:ext cx="2154238" cy="1530350"/>
            </a:xfrm>
            <a:prstGeom prst="rect">
              <a:avLst/>
            </a:prstGeom>
            <a:solidFill>
              <a:srgbClr val="2F5597"/>
            </a:solidFill>
            <a:ln w="12700" cap="flat" cmpd="sng" algn="ctr">
              <a:noFill/>
              <a:prstDash val="solid"/>
              <a:miter lim="800000"/>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sym typeface="Helvetica" panose="020B0604020202020204" pitchFamily="34" charset="0"/>
              </a:endParaRPr>
            </a:p>
          </p:txBody>
        </p:sp>
      </p:grpSp>
      <p:sp>
        <p:nvSpPr>
          <p:cNvPr id="35" name="文本框 34">
            <a:extLst>
              <a:ext uri="{FF2B5EF4-FFF2-40B4-BE49-F238E27FC236}">
                <a16:creationId xmlns:a16="http://schemas.microsoft.com/office/drawing/2014/main" id="{9E5E0A9A-94E5-4651-BA1D-EBD9E7E00202}"/>
              </a:ext>
            </a:extLst>
          </p:cNvPr>
          <p:cNvSpPr txBox="1">
            <a:spLocks noChangeArrowheads="1"/>
          </p:cNvSpPr>
          <p:nvPr>
            <p:custDataLst>
              <p:tags r:id="rId5"/>
            </p:custDataLst>
          </p:nvPr>
        </p:nvSpPr>
        <p:spPr bwMode="auto">
          <a:xfrm>
            <a:off x="5287849" y="5485529"/>
            <a:ext cx="2192337" cy="9880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nSpc>
                <a:spcPct val="90000"/>
              </a:lnSpc>
              <a:spcBef>
                <a:spcPct val="40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ct val="201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ct val="201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defTabSz="914400" fontAlgn="base">
              <a:lnSpc>
                <a:spcPct val="140000"/>
              </a:lnSpc>
              <a:spcBef>
                <a:spcPct val="0"/>
              </a:spcBef>
              <a:spcAft>
                <a:spcPct val="0"/>
              </a:spcAft>
              <a:buFont typeface="Arial" panose="020B0604020202020204" pitchFamily="34" charset="0"/>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建设开放包容</a:t>
            </a:r>
            <a:endParaRPr lang="en-US" altLang="zh-CN"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endParaRPr>
          </a:p>
          <a:p>
            <a:pPr algn="ctr" defTabSz="914400" fontAlgn="base">
              <a:lnSpc>
                <a:spcPct val="140000"/>
              </a:lnSpc>
              <a:spcBef>
                <a:spcPct val="0"/>
              </a:spcBef>
              <a:spcAft>
                <a:spcPct val="0"/>
              </a:spcAft>
              <a:buFont typeface="Arial" panose="020B0604020202020204" pitchFamily="34" charset="0"/>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的世界</a:t>
            </a:r>
          </a:p>
        </p:txBody>
      </p:sp>
      <p:sp>
        <p:nvSpPr>
          <p:cNvPr id="36" name="圆角矩形 56">
            <a:extLst>
              <a:ext uri="{FF2B5EF4-FFF2-40B4-BE49-F238E27FC236}">
                <a16:creationId xmlns:a16="http://schemas.microsoft.com/office/drawing/2014/main" id="{3F63A634-9DF4-4EC5-95AE-4D931D56BDFD}"/>
              </a:ext>
            </a:extLst>
          </p:cNvPr>
          <p:cNvSpPr/>
          <p:nvPr/>
        </p:nvSpPr>
        <p:spPr bwMode="auto">
          <a:xfrm>
            <a:off x="5732343" y="5012501"/>
            <a:ext cx="1260475" cy="468312"/>
          </a:xfrm>
          <a:prstGeom prst="roundRect">
            <a:avLst>
              <a:gd name="adj" fmla="val 50000"/>
            </a:avLst>
          </a:prstGeom>
          <a:no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panose="020B0604020202020204" pitchFamily="34" charset="0"/>
              </a:rPr>
              <a:t>交流互鉴</a:t>
            </a:r>
          </a:p>
        </p:txBody>
      </p:sp>
      <p:grpSp>
        <p:nvGrpSpPr>
          <p:cNvPr id="37" name="组合 36">
            <a:extLst>
              <a:ext uri="{FF2B5EF4-FFF2-40B4-BE49-F238E27FC236}">
                <a16:creationId xmlns:a16="http://schemas.microsoft.com/office/drawing/2014/main" id="{05F30EB2-462A-4A2F-B26A-38CAD99569BC}"/>
              </a:ext>
            </a:extLst>
          </p:cNvPr>
          <p:cNvGrpSpPr/>
          <p:nvPr/>
        </p:nvGrpSpPr>
        <p:grpSpPr>
          <a:xfrm>
            <a:off x="7322082" y="1639062"/>
            <a:ext cx="1717747" cy="4903789"/>
            <a:chOff x="9529136" y="1124742"/>
            <a:chExt cx="2163761" cy="4903789"/>
          </a:xfrm>
        </p:grpSpPr>
        <p:pic>
          <p:nvPicPr>
            <p:cNvPr id="38" name="图片 64">
              <a:extLst>
                <a:ext uri="{FF2B5EF4-FFF2-40B4-BE49-F238E27FC236}">
                  <a16:creationId xmlns:a16="http://schemas.microsoft.com/office/drawing/2014/main" id="{AB20C5F4-5D35-4DB6-B422-3095A7FDE8F4}"/>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r="311" b="-325"/>
            <a:stretch/>
          </p:blipFill>
          <p:spPr bwMode="auto">
            <a:xfrm>
              <a:off x="9529136" y="1124742"/>
              <a:ext cx="2163761" cy="33843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9" name="矩形 38">
              <a:extLst>
                <a:ext uri="{FF2B5EF4-FFF2-40B4-BE49-F238E27FC236}">
                  <a16:creationId xmlns:a16="http://schemas.microsoft.com/office/drawing/2014/main" id="{556394E5-EBA2-4818-865D-E42DF52FD6EA}"/>
                </a:ext>
              </a:extLst>
            </p:cNvPr>
            <p:cNvSpPr/>
            <p:nvPr/>
          </p:nvSpPr>
          <p:spPr bwMode="auto">
            <a:xfrm>
              <a:off x="9529136" y="4498181"/>
              <a:ext cx="2163761" cy="1530350"/>
            </a:xfrm>
            <a:prstGeom prst="rect">
              <a:avLst/>
            </a:prstGeom>
            <a:solidFill>
              <a:srgbClr val="299351"/>
            </a:solidFill>
            <a:ln w="12700" cap="flat" cmpd="sng" algn="ctr">
              <a:noFill/>
              <a:prstDash val="solid"/>
              <a:miter lim="800000"/>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sym typeface="Helvetica" panose="020B0604020202020204" pitchFamily="34" charset="0"/>
              </a:endParaRPr>
            </a:p>
          </p:txBody>
        </p:sp>
      </p:grpSp>
      <p:sp>
        <p:nvSpPr>
          <p:cNvPr id="40" name="文本框 34">
            <a:extLst>
              <a:ext uri="{FF2B5EF4-FFF2-40B4-BE49-F238E27FC236}">
                <a16:creationId xmlns:a16="http://schemas.microsoft.com/office/drawing/2014/main" id="{C49787AA-1B95-4953-8FD0-3B2D3D7D574D}"/>
              </a:ext>
            </a:extLst>
          </p:cNvPr>
          <p:cNvSpPr txBox="1">
            <a:spLocks noChangeArrowheads="1"/>
          </p:cNvSpPr>
          <p:nvPr>
            <p:custDataLst>
              <p:tags r:id="rId6"/>
            </p:custDataLst>
          </p:nvPr>
        </p:nvSpPr>
        <p:spPr bwMode="auto">
          <a:xfrm>
            <a:off x="7225443" y="5493393"/>
            <a:ext cx="1918557" cy="10028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nSpc>
                <a:spcPct val="90000"/>
              </a:lnSpc>
              <a:spcBef>
                <a:spcPct val="40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ct val="201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ct val="201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ct val="201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ct val="201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建设清洁美丽的世界</a:t>
            </a:r>
            <a:endParaRPr lang="en-US" altLang="zh-CN"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endParaRPr>
          </a:p>
          <a:p>
            <a:pPr algn="ctr" defTabSz="914400" fontAlgn="base">
              <a:lnSpc>
                <a:spcPct val="140000"/>
              </a:lnSpc>
              <a:spcBef>
                <a:spcPct val="0"/>
              </a:spcBef>
              <a:spcAft>
                <a:spcPct val="0"/>
              </a:spcAft>
              <a:buFontTx/>
              <a:buNone/>
            </a:pPr>
            <a:r>
              <a:rPr lang="zh-CN" altLang="en-US" sz="2200" b="1" dirty="0">
                <a:solidFill>
                  <a:prstClr val="white"/>
                </a:solidFill>
                <a:latin typeface="微软雅黑" panose="020B0503020204020204" pitchFamily="34" charset="-122"/>
                <a:ea typeface="微软雅黑" panose="020B0503020204020204" pitchFamily="34" charset="-122"/>
                <a:sym typeface="Helvetica" panose="020B0604020202020204" pitchFamily="34" charset="0"/>
              </a:rPr>
              <a:t>的世界</a:t>
            </a:r>
          </a:p>
        </p:txBody>
      </p:sp>
      <p:sp>
        <p:nvSpPr>
          <p:cNvPr id="41" name="圆角矩形 57">
            <a:extLst>
              <a:ext uri="{FF2B5EF4-FFF2-40B4-BE49-F238E27FC236}">
                <a16:creationId xmlns:a16="http://schemas.microsoft.com/office/drawing/2014/main" id="{6A7D8FA6-BA15-4D59-A10F-EAEF95B98CED}"/>
              </a:ext>
            </a:extLst>
          </p:cNvPr>
          <p:cNvSpPr/>
          <p:nvPr/>
        </p:nvSpPr>
        <p:spPr bwMode="auto">
          <a:xfrm>
            <a:off x="7587050" y="5029323"/>
            <a:ext cx="1300480" cy="468312"/>
          </a:xfrm>
          <a:prstGeom prst="roundRect">
            <a:avLst>
              <a:gd name="adj" fmla="val 50000"/>
            </a:avLst>
          </a:prstGeom>
          <a:no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Helvetica" panose="020B0604020202020204" pitchFamily="34" charset="0"/>
              </a:rPr>
              <a:t>绿色低碳</a:t>
            </a:r>
          </a:p>
        </p:txBody>
      </p:sp>
    </p:spTree>
    <p:extLst>
      <p:ext uri="{BB962C8B-B14F-4D97-AF65-F5344CB8AC3E}">
        <p14:creationId xmlns:p14="http://schemas.microsoft.com/office/powerpoint/2010/main" val="59040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950"/>
                            </p:stCondLst>
                            <p:childTnLst>
                              <p:par>
                                <p:cTn id="9" presetID="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0-#ppt_h/2"/>
                                          </p:val>
                                        </p:tav>
                                        <p:tav tm="100000">
                                          <p:val>
                                            <p:strVal val="#ppt_y"/>
                                          </p:val>
                                        </p:tav>
                                      </p:tavLst>
                                    </p:anim>
                                  </p:childTnLst>
                                </p:cTn>
                              </p:par>
                            </p:childTnLst>
                          </p:cTn>
                        </p:par>
                        <p:par>
                          <p:cTn id="13" fill="hold">
                            <p:stCondLst>
                              <p:cond delay="1450"/>
                            </p:stCondLst>
                            <p:childTnLst>
                              <p:par>
                                <p:cTn id="14" presetID="10" presetClass="entr" presetSubtype="0" fill="hold" grpId="0" nodeType="afterEffect">
                                  <p:stCondLst>
                                    <p:cond delay="0"/>
                                  </p:stCondLst>
                                  <p:iterate type="wd">
                                    <p:tmPct val="10000"/>
                                  </p:iterate>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par>
                          <p:cTn id="17" fill="hold">
                            <p:stCondLst>
                              <p:cond delay="2000"/>
                            </p:stCondLst>
                            <p:childTnLst>
                              <p:par>
                                <p:cTn id="18" presetID="10" presetClass="entr" presetSubtype="0" fill="hold" grpId="0" nodeType="afterEffect">
                                  <p:stCondLst>
                                    <p:cond delay="0"/>
                                  </p:stCondLst>
                                  <p:iterate type="wd">
                                    <p:tmPct val="10000"/>
                                  </p:iterate>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par>
                          <p:cTn id="21" fill="hold">
                            <p:stCondLst>
                              <p:cond delay="2700"/>
                            </p:stCondLst>
                            <p:childTnLst>
                              <p:par>
                                <p:cTn id="22" presetID="2" presetClass="entr" presetSubtype="1"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0-#ppt_h/2"/>
                                          </p:val>
                                        </p:tav>
                                        <p:tav tm="100000">
                                          <p:val>
                                            <p:strVal val="#ppt_y"/>
                                          </p:val>
                                        </p:tav>
                                      </p:tavLst>
                                    </p:anim>
                                  </p:childTnLst>
                                </p:cTn>
                              </p:par>
                            </p:childTnLst>
                          </p:cTn>
                        </p:par>
                        <p:par>
                          <p:cTn id="26" fill="hold">
                            <p:stCondLst>
                              <p:cond delay="32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par>
                          <p:cTn id="30" fill="hold">
                            <p:stCondLst>
                              <p:cond delay="3750"/>
                            </p:stCondLst>
                            <p:childTnLst>
                              <p:par>
                                <p:cTn id="31" presetID="10" presetClass="entr" presetSubtype="0" fill="hold" grpId="0" nodeType="afterEffect">
                                  <p:stCondLst>
                                    <p:cond delay="0"/>
                                  </p:stCondLst>
                                  <p:iterate type="wd">
                                    <p:tmPct val="10000"/>
                                  </p:iterate>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par>
                          <p:cTn id="34" fill="hold">
                            <p:stCondLst>
                              <p:cond delay="4450"/>
                            </p:stCondLst>
                            <p:childTnLst>
                              <p:par>
                                <p:cTn id="35" presetID="2" presetClass="entr" presetSubtype="1" fill="hold" nodeType="after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0-#ppt_h/2"/>
                                          </p:val>
                                        </p:tav>
                                        <p:tav tm="100000">
                                          <p:val>
                                            <p:strVal val="#ppt_y"/>
                                          </p:val>
                                        </p:tav>
                                      </p:tavLst>
                                    </p:anim>
                                  </p:childTnLst>
                                </p:cTn>
                              </p:par>
                            </p:childTnLst>
                          </p:cTn>
                        </p:par>
                        <p:par>
                          <p:cTn id="39" fill="hold">
                            <p:stCondLst>
                              <p:cond delay="4950"/>
                            </p:stCondLst>
                            <p:childTnLst>
                              <p:par>
                                <p:cTn id="40" presetID="10" presetClass="entr" presetSubtype="0" fill="hold" grpId="0" nodeType="afterEffect">
                                  <p:stCondLst>
                                    <p:cond delay="0"/>
                                  </p:stCondLst>
                                  <p:iterate type="wd">
                                    <p:tmPct val="10000"/>
                                  </p:iterate>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par>
                          <p:cTn id="43" fill="hold">
                            <p:stCondLst>
                              <p:cond delay="5550"/>
                            </p:stCondLst>
                            <p:childTnLst>
                              <p:par>
                                <p:cTn id="44" presetID="10" presetClass="entr" presetSubtype="0" fill="hold" grpId="0" nodeType="afterEffect">
                                  <p:stCondLst>
                                    <p:cond delay="0"/>
                                  </p:stCondLst>
                                  <p:iterate type="wd">
                                    <p:tmPct val="10000"/>
                                  </p:iterate>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childTnLst>
                          </p:cTn>
                        </p:par>
                        <p:par>
                          <p:cTn id="47" fill="hold">
                            <p:stCondLst>
                              <p:cond delay="6250"/>
                            </p:stCondLst>
                            <p:childTnLst>
                              <p:par>
                                <p:cTn id="48" presetID="2" presetClass="entr" presetSubtype="1"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 calcmode="lin" valueType="num">
                                      <p:cBhvr additive="base">
                                        <p:cTn id="50" dur="500" fill="hold"/>
                                        <p:tgtEl>
                                          <p:spTgt spid="32"/>
                                        </p:tgtEl>
                                        <p:attrNameLst>
                                          <p:attrName>ppt_x</p:attrName>
                                        </p:attrNameLst>
                                      </p:cBhvr>
                                      <p:tavLst>
                                        <p:tav tm="0">
                                          <p:val>
                                            <p:strVal val="#ppt_x"/>
                                          </p:val>
                                        </p:tav>
                                        <p:tav tm="100000">
                                          <p:val>
                                            <p:strVal val="#ppt_x"/>
                                          </p:val>
                                        </p:tav>
                                      </p:tavLst>
                                    </p:anim>
                                    <p:anim calcmode="lin" valueType="num">
                                      <p:cBhvr additive="base">
                                        <p:cTn id="51" dur="500" fill="hold"/>
                                        <p:tgtEl>
                                          <p:spTgt spid="32"/>
                                        </p:tgtEl>
                                        <p:attrNameLst>
                                          <p:attrName>ppt_y</p:attrName>
                                        </p:attrNameLst>
                                      </p:cBhvr>
                                      <p:tavLst>
                                        <p:tav tm="0">
                                          <p:val>
                                            <p:strVal val="0-#ppt_h/2"/>
                                          </p:val>
                                        </p:tav>
                                        <p:tav tm="100000">
                                          <p:val>
                                            <p:strVal val="#ppt_y"/>
                                          </p:val>
                                        </p:tav>
                                      </p:tavLst>
                                    </p:anim>
                                  </p:childTnLst>
                                </p:cTn>
                              </p:par>
                            </p:childTnLst>
                          </p:cTn>
                        </p:par>
                        <p:par>
                          <p:cTn id="52" fill="hold">
                            <p:stCondLst>
                              <p:cond delay="6750"/>
                            </p:stCondLst>
                            <p:childTnLst>
                              <p:par>
                                <p:cTn id="53" presetID="10" presetClass="entr" presetSubtype="0" fill="hold" grpId="0" nodeType="afterEffect">
                                  <p:stCondLst>
                                    <p:cond delay="0"/>
                                  </p:stCondLst>
                                  <p:iterate type="wd">
                                    <p:tmPct val="10000"/>
                                  </p:iterate>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childTnLst>
                          </p:cTn>
                        </p:par>
                        <p:par>
                          <p:cTn id="56" fill="hold">
                            <p:stCondLst>
                              <p:cond delay="7350"/>
                            </p:stCondLst>
                            <p:childTnLst>
                              <p:par>
                                <p:cTn id="57" presetID="10" presetClass="entr" presetSubtype="0" fill="hold" grpId="0" nodeType="afterEffect">
                                  <p:stCondLst>
                                    <p:cond delay="0"/>
                                  </p:stCondLst>
                                  <p:iterate type="wd">
                                    <p:tmPct val="10000"/>
                                  </p:iterate>
                                  <p:childTnLst>
                                    <p:set>
                                      <p:cBhvr>
                                        <p:cTn id="58" dur="1" fill="hold">
                                          <p:stCondLst>
                                            <p:cond delay="0"/>
                                          </p:stCondLst>
                                        </p:cTn>
                                        <p:tgtEl>
                                          <p:spTgt spid="35"/>
                                        </p:tgtEl>
                                        <p:attrNameLst>
                                          <p:attrName>style.visibility</p:attrName>
                                        </p:attrNameLst>
                                      </p:cBhvr>
                                      <p:to>
                                        <p:strVal val="visible"/>
                                      </p:to>
                                    </p:set>
                                    <p:animEffect transition="in" filter="fade">
                                      <p:cBhvr>
                                        <p:cTn id="59" dur="500"/>
                                        <p:tgtEl>
                                          <p:spTgt spid="35"/>
                                        </p:tgtEl>
                                      </p:cBhvr>
                                    </p:animEffect>
                                  </p:childTnLst>
                                </p:cTn>
                              </p:par>
                            </p:childTnLst>
                          </p:cTn>
                        </p:par>
                        <p:par>
                          <p:cTn id="60" fill="hold">
                            <p:stCondLst>
                              <p:cond delay="8050"/>
                            </p:stCondLst>
                            <p:childTnLst>
                              <p:par>
                                <p:cTn id="61" presetID="2" presetClass="entr" presetSubtype="1" fill="hold" nodeType="afterEffect">
                                  <p:stCondLst>
                                    <p:cond delay="0"/>
                                  </p:stCondLst>
                                  <p:childTnLst>
                                    <p:set>
                                      <p:cBhvr>
                                        <p:cTn id="62" dur="1" fill="hold">
                                          <p:stCondLst>
                                            <p:cond delay="0"/>
                                          </p:stCondLst>
                                        </p:cTn>
                                        <p:tgtEl>
                                          <p:spTgt spid="37"/>
                                        </p:tgtEl>
                                        <p:attrNameLst>
                                          <p:attrName>style.visibility</p:attrName>
                                        </p:attrNameLst>
                                      </p:cBhvr>
                                      <p:to>
                                        <p:strVal val="visible"/>
                                      </p:to>
                                    </p:set>
                                    <p:anim calcmode="lin" valueType="num">
                                      <p:cBhvr additive="base">
                                        <p:cTn id="63" dur="500" fill="hold"/>
                                        <p:tgtEl>
                                          <p:spTgt spid="37"/>
                                        </p:tgtEl>
                                        <p:attrNameLst>
                                          <p:attrName>ppt_x</p:attrName>
                                        </p:attrNameLst>
                                      </p:cBhvr>
                                      <p:tavLst>
                                        <p:tav tm="0">
                                          <p:val>
                                            <p:strVal val="#ppt_x"/>
                                          </p:val>
                                        </p:tav>
                                        <p:tav tm="100000">
                                          <p:val>
                                            <p:strVal val="#ppt_x"/>
                                          </p:val>
                                        </p:tav>
                                      </p:tavLst>
                                    </p:anim>
                                    <p:anim calcmode="lin" valueType="num">
                                      <p:cBhvr additive="base">
                                        <p:cTn id="64" dur="500" fill="hold"/>
                                        <p:tgtEl>
                                          <p:spTgt spid="37"/>
                                        </p:tgtEl>
                                        <p:attrNameLst>
                                          <p:attrName>ppt_y</p:attrName>
                                        </p:attrNameLst>
                                      </p:cBhvr>
                                      <p:tavLst>
                                        <p:tav tm="0">
                                          <p:val>
                                            <p:strVal val="0-#ppt_h/2"/>
                                          </p:val>
                                        </p:tav>
                                        <p:tav tm="100000">
                                          <p:val>
                                            <p:strVal val="#ppt_y"/>
                                          </p:val>
                                        </p:tav>
                                      </p:tavLst>
                                    </p:anim>
                                  </p:childTnLst>
                                </p:cTn>
                              </p:par>
                            </p:childTnLst>
                          </p:cTn>
                        </p:par>
                        <p:par>
                          <p:cTn id="65" fill="hold">
                            <p:stCondLst>
                              <p:cond delay="8550"/>
                            </p:stCondLst>
                            <p:childTnLst>
                              <p:par>
                                <p:cTn id="66" presetID="10" presetClass="entr" presetSubtype="0" fill="hold" grpId="0" nodeType="afterEffect">
                                  <p:stCondLst>
                                    <p:cond delay="0"/>
                                  </p:stCondLst>
                                  <p:iterate type="wd">
                                    <p:tmPct val="10000"/>
                                  </p:iterate>
                                  <p:childTnLst>
                                    <p:set>
                                      <p:cBhvr>
                                        <p:cTn id="67" dur="1" fill="hold">
                                          <p:stCondLst>
                                            <p:cond delay="0"/>
                                          </p:stCondLst>
                                        </p:cTn>
                                        <p:tgtEl>
                                          <p:spTgt spid="41"/>
                                        </p:tgtEl>
                                        <p:attrNameLst>
                                          <p:attrName>style.visibility</p:attrName>
                                        </p:attrNameLst>
                                      </p:cBhvr>
                                      <p:to>
                                        <p:strVal val="visible"/>
                                      </p:to>
                                    </p:set>
                                    <p:animEffect transition="in" filter="fade">
                                      <p:cBhvr>
                                        <p:cTn id="68" dur="500"/>
                                        <p:tgtEl>
                                          <p:spTgt spid="41"/>
                                        </p:tgtEl>
                                      </p:cBhvr>
                                    </p:animEffect>
                                  </p:childTnLst>
                                </p:cTn>
                              </p:par>
                            </p:childTnLst>
                          </p:cTn>
                        </p:par>
                        <p:par>
                          <p:cTn id="69" fill="hold">
                            <p:stCondLst>
                              <p:cond delay="9150"/>
                            </p:stCondLst>
                            <p:childTnLst>
                              <p:par>
                                <p:cTn id="70" presetID="10" presetClass="entr" presetSubtype="0" fill="hold" grpId="0" nodeType="afterEffect">
                                  <p:stCondLst>
                                    <p:cond delay="0"/>
                                  </p:stCondLst>
                                  <p:iterate type="wd">
                                    <p:tmPct val="10000"/>
                                  </p:iterate>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3" grpId="0"/>
      <p:bldP spid="25" grpId="0"/>
      <p:bldP spid="26" grpId="0"/>
      <p:bldP spid="30" grpId="0"/>
      <p:bldP spid="31" grpId="0"/>
      <p:bldP spid="35" grpId="0"/>
      <p:bldP spid="36" grpId="0"/>
      <p:bldP spid="40" grpId="0"/>
      <p:bldP spid="4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一、复习串讲</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TextBox 2">
            <a:extLst>
              <a:ext uri="{FF2B5EF4-FFF2-40B4-BE49-F238E27FC236}">
                <a16:creationId xmlns:a16="http://schemas.microsoft.com/office/drawing/2014/main" id="{DEC65639-F836-4A39-8A2B-4A1058998026}"/>
              </a:ext>
            </a:extLst>
          </p:cNvPr>
          <p:cNvSpPr txBox="1">
            <a:spLocks noChangeArrowheads="1"/>
          </p:cNvSpPr>
          <p:nvPr/>
        </p:nvSpPr>
        <p:spPr bwMode="auto">
          <a:xfrm>
            <a:off x="-124288" y="796857"/>
            <a:ext cx="7880275"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6" tIns="45719" rIns="91436" bIns="45719" anchor="ctr">
            <a:spAutoFit/>
          </a:bodyPr>
          <a:lstStyle>
            <a:lvl1pPr marL="285750" indent="-285750"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1pPr>
            <a:lvl2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2pPr>
            <a:lvl3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3pPr>
            <a:lvl4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4pPr>
            <a:lvl5pPr defTabSz="1828800">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5pPr>
            <a:lvl6pPr marL="13700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6pPr>
            <a:lvl7pPr marL="18272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7pPr>
            <a:lvl8pPr marL="22844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8pPr>
            <a:lvl9pPr marL="2741613" indent="915988" defTabSz="1828800" eaLnBrk="0" fontAlgn="base" hangingPunct="0">
              <a:spcBef>
                <a:spcPct val="0"/>
              </a:spcBef>
              <a:spcAft>
                <a:spcPct val="0"/>
              </a:spcAft>
              <a:defRPr>
                <a:solidFill>
                  <a:srgbClr val="000000"/>
                </a:solidFill>
                <a:latin typeface="Helvetica" panose="020B0604020202020204" pitchFamily="34" charset="0"/>
                <a:ea typeface="宋体" panose="02010600030101010101" pitchFamily="2" charset="-122"/>
                <a:sym typeface="Helvetica" panose="020B0604020202020204" pitchFamily="34" charset="0"/>
              </a:defRPr>
            </a:lvl9pPr>
          </a:lstStyle>
          <a:p>
            <a:pPr marL="0" indent="0" algn="ctr" fontAlgn="base">
              <a:spcBef>
                <a:spcPct val="0"/>
              </a:spcBef>
              <a:spcAft>
                <a:spcPct val="0"/>
              </a:spcAft>
            </a:pPr>
            <a:r>
              <a:rPr lang="en-US" altLang="zh-CN" sz="2400" b="1" dirty="0">
                <a:solidFill>
                  <a:srgbClr val="3E3A3A">
                    <a:lumMod val="75000"/>
                  </a:srgbClr>
                </a:solidFill>
                <a:latin typeface="微软雅黑" panose="020B0503020204020204" pitchFamily="34" charset="-122"/>
                <a:ea typeface="微软雅黑" panose="020B0503020204020204" pitchFamily="34" charset="-122"/>
              </a:rPr>
              <a:t>13.</a:t>
            </a:r>
            <a:r>
              <a:rPr lang="zh-CN" altLang="en-US" sz="2400" b="1" dirty="0">
                <a:solidFill>
                  <a:srgbClr val="3E3A3A">
                    <a:lumMod val="75000"/>
                  </a:srgbClr>
                </a:solidFill>
                <a:latin typeface="微软雅黑" panose="020B0503020204020204" pitchFamily="34" charset="-122"/>
                <a:ea typeface="微软雅黑" panose="020B0503020204020204" pitchFamily="34" charset="-122"/>
              </a:rPr>
              <a:t>如何理解党的领导是中国特色社会主义最本质的特征</a:t>
            </a:r>
          </a:p>
        </p:txBody>
      </p:sp>
      <p:sp>
        <p:nvSpPr>
          <p:cNvPr id="11" name="文本框 10">
            <a:extLst>
              <a:ext uri="{FF2B5EF4-FFF2-40B4-BE49-F238E27FC236}">
                <a16:creationId xmlns:a16="http://schemas.microsoft.com/office/drawing/2014/main" id="{EB773EB0-FF11-40B5-A15C-721EEC4314E2}"/>
              </a:ext>
            </a:extLst>
          </p:cNvPr>
          <p:cNvSpPr txBox="1"/>
          <p:nvPr/>
        </p:nvSpPr>
        <p:spPr>
          <a:xfrm>
            <a:off x="292107" y="1456387"/>
            <a:ext cx="8445271" cy="4929939"/>
          </a:xfrm>
          <a:prstGeom prst="rect">
            <a:avLst/>
          </a:prstGeom>
          <a:noFill/>
        </p:spPr>
        <p:txBody>
          <a:bodyPr wrap="square">
            <a:spAutoFit/>
          </a:bodyPr>
          <a:lstStyle/>
          <a:p>
            <a:pPr indent="304800" algn="just">
              <a:lnSpc>
                <a:spcPct val="120000"/>
              </a:lnSpc>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中国共产党的领导是中国特色社会主义最本质的特征。这一论断符合科学社会主义的基本原则，反映中国特色社会主义的历史经验，适应新时代历史使命的实践要求。</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第一，这是由科学社会主义的理论逻辑所决定的。只有坚持中国共产党的领导，才能保证中国特色社会主义的性质和正确方向。</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第二，这是由中国特色社会主义产生与发展的历史逻辑所决定的。没有中国共产党的领导，就没有中国特色社会主义的产生与发展。</a:t>
            </a:r>
            <a:endParaRPr lang="en-US"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20000"/>
              </a:lnSpc>
              <a:buFont typeface="Wingdings" panose="05000000000000000000" pitchFamily="2" charset="2"/>
              <a:buChar char="Ø"/>
            </a:pPr>
            <a:r>
              <a:rPr lang="zh-CN" altLang="zh-CN" sz="2400" b="0" kern="100" dirty="0">
                <a:effectLst/>
                <a:latin typeface="微软雅黑" panose="020B0503020204020204" pitchFamily="34" charset="-122"/>
                <a:ea typeface="微软雅黑" panose="020B0503020204020204" pitchFamily="34" charset="-122"/>
                <a:cs typeface="Times New Roman" panose="02020603050405020304" pitchFamily="18" charset="0"/>
              </a:rPr>
              <a:t>第三，这是由中国特色社会主义迈向新征程的实践逻辑所决定的。实现中华民族伟大复兴，关键在党。</a:t>
            </a:r>
            <a:endParaRPr lang="zh-CN"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9723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fade">
                                      <p:cBhvr>
                                        <p:cTn id="17" dur="500"/>
                                        <p:tgtEl>
                                          <p:spTgt spid="11">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Effect transition="in" filter="fade">
                                      <p:cBhvr>
                                        <p:cTn id="23"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0" y="0"/>
            <a:ext cx="9144000" cy="598990"/>
          </a:xfrm>
          <a:prstGeom prst="rect">
            <a:avLst/>
          </a:prstGeom>
          <a:solidFill>
            <a:srgbClr val="CD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框 9"/>
          <p:cNvSpPr txBox="1"/>
          <p:nvPr/>
        </p:nvSpPr>
        <p:spPr>
          <a:xfrm>
            <a:off x="689522" y="19212"/>
            <a:ext cx="7229475" cy="525657"/>
          </a:xfrm>
          <a:prstGeom prst="rect">
            <a:avLst/>
          </a:prstGeom>
          <a:noFill/>
          <a:ln w="9525">
            <a:noFill/>
          </a:ln>
        </p:spPr>
        <p:txBody>
          <a:bodyPr wrap="square">
            <a:spAutoFit/>
          </a:bodyP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二、期末考试说明</a:t>
            </a:r>
            <a:endParaRPr kumimoji="0" lang="zh-CN" altLang="en-US" sz="2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任意多边形 4">
            <a:extLst>
              <a:ext uri="{FF2B5EF4-FFF2-40B4-BE49-F238E27FC236}">
                <a16:creationId xmlns:a16="http://schemas.microsoft.com/office/drawing/2014/main" id="{6C5A4201-4461-4C22-B084-30D77D3D3F4A}"/>
              </a:ext>
            </a:extLst>
          </p:cNvPr>
          <p:cNvSpPr/>
          <p:nvPr/>
        </p:nvSpPr>
        <p:spPr>
          <a:xfrm rot="5400000">
            <a:off x="321894" y="168081"/>
            <a:ext cx="203254" cy="262827"/>
          </a:xfrm>
          <a:custGeom>
            <a:avLst/>
            <a:gdLst>
              <a:gd name="connsiteX0" fmla="*/ 0 w 382446"/>
              <a:gd name="connsiteY0" fmla="*/ 494540 h 494540"/>
              <a:gd name="connsiteX1" fmla="*/ 95611 w 382446"/>
              <a:gd name="connsiteY1" fmla="*/ 329694 h 494540"/>
              <a:gd name="connsiteX2" fmla="*/ 1 w 382446"/>
              <a:gd name="connsiteY2" fmla="*/ 329694 h 494540"/>
              <a:gd name="connsiteX3" fmla="*/ 191224 w 382446"/>
              <a:gd name="connsiteY3" fmla="*/ 0 h 494540"/>
              <a:gd name="connsiteX4" fmla="*/ 382446 w 382446"/>
              <a:gd name="connsiteY4" fmla="*/ 329694 h 494540"/>
              <a:gd name="connsiteX5" fmla="*/ 286835 w 382446"/>
              <a:gd name="connsiteY5" fmla="*/ 329694 h 494540"/>
              <a:gd name="connsiteX6" fmla="*/ 382445 w 382446"/>
              <a:gd name="connsiteY6" fmla="*/ 494540 h 49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2446" h="494540">
                <a:moveTo>
                  <a:pt x="0" y="494540"/>
                </a:moveTo>
                <a:lnTo>
                  <a:pt x="95611" y="329694"/>
                </a:lnTo>
                <a:lnTo>
                  <a:pt x="1" y="329694"/>
                </a:lnTo>
                <a:lnTo>
                  <a:pt x="191224" y="0"/>
                </a:lnTo>
                <a:lnTo>
                  <a:pt x="382446" y="329694"/>
                </a:lnTo>
                <a:lnTo>
                  <a:pt x="286835" y="329694"/>
                </a:lnTo>
                <a:lnTo>
                  <a:pt x="382445" y="4945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C00000"/>
              </a:solidFill>
              <a:effectLst/>
              <a:uLnTx/>
              <a:uFillTx/>
              <a:latin typeface="等线"/>
              <a:ea typeface="等线" panose="02010600030101010101" pitchFamily="2" charset="-122"/>
              <a:cs typeface="+mn-cs"/>
            </a:endParaRPr>
          </a:p>
        </p:txBody>
      </p:sp>
      <p:grpSp>
        <p:nvGrpSpPr>
          <p:cNvPr id="20" name="组合 19">
            <a:extLst>
              <a:ext uri="{FF2B5EF4-FFF2-40B4-BE49-F238E27FC236}">
                <a16:creationId xmlns:a16="http://schemas.microsoft.com/office/drawing/2014/main" id="{810B1EA8-FBAB-4DF7-B293-23A01F036D66}"/>
              </a:ext>
            </a:extLst>
          </p:cNvPr>
          <p:cNvGrpSpPr/>
          <p:nvPr/>
        </p:nvGrpSpPr>
        <p:grpSpPr>
          <a:xfrm>
            <a:off x="6876200" y="160681"/>
            <a:ext cx="2085596" cy="333740"/>
            <a:chOff x="9214564" y="259947"/>
            <a:chExt cx="2780795" cy="444987"/>
          </a:xfrm>
        </p:grpSpPr>
        <p:sp>
          <p:nvSpPr>
            <p:cNvPr id="21" name="文本框 39">
              <a:extLst>
                <a:ext uri="{FF2B5EF4-FFF2-40B4-BE49-F238E27FC236}">
                  <a16:creationId xmlns:a16="http://schemas.microsoft.com/office/drawing/2014/main" id="{AD0F4531-DB02-47ED-A9C7-A2D04BB8FA28}"/>
                </a:ext>
              </a:extLst>
            </p:cNvPr>
            <p:cNvSpPr txBox="1"/>
            <p:nvPr/>
          </p:nvSpPr>
          <p:spPr>
            <a:xfrm>
              <a:off x="9214564" y="259947"/>
              <a:ext cx="2780795" cy="444987"/>
            </a:xfrm>
            <a:prstGeom prst="rect">
              <a:avLst/>
            </a:prstGeom>
            <a:noFill/>
          </p:spPr>
          <p:txBody>
            <a:bodyPr wrap="square" lIns="79052" tIns="39526" rIns="79052" bIns="39526">
              <a:spAutoFit/>
            </a:bodyPr>
            <a:lstStyle/>
            <a:p>
              <a:pPr marL="0" marR="0" lvl="0" indent="0" algn="r" defTabSz="790575"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马克思主义学院</a:t>
              </a:r>
              <a:endParaRPr kumimoji="0" lang="en-US" altLang="zh-CN" sz="1050" b="1"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790575"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SCHOOL OF MARXISM</a:t>
              </a:r>
              <a:endParaRPr kumimoji="0" lang="zh-CN" altLang="en-US" sz="450" b="0" i="0" u="none" strike="noStrike" kern="1200" cap="none" spc="75"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2" name="直接连接符 21">
              <a:extLst>
                <a:ext uri="{FF2B5EF4-FFF2-40B4-BE49-F238E27FC236}">
                  <a16:creationId xmlns:a16="http://schemas.microsoft.com/office/drawing/2014/main" id="{9D877EF9-A06F-4FB5-A85B-D7CA6530F93E}"/>
                </a:ext>
              </a:extLst>
            </p:cNvPr>
            <p:cNvCxnSpPr/>
            <p:nvPr/>
          </p:nvCxnSpPr>
          <p:spPr bwMode="auto">
            <a:xfrm flipH="1">
              <a:off x="10387614" y="263612"/>
              <a:ext cx="1" cy="378794"/>
            </a:xfrm>
            <a:prstGeom prst="line">
              <a:avLst/>
            </a:prstGeom>
            <a:solidFill>
              <a:schemeClr val="accent1"/>
            </a:solidFill>
            <a:ln w="38100" cap="flat" cmpd="sng" algn="ctr">
              <a:solidFill>
                <a:schemeClr val="bg1"/>
              </a:solidFill>
              <a:prstDash val="solid"/>
              <a:round/>
              <a:headEnd type="none" w="med" len="med"/>
              <a:tailEnd type="none" w="med" len="med"/>
            </a:ln>
          </p:spPr>
        </p:cxnSp>
      </p:grpSp>
      <p:pic>
        <p:nvPicPr>
          <p:cNvPr id="24" name="图片 23">
            <a:extLst>
              <a:ext uri="{FF2B5EF4-FFF2-40B4-BE49-F238E27FC236}">
                <a16:creationId xmlns:a16="http://schemas.microsoft.com/office/drawing/2014/main" id="{74789299-248E-474D-82E2-552D83681709}"/>
              </a:ext>
            </a:extLst>
          </p:cNvPr>
          <p:cNvPicPr>
            <a:picLocks noChangeAspect="1"/>
          </p:cNvPicPr>
          <p:nvPr/>
        </p:nvPicPr>
        <p:blipFill>
          <a:blip r:embed="rId3" cstate="print"/>
          <a:stretch>
            <a:fillRect/>
          </a:stretch>
        </p:blipFill>
        <p:spPr>
          <a:xfrm>
            <a:off x="6104997" y="68437"/>
            <a:ext cx="1650991" cy="462116"/>
          </a:xfrm>
          <a:prstGeom prst="rect">
            <a:avLst/>
          </a:prstGeom>
        </p:spPr>
      </p:pic>
      <p:sp>
        <p:nvSpPr>
          <p:cNvPr id="9" name="Rectangle 2">
            <a:extLst>
              <a:ext uri="{FF2B5EF4-FFF2-40B4-BE49-F238E27FC236}">
                <a16:creationId xmlns:a16="http://schemas.microsoft.com/office/drawing/2014/main" id="{D12DA8AA-F9E1-4AB3-B5CA-9C0A0F0F9CBC}"/>
              </a:ext>
            </a:extLst>
          </p:cNvPr>
          <p:cNvSpPr txBox="1">
            <a:spLocks noChangeArrowheads="1"/>
          </p:cNvSpPr>
          <p:nvPr/>
        </p:nvSpPr>
        <p:spPr bwMode="gray">
          <a:xfrm>
            <a:off x="554935" y="1012263"/>
            <a:ext cx="8184071" cy="4419600"/>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15000"/>
              </a:spcBef>
              <a:buNone/>
            </a:pPr>
            <a:r>
              <a:rPr lang="en-US" altLang="zh-CN" sz="2400" dirty="0">
                <a:solidFill>
                  <a:prstClr val="black"/>
                </a:solidFill>
                <a:latin typeface="微软雅黑" panose="020B0503020204020204" pitchFamily="34" charset="-122"/>
                <a:ea typeface="微软雅黑" panose="020B0503020204020204" pitchFamily="34" charset="-122"/>
              </a:rPr>
              <a:t>1.</a:t>
            </a:r>
            <a:r>
              <a:rPr lang="zh-CN" altLang="en-US" sz="2400" dirty="0">
                <a:solidFill>
                  <a:prstClr val="black"/>
                </a:solidFill>
                <a:latin typeface="微软雅黑" panose="020B0503020204020204" pitchFamily="34" charset="-122"/>
                <a:ea typeface="微软雅黑" panose="020B0503020204020204" pitchFamily="34" charset="-122"/>
              </a:rPr>
              <a:t>闭卷考试</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a:lnSpc>
                <a:spcPct val="150000"/>
              </a:lnSpc>
              <a:spcBef>
                <a:spcPct val="15000"/>
              </a:spcBef>
              <a:buNone/>
            </a:pPr>
            <a:r>
              <a:rPr lang="en-US" altLang="zh-CN" sz="2400" dirty="0">
                <a:solidFill>
                  <a:prstClr val="black"/>
                </a:solidFill>
                <a:latin typeface="微软雅黑" panose="020B0503020204020204" pitchFamily="34" charset="-122"/>
                <a:ea typeface="微软雅黑" panose="020B0503020204020204" pitchFamily="34" charset="-122"/>
              </a:rPr>
              <a:t>2.</a:t>
            </a:r>
            <a:r>
              <a:rPr lang="zh-CN" altLang="en-US" sz="2400" dirty="0">
                <a:solidFill>
                  <a:prstClr val="black"/>
                </a:solidFill>
                <a:latin typeface="微软雅黑" panose="020B0503020204020204" pitchFamily="34" charset="-122"/>
                <a:ea typeface="微软雅黑" panose="020B0503020204020204" pitchFamily="34" charset="-122"/>
              </a:rPr>
              <a:t>考试时间：</a:t>
            </a:r>
            <a:r>
              <a:rPr lang="en-US" altLang="zh-CN" sz="2400" dirty="0">
                <a:solidFill>
                  <a:prstClr val="black"/>
                </a:solidFill>
                <a:latin typeface="微软雅黑" panose="020B0503020204020204" pitchFamily="34" charset="-122"/>
                <a:ea typeface="微软雅黑" panose="020B0503020204020204" pitchFamily="34" charset="-122"/>
              </a:rPr>
              <a:t>120</a:t>
            </a:r>
            <a:r>
              <a:rPr lang="zh-CN" altLang="en-US" sz="2400" dirty="0">
                <a:solidFill>
                  <a:prstClr val="black"/>
                </a:solidFill>
                <a:latin typeface="微软雅黑" panose="020B0503020204020204" pitchFamily="34" charset="-122"/>
                <a:ea typeface="微软雅黑" panose="020B0503020204020204" pitchFamily="34" charset="-122"/>
              </a:rPr>
              <a:t>分钟，考试周统一进行。</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a:lnSpc>
                <a:spcPct val="150000"/>
              </a:lnSpc>
              <a:spcBef>
                <a:spcPct val="15000"/>
              </a:spcBef>
              <a:buNone/>
            </a:pPr>
            <a:r>
              <a:rPr lang="en-US" altLang="zh-CN" sz="2400" dirty="0">
                <a:solidFill>
                  <a:prstClr val="black"/>
                </a:solidFill>
                <a:latin typeface="微软雅黑" panose="020B0503020204020204" pitchFamily="34" charset="-122"/>
                <a:ea typeface="微软雅黑" panose="020B0503020204020204" pitchFamily="34" charset="-122"/>
              </a:rPr>
              <a:t>3.</a:t>
            </a:r>
            <a:r>
              <a:rPr lang="zh-CN" altLang="en-US" sz="2400" dirty="0">
                <a:solidFill>
                  <a:prstClr val="black"/>
                </a:solidFill>
                <a:latin typeface="微软雅黑" panose="020B0503020204020204" pitchFamily="34" charset="-122"/>
                <a:ea typeface="微软雅黑" panose="020B0503020204020204" pitchFamily="34" charset="-122"/>
              </a:rPr>
              <a:t>试题结构：卷面总分</a:t>
            </a:r>
            <a:r>
              <a:rPr lang="en-US" altLang="zh-CN" sz="2400" dirty="0">
                <a:solidFill>
                  <a:prstClr val="black"/>
                </a:solidFill>
                <a:latin typeface="微软雅黑" panose="020B0503020204020204" pitchFamily="34" charset="-122"/>
                <a:ea typeface="微软雅黑" panose="020B0503020204020204" pitchFamily="34" charset="-122"/>
              </a:rPr>
              <a:t>60</a:t>
            </a:r>
            <a:r>
              <a:rPr lang="zh-CN" altLang="en-US" sz="2400" dirty="0">
                <a:solidFill>
                  <a:prstClr val="black"/>
                </a:solidFill>
                <a:latin typeface="微软雅黑" panose="020B0503020204020204" pitchFamily="34" charset="-122"/>
                <a:ea typeface="微软雅黑" panose="020B0503020204020204" pitchFamily="34" charset="-122"/>
              </a:rPr>
              <a:t>分。题型为：</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a:lnSpc>
                <a:spcPct val="150000"/>
              </a:lnSpc>
              <a:spcBef>
                <a:spcPct val="15000"/>
              </a:spcBef>
              <a:buNone/>
            </a:pP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1</a:t>
            </a:r>
            <a:r>
              <a:rPr lang="zh-CN" altLang="en-US" sz="2400" dirty="0">
                <a:solidFill>
                  <a:prstClr val="black"/>
                </a:solidFill>
                <a:latin typeface="微软雅黑" panose="020B0503020204020204" pitchFamily="34" charset="-122"/>
                <a:ea typeface="微软雅黑" panose="020B0503020204020204" pitchFamily="34" charset="-122"/>
              </a:rPr>
              <a:t>）简答题</a:t>
            </a:r>
            <a:r>
              <a:rPr lang="en-US" altLang="zh-CN" sz="2400" dirty="0">
                <a:solidFill>
                  <a:prstClr val="black"/>
                </a:solidFill>
                <a:latin typeface="微软雅黑" panose="020B0503020204020204" pitchFamily="34" charset="-122"/>
                <a:ea typeface="微软雅黑" panose="020B0503020204020204" pitchFamily="34" charset="-122"/>
              </a:rPr>
              <a:t>2</a:t>
            </a:r>
            <a:r>
              <a:rPr lang="zh-CN" altLang="en-US" sz="2400" dirty="0">
                <a:solidFill>
                  <a:prstClr val="black"/>
                </a:solidFill>
                <a:latin typeface="微软雅黑" panose="020B0503020204020204" pitchFamily="34" charset="-122"/>
                <a:ea typeface="微软雅黑" panose="020B0503020204020204" pitchFamily="34" charset="-122"/>
              </a:rPr>
              <a:t>道</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a:lnSpc>
                <a:spcPct val="150000"/>
              </a:lnSpc>
              <a:spcBef>
                <a:spcPct val="15000"/>
              </a:spcBef>
              <a:buNone/>
            </a:pP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2</a:t>
            </a:r>
            <a:r>
              <a:rPr lang="zh-CN" altLang="en-US" sz="2400" dirty="0">
                <a:solidFill>
                  <a:prstClr val="black"/>
                </a:solidFill>
                <a:latin typeface="微软雅黑" panose="020B0503020204020204" pitchFamily="34" charset="-122"/>
                <a:ea typeface="微软雅黑" panose="020B0503020204020204" pitchFamily="34" charset="-122"/>
              </a:rPr>
              <a:t>）材料分析题，</a:t>
            </a:r>
            <a:r>
              <a:rPr lang="en-US" altLang="zh-CN" sz="2400" dirty="0">
                <a:solidFill>
                  <a:prstClr val="black"/>
                </a:solidFill>
                <a:latin typeface="微软雅黑" panose="020B0503020204020204" pitchFamily="34" charset="-122"/>
                <a:ea typeface="微软雅黑" panose="020B0503020204020204" pitchFamily="34" charset="-122"/>
              </a:rPr>
              <a:t>2</a:t>
            </a:r>
            <a:r>
              <a:rPr lang="zh-CN" altLang="en-US" sz="2400" dirty="0">
                <a:solidFill>
                  <a:prstClr val="black"/>
                </a:solidFill>
                <a:latin typeface="微软雅黑" panose="020B0503020204020204" pitchFamily="34" charset="-122"/>
                <a:ea typeface="微软雅黑" panose="020B0503020204020204" pitchFamily="34" charset="-122"/>
              </a:rPr>
              <a:t>小问</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a:lnSpc>
                <a:spcPct val="150000"/>
              </a:lnSpc>
              <a:spcBef>
                <a:spcPct val="15000"/>
              </a:spcBef>
              <a:buNone/>
            </a:pP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3</a:t>
            </a:r>
            <a:r>
              <a:rPr lang="zh-CN" altLang="en-US" sz="2400" dirty="0">
                <a:solidFill>
                  <a:prstClr val="black"/>
                </a:solidFill>
                <a:latin typeface="微软雅黑" panose="020B0503020204020204" pitchFamily="34" charset="-122"/>
                <a:ea typeface="微软雅黑" panose="020B0503020204020204" pitchFamily="34" charset="-122"/>
              </a:rPr>
              <a:t>）论述题</a:t>
            </a:r>
            <a:r>
              <a:rPr lang="en-US" altLang="zh-CN" sz="2400" dirty="0">
                <a:solidFill>
                  <a:prstClr val="black"/>
                </a:solidFill>
                <a:latin typeface="微软雅黑" panose="020B0503020204020204" pitchFamily="34" charset="-122"/>
                <a:ea typeface="微软雅黑" panose="020B0503020204020204" pitchFamily="34" charset="-122"/>
              </a:rPr>
              <a:t>1</a:t>
            </a:r>
            <a:r>
              <a:rPr lang="zh-CN" altLang="en-US" sz="2400" dirty="0">
                <a:solidFill>
                  <a:prstClr val="black"/>
                </a:solidFill>
                <a:latin typeface="微软雅黑" panose="020B0503020204020204" pitchFamily="34" charset="-122"/>
                <a:ea typeface="微软雅黑" panose="020B0503020204020204" pitchFamily="34" charset="-122"/>
              </a:rPr>
              <a:t>道</a:t>
            </a:r>
            <a:endParaRPr lang="en-US" altLang="zh-CN" sz="2400" dirty="0">
              <a:solidFill>
                <a:prstClr val="black"/>
              </a:solidFill>
              <a:latin typeface="微软雅黑" panose="020B0503020204020204" pitchFamily="34" charset="-122"/>
              <a:ea typeface="微软雅黑" panose="020B0503020204020204" pitchFamily="34" charset="-122"/>
            </a:endParaRPr>
          </a:p>
          <a:p>
            <a:pPr marL="0" indent="0">
              <a:lnSpc>
                <a:spcPct val="150000"/>
              </a:lnSpc>
              <a:spcBef>
                <a:spcPct val="15000"/>
              </a:spcBef>
              <a:buNone/>
            </a:pP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533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lide(from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slide(from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slide(from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slide(from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slide(fromLeft)">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slide(fromLeft)">
                                      <p:cBhvr>
                                        <p:cTn id="32"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88C62FF-D0FC-4ECD-9684-B682CE32825E}"/>
              </a:ext>
            </a:extLst>
          </p:cNvPr>
          <p:cNvPicPr>
            <a:picLocks noChangeAspect="1"/>
          </p:cNvPicPr>
          <p:nvPr/>
        </p:nvPicPr>
        <p:blipFill>
          <a:blip r:embed="rId2" cstate="print"/>
          <a:stretch>
            <a:fillRect/>
          </a:stretch>
        </p:blipFill>
        <p:spPr>
          <a:xfrm>
            <a:off x="0" y="918425"/>
            <a:ext cx="9144000" cy="2510575"/>
          </a:xfrm>
          <a:prstGeom prst="rect">
            <a:avLst/>
          </a:prstGeom>
        </p:spPr>
      </p:pic>
      <p:pic>
        <p:nvPicPr>
          <p:cNvPr id="5" name="图片 66">
            <a:extLst>
              <a:ext uri="{FF2B5EF4-FFF2-40B4-BE49-F238E27FC236}">
                <a16:creationId xmlns:a16="http://schemas.microsoft.com/office/drawing/2014/main" id="{F6926FA4-0766-46CB-9914-8A339A770821}"/>
              </a:ext>
            </a:extLst>
          </p:cNvPr>
          <p:cNvPicPr>
            <a:picLocks noChangeAspect="1"/>
          </p:cNvPicPr>
          <p:nvPr/>
        </p:nvPicPr>
        <p:blipFill>
          <a:blip r:embed="rId3" cstate="print"/>
          <a:stretch>
            <a:fillRect/>
          </a:stretch>
        </p:blipFill>
        <p:spPr bwMode="auto">
          <a:xfrm>
            <a:off x="7342974" y="939108"/>
            <a:ext cx="1714910" cy="2231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CB0DD26B-DF34-4AFD-8556-1010A011C0FD}"/>
              </a:ext>
            </a:extLst>
          </p:cNvPr>
          <p:cNvPicPr>
            <a:picLocks noChangeAspect="1"/>
          </p:cNvPicPr>
          <p:nvPr/>
        </p:nvPicPr>
        <p:blipFill>
          <a:blip r:embed="rId4" cstate="print"/>
          <a:stretch>
            <a:fillRect/>
          </a:stretch>
        </p:blipFill>
        <p:spPr>
          <a:xfrm>
            <a:off x="168214" y="486642"/>
            <a:ext cx="2374420" cy="3093276"/>
          </a:xfrm>
          <a:prstGeom prst="rect">
            <a:avLst/>
          </a:prstGeom>
        </p:spPr>
      </p:pic>
      <p:sp>
        <p:nvSpPr>
          <p:cNvPr id="9" name="矩形 8">
            <a:extLst>
              <a:ext uri="{FF2B5EF4-FFF2-40B4-BE49-F238E27FC236}">
                <a16:creationId xmlns:a16="http://schemas.microsoft.com/office/drawing/2014/main" id="{4951A766-609A-4EF1-BCAC-97EFE5D5C61D}"/>
              </a:ext>
            </a:extLst>
          </p:cNvPr>
          <p:cNvSpPr/>
          <p:nvPr/>
        </p:nvSpPr>
        <p:spPr>
          <a:xfrm>
            <a:off x="0" y="3429000"/>
            <a:ext cx="9144000" cy="3428999"/>
          </a:xfrm>
          <a:prstGeom prst="rect">
            <a:avLst/>
          </a:prstGeom>
          <a:gradFill flip="none" rotWithShape="1">
            <a:gsLst>
              <a:gs pos="0">
                <a:srgbClr val="C00000"/>
              </a:gs>
              <a:gs pos="100000">
                <a:srgbClr val="BE1818"/>
              </a:gs>
              <a:gs pos="100000">
                <a:srgbClr val="FFFFFF">
                  <a:alpha val="48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等线"/>
              <a:ea typeface="等线" panose="02010600030101010101" pitchFamily="2" charset="-122"/>
            </a:endParaRPr>
          </a:p>
        </p:txBody>
      </p:sp>
      <p:sp>
        <p:nvSpPr>
          <p:cNvPr id="11" name="矩形 10">
            <a:extLst>
              <a:ext uri="{FF2B5EF4-FFF2-40B4-BE49-F238E27FC236}">
                <a16:creationId xmlns:a16="http://schemas.microsoft.com/office/drawing/2014/main" id="{8521605D-1DD2-49E8-8BE7-6F108B7B2622}"/>
              </a:ext>
            </a:extLst>
          </p:cNvPr>
          <p:cNvSpPr/>
          <p:nvPr/>
        </p:nvSpPr>
        <p:spPr>
          <a:xfrm>
            <a:off x="3170130" y="4209925"/>
            <a:ext cx="3070071" cy="784830"/>
          </a:xfrm>
          <a:prstGeom prst="rect">
            <a:avLst/>
          </a:prstGeom>
        </p:spPr>
        <p:txBody>
          <a:bodyPr wrap="none">
            <a:spAutoFit/>
          </a:bodyPr>
          <a:lstStyle/>
          <a:p>
            <a:pPr algn="ctr" defTabSz="685800">
              <a:defRPr/>
            </a:pPr>
            <a:r>
              <a:rPr lang="zh-CN" altLang="en-US" sz="4500" b="1" dirty="0">
                <a:solidFill>
                  <a:prstClr val="white"/>
                </a:solidFill>
                <a:latin typeface="微软雅黑" panose="020B0503020204020204" pitchFamily="34" charset="-122"/>
                <a:ea typeface="微软雅黑" panose="020B0503020204020204" pitchFamily="34" charset="-122"/>
              </a:rPr>
              <a:t>谢谢大家！</a:t>
            </a:r>
          </a:p>
        </p:txBody>
      </p:sp>
    </p:spTree>
    <p:extLst>
      <p:ext uri="{BB962C8B-B14F-4D97-AF65-F5344CB8AC3E}">
        <p14:creationId xmlns:p14="http://schemas.microsoft.com/office/powerpoint/2010/main" val="24003431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FSHAPE" val="816233132"/>
</p:tagLst>
</file>

<file path=ppt/tags/tag2.xml><?xml version="1.0" encoding="utf-8"?>
<p:tagLst xmlns:a="http://schemas.openxmlformats.org/drawingml/2006/main" xmlns:r="http://schemas.openxmlformats.org/officeDocument/2006/relationships" xmlns:p="http://schemas.openxmlformats.org/presentationml/2006/main">
  <p:tag name="REFSHAPE" val="816233132"/>
</p:tagLst>
</file>

<file path=ppt/tags/tag3.xml><?xml version="1.0" encoding="utf-8"?>
<p:tagLst xmlns:a="http://schemas.openxmlformats.org/drawingml/2006/main" xmlns:r="http://schemas.openxmlformats.org/officeDocument/2006/relationships" xmlns:p="http://schemas.openxmlformats.org/presentationml/2006/main">
  <p:tag name="REFSHAPE" val="816233132"/>
</p:tagLst>
</file>

<file path=ppt/tags/tag4.xml><?xml version="1.0" encoding="utf-8"?>
<p:tagLst xmlns:a="http://schemas.openxmlformats.org/drawingml/2006/main" xmlns:r="http://schemas.openxmlformats.org/officeDocument/2006/relationships" xmlns:p="http://schemas.openxmlformats.org/presentationml/2006/main">
  <p:tag name="REFSHAPE" val="816233132"/>
</p:tagLst>
</file>

<file path=ppt/tags/tag5.xml><?xml version="1.0" encoding="utf-8"?>
<p:tagLst xmlns:a="http://schemas.openxmlformats.org/drawingml/2006/main" xmlns:r="http://schemas.openxmlformats.org/officeDocument/2006/relationships" xmlns:p="http://schemas.openxmlformats.org/presentationml/2006/main">
  <p:tag name="REFSHAPE" val="816233132"/>
</p:tagLst>
</file>

<file path=ppt/tags/tag6.xml><?xml version="1.0" encoding="utf-8"?>
<p:tagLst xmlns:a="http://schemas.openxmlformats.org/drawingml/2006/main" xmlns:r="http://schemas.openxmlformats.org/officeDocument/2006/relationships" xmlns:p="http://schemas.openxmlformats.org/presentationml/2006/main">
  <p:tag name="REFSHAPE" val="816233132"/>
</p:tagLst>
</file>

<file path=ppt/tags/tag7.xml><?xml version="1.0" encoding="utf-8"?>
<p:tagLst xmlns:a="http://schemas.openxmlformats.org/drawingml/2006/main" xmlns:r="http://schemas.openxmlformats.org/officeDocument/2006/relationships" xmlns:p="http://schemas.openxmlformats.org/presentationml/2006/main">
  <p:tag name="REFSHAPE" val="816233132"/>
</p:tagLst>
</file>

<file path=ppt/tags/tag8.xml><?xml version="1.0" encoding="utf-8"?>
<p:tagLst xmlns:a="http://schemas.openxmlformats.org/drawingml/2006/main" xmlns:r="http://schemas.openxmlformats.org/officeDocument/2006/relationships" xmlns:p="http://schemas.openxmlformats.org/presentationml/2006/main">
  <p:tag name="REFSHAPE" val="816233132"/>
</p:tagLst>
</file>

<file path=ppt/tags/tag9.xml><?xml version="1.0" encoding="utf-8"?>
<p:tagLst xmlns:a="http://schemas.openxmlformats.org/drawingml/2006/main" xmlns:r="http://schemas.openxmlformats.org/officeDocument/2006/relationships" xmlns:p="http://schemas.openxmlformats.org/presentationml/2006/main">
  <p:tag name="REFSHAPE" val="816233132"/>
</p:tagLst>
</file>

<file path=ppt/tags/tag10.xml><?xml version="1.0" encoding="utf-8"?>
<p:tagLst xmlns:a="http://schemas.openxmlformats.org/drawingml/2006/main" xmlns:r="http://schemas.openxmlformats.org/officeDocument/2006/relationships" xmlns:p="http://schemas.openxmlformats.org/presentationml/2006/main">
  <p:tag name="ISLIDE.DIAGRAM" val="204283"/>
</p:tagLst>
</file>

<file path=ppt/tags/tag11.xml><?xml version="1.0" encoding="utf-8"?>
<p:tagLst xmlns:a="http://schemas.openxmlformats.org/drawingml/2006/main" xmlns:r="http://schemas.openxmlformats.org/officeDocument/2006/relationships" xmlns:p="http://schemas.openxmlformats.org/presentationml/2006/main">
  <p:tag name="REFSHAPE" val="816233132"/>
</p:tagLst>
</file>

<file path=ppt/tags/tag12.xml><?xml version="1.0" encoding="utf-8"?>
<p:tagLst xmlns:a="http://schemas.openxmlformats.org/drawingml/2006/main" xmlns:r="http://schemas.openxmlformats.org/officeDocument/2006/relationships" xmlns:p="http://schemas.openxmlformats.org/presentationml/2006/main">
  <p:tag name="REFSHAPE" val="816233132"/>
</p:tagLst>
</file>

<file path=ppt/tags/tag13.xml><?xml version="1.0" encoding="utf-8"?>
<p:tagLst xmlns:a="http://schemas.openxmlformats.org/drawingml/2006/main" xmlns:r="http://schemas.openxmlformats.org/officeDocument/2006/relationships" xmlns:p="http://schemas.openxmlformats.org/presentationml/2006/main">
  <p:tag name="REFSHAPE" val="816233132"/>
</p:tagLst>
</file>

<file path=ppt/tags/tag14.xml><?xml version="1.0" encoding="utf-8"?>
<p:tagLst xmlns:a="http://schemas.openxmlformats.org/drawingml/2006/main" xmlns:r="http://schemas.openxmlformats.org/officeDocument/2006/relationships" xmlns:p="http://schemas.openxmlformats.org/presentationml/2006/main">
  <p:tag name="REFSHAPE" val="816233132"/>
</p:tagLst>
</file>

<file path=ppt/tags/tag15.xml><?xml version="1.0" encoding="utf-8"?>
<p:tagLst xmlns:a="http://schemas.openxmlformats.org/drawingml/2006/main" xmlns:r="http://schemas.openxmlformats.org/officeDocument/2006/relationships" xmlns:p="http://schemas.openxmlformats.org/presentationml/2006/main">
  <p:tag name="REFSHAPE" val="816233132"/>
</p:tagLst>
</file>

<file path=ppt/tags/tag16.xml><?xml version="1.0" encoding="utf-8"?>
<p:tagLst xmlns:a="http://schemas.openxmlformats.org/drawingml/2006/main" xmlns:r="http://schemas.openxmlformats.org/officeDocument/2006/relationships" xmlns:p="http://schemas.openxmlformats.org/presentationml/2006/main">
  <p:tag name="REFSHAPE" val="816233132"/>
</p:tagLst>
</file>

<file path=ppt/tags/tag17.xml><?xml version="1.0" encoding="utf-8"?>
<p:tagLst xmlns:a="http://schemas.openxmlformats.org/drawingml/2006/main" xmlns:r="http://schemas.openxmlformats.org/officeDocument/2006/relationships" xmlns:p="http://schemas.openxmlformats.org/presentationml/2006/main">
  <p:tag name="REFSHAPE" val="816233132"/>
</p:tagLst>
</file>

<file path=ppt/tags/tag18.xml><?xml version="1.0" encoding="utf-8"?>
<p:tagLst xmlns:a="http://schemas.openxmlformats.org/drawingml/2006/main" xmlns:r="http://schemas.openxmlformats.org/officeDocument/2006/relationships" xmlns:p="http://schemas.openxmlformats.org/presentationml/2006/main">
  <p:tag name="REFSHAPE" val="816233132"/>
</p:tagLst>
</file>

<file path=ppt/tags/tag19.xml><?xml version="1.0" encoding="utf-8"?>
<p:tagLst xmlns:a="http://schemas.openxmlformats.org/drawingml/2006/main" xmlns:r="http://schemas.openxmlformats.org/officeDocument/2006/relationships" xmlns:p="http://schemas.openxmlformats.org/presentationml/2006/main">
  <p:tag name="REFSHAPE" val="816233132"/>
</p:tagLst>
</file>

<file path=ppt/tags/tag20.xml><?xml version="1.0" encoding="utf-8"?>
<p:tagLst xmlns:a="http://schemas.openxmlformats.org/drawingml/2006/main" xmlns:r="http://schemas.openxmlformats.org/officeDocument/2006/relationships" xmlns:p="http://schemas.openxmlformats.org/presentationml/2006/main">
  <p:tag name="REFSHAPE" val="816233132"/>
</p:tagLst>
</file>

<file path=ppt/tags/tag21.xml><?xml version="1.0" encoding="utf-8"?>
<p:tagLst xmlns:a="http://schemas.openxmlformats.org/drawingml/2006/main" xmlns:r="http://schemas.openxmlformats.org/officeDocument/2006/relationships" xmlns:p="http://schemas.openxmlformats.org/presentationml/2006/main">
  <p:tag name="REFSHAPE" val="816233132"/>
</p:tagLst>
</file>

<file path=ppt/tags/tag22.xml><?xml version="1.0" encoding="utf-8"?>
<p:tagLst xmlns:a="http://schemas.openxmlformats.org/drawingml/2006/main" xmlns:r="http://schemas.openxmlformats.org/officeDocument/2006/relationships" xmlns:p="http://schemas.openxmlformats.org/presentationml/2006/main">
  <p:tag name="REFSHAPE" val="816233132"/>
</p:tagLst>
</file>

<file path=ppt/tags/tag23.xml><?xml version="1.0" encoding="utf-8"?>
<p:tagLst xmlns:a="http://schemas.openxmlformats.org/drawingml/2006/main" xmlns:r="http://schemas.openxmlformats.org/officeDocument/2006/relationships" xmlns:p="http://schemas.openxmlformats.org/presentationml/2006/main">
  <p:tag name="REFSHAPE" val="816233132"/>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0864"/>
  <p:tag name="KSO_WM_TAG_VERSION" val="1.0"/>
  <p:tag name="KSO_WM_BEAUTIFY_FLAG" val="#wm#"/>
  <p:tag name="KSO_WM_UNIT_TYPE" val="l_h_f"/>
  <p:tag name="KSO_WM_UNIT_INDEX" val="1_1_2"/>
  <p:tag name="KSO_WM_UNIT_LAYERLEVEL" val="1_1_1"/>
  <p:tag name="KSO_WM_UNIT_VALUE" val="36"/>
  <p:tag name="KSO_WM_UNIT_HIGHLIGHT" val="0"/>
  <p:tag name="KSO_WM_UNIT_COMPATIBLE" val="0"/>
  <p:tag name="KSO_WM_UNIT_CLEAR" val="0"/>
  <p:tag name="KSO_WM_UNIT_PRESET_TEXT_INDEX" val="4"/>
  <p:tag name="KSO_WM_UNIT_PRESET_TEXT_LEN" val="57"/>
  <p:tag name="KSO_WM_DIAGRAM_GROUP_CODE" val="l1-1"/>
  <p:tag name="KSO_WM_UNIT_ID" val="diagram20170864_5*l_h_f*1_1_2"/>
  <p:tag name="KSO_WM_UNIT_TEXT_FILL_FORE_SCHEMECOLOR_INDEX" val="13"/>
  <p:tag name="KSO_WM_UNIT_TEXT_FILL_TYPE" val="1"/>
  <p:tag name="KSO_WM_UNIT_USESOURCEFORMAT_APPLY" val="0"/>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0864"/>
  <p:tag name="KSO_WM_TAG_VERSION" val="1.0"/>
  <p:tag name="KSO_WM_BEAUTIFY_FLAG" val="#wm#"/>
  <p:tag name="KSO_WM_UNIT_TYPE" val="l_h_f"/>
  <p:tag name="KSO_WM_UNIT_INDEX" val="1_1_2"/>
  <p:tag name="KSO_WM_UNIT_LAYERLEVEL" val="1_1_1"/>
  <p:tag name="KSO_WM_UNIT_VALUE" val="36"/>
  <p:tag name="KSO_WM_UNIT_HIGHLIGHT" val="0"/>
  <p:tag name="KSO_WM_UNIT_COMPATIBLE" val="0"/>
  <p:tag name="KSO_WM_UNIT_CLEAR" val="0"/>
  <p:tag name="KSO_WM_UNIT_PRESET_TEXT_INDEX" val="4"/>
  <p:tag name="KSO_WM_UNIT_PRESET_TEXT_LEN" val="57"/>
  <p:tag name="KSO_WM_DIAGRAM_GROUP_CODE" val="l1-1"/>
  <p:tag name="KSO_WM_UNIT_ID" val="diagram20170864_5*l_h_f*1_1_2"/>
  <p:tag name="KSO_WM_UNIT_TEXT_FILL_FORE_SCHEMECOLOR_INDEX" val="13"/>
  <p:tag name="KSO_WM_UNIT_TEXT_FILL_TYPE" val="1"/>
  <p:tag name="KSO_WM_UNIT_USESOURCEFORMAT_APPLY" val="0"/>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0864"/>
  <p:tag name="KSO_WM_TAG_VERSION" val="1.0"/>
  <p:tag name="KSO_WM_BEAUTIFY_FLAG" val="#wm#"/>
  <p:tag name="KSO_WM_UNIT_TYPE" val="l_h_f"/>
  <p:tag name="KSO_WM_UNIT_INDEX" val="1_1_2"/>
  <p:tag name="KSO_WM_UNIT_LAYERLEVEL" val="1_1_1"/>
  <p:tag name="KSO_WM_UNIT_VALUE" val="36"/>
  <p:tag name="KSO_WM_UNIT_HIGHLIGHT" val="0"/>
  <p:tag name="KSO_WM_UNIT_COMPATIBLE" val="0"/>
  <p:tag name="KSO_WM_UNIT_CLEAR" val="0"/>
  <p:tag name="KSO_WM_UNIT_PRESET_TEXT_INDEX" val="4"/>
  <p:tag name="KSO_WM_UNIT_PRESET_TEXT_LEN" val="57"/>
  <p:tag name="KSO_WM_DIAGRAM_GROUP_CODE" val="l1-1"/>
  <p:tag name="KSO_WM_UNIT_ID" val="diagram20170864_5*l_h_f*1_1_2"/>
  <p:tag name="KSO_WM_UNIT_TEXT_FILL_FORE_SCHEMECOLOR_INDEX" val="13"/>
  <p:tag name="KSO_WM_UNIT_TEXT_FILL_TYPE" val="1"/>
  <p:tag name="KSO_WM_UNIT_USESOURCEFORMAT_APPLY" val="0"/>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0864"/>
  <p:tag name="KSO_WM_TAG_VERSION" val="1.0"/>
  <p:tag name="KSO_WM_BEAUTIFY_FLAG" val="#wm#"/>
  <p:tag name="KSO_WM_UNIT_TYPE" val="l_h_f"/>
  <p:tag name="KSO_WM_UNIT_INDEX" val="1_1_2"/>
  <p:tag name="KSO_WM_UNIT_LAYERLEVEL" val="1_1_1"/>
  <p:tag name="KSO_WM_UNIT_VALUE" val="36"/>
  <p:tag name="KSO_WM_UNIT_HIGHLIGHT" val="0"/>
  <p:tag name="KSO_WM_UNIT_COMPATIBLE" val="0"/>
  <p:tag name="KSO_WM_UNIT_CLEAR" val="0"/>
  <p:tag name="KSO_WM_UNIT_PRESET_TEXT_INDEX" val="4"/>
  <p:tag name="KSO_WM_UNIT_PRESET_TEXT_LEN" val="57"/>
  <p:tag name="KSO_WM_DIAGRAM_GROUP_CODE" val="l1-1"/>
  <p:tag name="KSO_WM_UNIT_ID" val="diagram20170864_5*l_h_f*1_1_2"/>
  <p:tag name="KSO_WM_UNIT_TEXT_FILL_FORE_SCHEMECOLOR_INDEX" val="13"/>
  <p:tag name="KSO_WM_UNIT_TEXT_FILL_TYPE" val="1"/>
  <p:tag name="KSO_WM_UNIT_USESOURCEFORMAT_APPLY" val="0"/>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0864"/>
  <p:tag name="KSO_WM_TAG_VERSION" val="1.0"/>
  <p:tag name="KSO_WM_BEAUTIFY_FLAG" val="#wm#"/>
  <p:tag name="KSO_WM_UNIT_TYPE" val="l_h_f"/>
  <p:tag name="KSO_WM_UNIT_INDEX" val="1_1_2"/>
  <p:tag name="KSO_WM_UNIT_LAYERLEVEL" val="1_1_1"/>
  <p:tag name="KSO_WM_UNIT_VALUE" val="36"/>
  <p:tag name="KSO_WM_UNIT_HIGHLIGHT" val="0"/>
  <p:tag name="KSO_WM_UNIT_COMPATIBLE" val="0"/>
  <p:tag name="KSO_WM_UNIT_CLEAR" val="0"/>
  <p:tag name="KSO_WM_UNIT_PRESET_TEXT_INDEX" val="4"/>
  <p:tag name="KSO_WM_UNIT_PRESET_TEXT_LEN" val="57"/>
  <p:tag name="KSO_WM_DIAGRAM_GROUP_CODE" val="l1-1"/>
  <p:tag name="KSO_WM_UNIT_ID" val="diagram20170864_5*l_h_f*1_1_2"/>
  <p:tag name="KSO_WM_UNIT_TEXT_FILL_FORE_SCHEMECOLOR_INDEX" val="13"/>
  <p:tag name="KSO_WM_UNIT_TEXT_FILL_TYPE" val="1"/>
  <p:tag name="KSO_WM_UNIT_USESOURCEFORMAT_APPLY" val="0"/>
</p:tagLst>
</file>

<file path=ppt/tags/tag29.xml><?xml version="1.0" encoding="utf-8"?>
<p:tagLst xmlns:a="http://schemas.openxmlformats.org/drawingml/2006/main" xmlns:r="http://schemas.openxmlformats.org/officeDocument/2006/relationships" xmlns:p="http://schemas.openxmlformats.org/presentationml/2006/main">
  <p:tag name="REFSHAPE" val="816233132"/>
</p:tagLst>
</file>

<file path=ppt/tags/tag30.xml><?xml version="1.0" encoding="utf-8"?>
<p:tagLst xmlns:a="http://schemas.openxmlformats.org/drawingml/2006/main" xmlns:r="http://schemas.openxmlformats.org/officeDocument/2006/relationships" xmlns:p="http://schemas.openxmlformats.org/presentationml/2006/main">
  <p:tag name="REFSHAPE" val="816233132"/>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plat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微软雅黑"/>
        <a:cs typeface=""/>
      </a:majorFont>
      <a:minorFont>
        <a:latin typeface="Calibr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headEnd type="triangle"/>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9525">
          <a:noFill/>
        </a:ln>
      </a:spPr>
      <a:bodyPr wrap="square">
        <a:spAutoFit/>
      </a:bodyPr>
      <a:lstStyle>
        <a:defPPr marL="457200" indent="-457200">
          <a:lnSpc>
            <a:spcPct val="130000"/>
          </a:lnSpc>
          <a:buFont typeface="Wingdings" panose="05000000000000000000" charset="0"/>
          <a:buChar char="Ø"/>
          <a:defRPr lang="zh-CN" sz="32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C00000"/>
        </a:solidFill>
        <a:ln w="50800">
          <a:noFill/>
        </a:ln>
        <a:effectLst/>
      </a:spPr>
      <a:bodyPr rtlCol="0" anchor="ctr"/>
      <a:lstStyle>
        <a:defPPr algn="ctr">
          <a:defRPr/>
        </a:defPPr>
      </a:lstStyle>
    </a:spDef>
    <a:lnDef>
      <a:spPr>
        <a:ln w="25400">
          <a:solidFill>
            <a:srgbClr val="C0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8835</TotalTime>
  <Words>2163</Words>
  <Application>Microsoft Office PowerPoint</Application>
  <PresentationFormat>全屏显示(4:3)</PresentationFormat>
  <Paragraphs>235</Paragraphs>
  <Slides>27</Slides>
  <Notes>1</Notes>
  <HiddenSlides>0</HiddenSlides>
  <MMClips>0</MMClips>
  <ScaleCrop>false</ScaleCrop>
  <HeadingPairs>
    <vt:vector size="6" baseType="variant">
      <vt:variant>
        <vt:lpstr>已用的字体</vt:lpstr>
      </vt:variant>
      <vt:variant>
        <vt:i4>11</vt:i4>
      </vt:variant>
      <vt:variant>
        <vt:lpstr>主题</vt:lpstr>
      </vt:variant>
      <vt:variant>
        <vt:i4>5</vt:i4>
      </vt:variant>
      <vt:variant>
        <vt:lpstr>幻灯片标题</vt:lpstr>
      </vt:variant>
      <vt:variant>
        <vt:i4>27</vt:i4>
      </vt:variant>
    </vt:vector>
  </HeadingPairs>
  <TitlesOfParts>
    <vt:vector size="43" baseType="lpstr">
      <vt:lpstr>等线</vt:lpstr>
      <vt:lpstr>等线 Light</vt:lpstr>
      <vt:lpstr>华文行楷</vt:lpstr>
      <vt:lpstr>微软雅黑</vt:lpstr>
      <vt:lpstr>Arial</vt:lpstr>
      <vt:lpstr>Calibri</vt:lpstr>
      <vt:lpstr>Calibri Light</vt:lpstr>
      <vt:lpstr>Helvetica</vt:lpstr>
      <vt:lpstr>Impact</vt:lpstr>
      <vt:lpstr>Times New Roman</vt:lpstr>
      <vt:lpstr>Wingdings</vt:lpstr>
      <vt:lpstr>自定义设计方案</vt:lpstr>
      <vt:lpstr>1_template</vt:lpstr>
      <vt:lpstr>1_Office 主题​​</vt:lpstr>
      <vt:lpstr>1_自定义设计方案</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llying</dc:creator>
  <cp:lastModifiedBy>jiangdw360@163.com</cp:lastModifiedBy>
  <cp:revision>685</cp:revision>
  <dcterms:created xsi:type="dcterms:W3CDTF">2017-10-29T00:19:00Z</dcterms:created>
  <dcterms:modified xsi:type="dcterms:W3CDTF">2020-12-14T13:29:37Z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2052-10.1.0.6877</vt:lpwstr>
  </property>
</Properties>
</file>