
<file path=[Content_Types].xml><?xml version="1.0" encoding="utf-8"?>
<Types xmlns="http://schemas.openxmlformats.org/package/2006/content-types">
  <Default Extension="bin" ContentType="application/vnd.openxmlformats-officedocument.oleObject"/>
  <Default Extension="png" ContentType="image/png"/>
  <Default Extension="wmf" ContentType="image/x-wmf"/>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2"/>
  </p:notesMasterIdLst>
  <p:sldIdLst>
    <p:sldId id="288" r:id="rId2"/>
    <p:sldId id="266" r:id="rId3"/>
    <p:sldId id="320" r:id="rId4"/>
    <p:sldId id="267" r:id="rId5"/>
    <p:sldId id="322" r:id="rId6"/>
    <p:sldId id="271" r:id="rId7"/>
    <p:sldId id="272" r:id="rId8"/>
    <p:sldId id="273" r:id="rId9"/>
    <p:sldId id="327" r:id="rId10"/>
    <p:sldId id="275" r:id="rId11"/>
    <p:sldId id="276" r:id="rId12"/>
    <p:sldId id="277" r:id="rId13"/>
    <p:sldId id="269" r:id="rId14"/>
    <p:sldId id="324" r:id="rId15"/>
    <p:sldId id="321" r:id="rId16"/>
    <p:sldId id="325" r:id="rId17"/>
    <p:sldId id="326" r:id="rId18"/>
    <p:sldId id="270" r:id="rId19"/>
    <p:sldId id="278" r:id="rId20"/>
    <p:sldId id="279" r:id="rId21"/>
    <p:sldId id="280" r:id="rId22"/>
    <p:sldId id="287" r:id="rId23"/>
    <p:sldId id="328" r:id="rId24"/>
    <p:sldId id="332" r:id="rId25"/>
    <p:sldId id="333" r:id="rId26"/>
    <p:sldId id="282" r:id="rId27"/>
    <p:sldId id="283" r:id="rId28"/>
    <p:sldId id="284" r:id="rId29"/>
    <p:sldId id="317" r:id="rId30"/>
    <p:sldId id="285" r:id="rId31"/>
    <p:sldId id="289" r:id="rId32"/>
    <p:sldId id="290" r:id="rId33"/>
    <p:sldId id="291" r:id="rId34"/>
    <p:sldId id="292" r:id="rId35"/>
    <p:sldId id="314" r:id="rId36"/>
    <p:sldId id="293" r:id="rId37"/>
    <p:sldId id="300" r:id="rId38"/>
    <p:sldId id="330" r:id="rId39"/>
    <p:sldId id="331" r:id="rId40"/>
    <p:sldId id="294" r:id="rId41"/>
    <p:sldId id="295" r:id="rId42"/>
    <p:sldId id="296" r:id="rId43"/>
    <p:sldId id="297" r:id="rId44"/>
    <p:sldId id="298" r:id="rId45"/>
    <p:sldId id="316" r:id="rId46"/>
    <p:sldId id="299" r:id="rId47"/>
    <p:sldId id="301" r:id="rId48"/>
    <p:sldId id="302" r:id="rId49"/>
    <p:sldId id="329" r:id="rId50"/>
    <p:sldId id="303" r:id="rId51"/>
    <p:sldId id="304" r:id="rId52"/>
    <p:sldId id="305" r:id="rId53"/>
    <p:sldId id="323" r:id="rId54"/>
    <p:sldId id="306" r:id="rId55"/>
    <p:sldId id="307" r:id="rId56"/>
    <p:sldId id="319" r:id="rId57"/>
    <p:sldId id="318" r:id="rId58"/>
    <p:sldId id="308" r:id="rId59"/>
    <p:sldId id="309" r:id="rId60"/>
    <p:sldId id="310" r:id="rId61"/>
  </p:sldIdLst>
  <p:sldSz cx="9144000" cy="6858000" type="screen4x3"/>
  <p:notesSz cx="6858000" cy="9144000"/>
  <p:defaultTextStyle>
    <a:defPPr>
      <a:defRPr lang="zh-CN"/>
    </a:defPPr>
    <a:lvl1pPr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fontAlgn="base">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6" d="100"/>
          <a:sy n="66" d="100"/>
        </p:scale>
        <p:origin x="1280" y="36"/>
      </p:cViewPr>
      <p:guideLst>
        <p:guide orient="horz" pos="2160"/>
        <p:guide pos="2880"/>
      </p:guideLst>
    </p:cSldViewPr>
  </p:slideViewPr>
  <p:notesTextViewPr>
    <p:cViewPr>
      <p:scale>
        <a:sx n="100" d="100"/>
        <a:sy n="100" d="100"/>
      </p:scale>
      <p:origin x="0" y="-264"/>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ableStyles" Target="tableStyle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2.wmf"/><Relationship Id="rId1" Type="http://schemas.openxmlformats.org/officeDocument/2006/relationships/image" Target="../media/image1.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7.wmf"/><Relationship Id="rId2" Type="http://schemas.openxmlformats.org/officeDocument/2006/relationships/image" Target="../media/image16.wmf"/><Relationship Id="rId1" Type="http://schemas.openxmlformats.org/officeDocument/2006/relationships/image" Target="../media/image15.wmf"/><Relationship Id="rId6" Type="http://schemas.openxmlformats.org/officeDocument/2006/relationships/image" Target="../media/image20.wmf"/><Relationship Id="rId5" Type="http://schemas.openxmlformats.org/officeDocument/2006/relationships/image" Target="../media/image19.wmf"/><Relationship Id="rId4" Type="http://schemas.openxmlformats.org/officeDocument/2006/relationships/image" Target="../media/image18.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22.wmf"/></Relationships>
</file>

<file path=ppt/drawings/_rels/vmlDrawing6.vml.rels><?xml version="1.0" encoding="UTF-8" standalone="yes"?>
<Relationships xmlns="http://schemas.openxmlformats.org/package/2006/relationships"><Relationship Id="rId8" Type="http://schemas.openxmlformats.org/officeDocument/2006/relationships/image" Target="../media/image30.emf"/><Relationship Id="rId3" Type="http://schemas.openxmlformats.org/officeDocument/2006/relationships/image" Target="../media/image25.wmf"/><Relationship Id="rId7" Type="http://schemas.openxmlformats.org/officeDocument/2006/relationships/image" Target="../media/image29.emf"/><Relationship Id="rId2" Type="http://schemas.openxmlformats.org/officeDocument/2006/relationships/image" Target="../media/image24.wmf"/><Relationship Id="rId1" Type="http://schemas.openxmlformats.org/officeDocument/2006/relationships/image" Target="../media/image23.wmf"/><Relationship Id="rId6" Type="http://schemas.openxmlformats.org/officeDocument/2006/relationships/image" Target="../media/image28.emf"/><Relationship Id="rId5" Type="http://schemas.openxmlformats.org/officeDocument/2006/relationships/image" Target="../media/image27.emf"/><Relationship Id="rId4" Type="http://schemas.openxmlformats.org/officeDocument/2006/relationships/image" Target="../media/image26.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32.emf"/><Relationship Id="rId1" Type="http://schemas.openxmlformats.org/officeDocument/2006/relationships/image" Target="../media/image31.e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36.emf"/><Relationship Id="rId2" Type="http://schemas.openxmlformats.org/officeDocument/2006/relationships/image" Target="../media/image35.emf"/><Relationship Id="rId1" Type="http://schemas.openxmlformats.org/officeDocument/2006/relationships/image" Target="../media/image34.emf"/><Relationship Id="rId4" Type="http://schemas.openxmlformats.org/officeDocument/2006/relationships/image" Target="../media/image37.e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image" Target="../media/image39.emf"/><Relationship Id="rId1" Type="http://schemas.openxmlformats.org/officeDocument/2006/relationships/image" Target="../media/image38.emf"/><Relationship Id="rId6" Type="http://schemas.openxmlformats.org/officeDocument/2006/relationships/image" Target="../media/image43.emf"/><Relationship Id="rId5" Type="http://schemas.openxmlformats.org/officeDocument/2006/relationships/image" Target="../media/image42.emf"/><Relationship Id="rId4" Type="http://schemas.openxmlformats.org/officeDocument/2006/relationships/image" Target="../media/image41.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46.wmf"/><Relationship Id="rId7" Type="http://schemas.openxmlformats.org/officeDocument/2006/relationships/image" Target="../media/image50.wmf"/><Relationship Id="rId2" Type="http://schemas.openxmlformats.org/officeDocument/2006/relationships/image" Target="../media/image45.wmf"/><Relationship Id="rId1" Type="http://schemas.openxmlformats.org/officeDocument/2006/relationships/image" Target="../media/image44.wmf"/><Relationship Id="rId6" Type="http://schemas.openxmlformats.org/officeDocument/2006/relationships/image" Target="../media/image49.wmf"/><Relationship Id="rId5" Type="http://schemas.openxmlformats.org/officeDocument/2006/relationships/image" Target="../media/image48.wmf"/><Relationship Id="rId4" Type="http://schemas.openxmlformats.org/officeDocument/2006/relationships/image" Target="../media/image47.wmf"/></Relationships>
</file>

<file path=ppt/drawings/_rels/vmlDrawing11.vml.rels><?xml version="1.0" encoding="UTF-8" standalone="yes"?>
<Relationships xmlns="http://schemas.openxmlformats.org/package/2006/relationships"><Relationship Id="rId8" Type="http://schemas.openxmlformats.org/officeDocument/2006/relationships/image" Target="../media/image58.wmf"/><Relationship Id="rId3" Type="http://schemas.openxmlformats.org/officeDocument/2006/relationships/image" Target="../media/image53.wmf"/><Relationship Id="rId7" Type="http://schemas.openxmlformats.org/officeDocument/2006/relationships/image" Target="../media/image57.wmf"/><Relationship Id="rId2" Type="http://schemas.openxmlformats.org/officeDocument/2006/relationships/image" Target="../media/image52.wmf"/><Relationship Id="rId1" Type="http://schemas.openxmlformats.org/officeDocument/2006/relationships/image" Target="../media/image51.wmf"/><Relationship Id="rId6" Type="http://schemas.openxmlformats.org/officeDocument/2006/relationships/image" Target="../media/image56.wmf"/><Relationship Id="rId11" Type="http://schemas.openxmlformats.org/officeDocument/2006/relationships/image" Target="../media/image61.wmf"/><Relationship Id="rId5" Type="http://schemas.openxmlformats.org/officeDocument/2006/relationships/image" Target="../media/image55.wmf"/><Relationship Id="rId10" Type="http://schemas.openxmlformats.org/officeDocument/2006/relationships/image" Target="../media/image60.wmf"/><Relationship Id="rId4" Type="http://schemas.openxmlformats.org/officeDocument/2006/relationships/image" Target="../media/image54.wmf"/><Relationship Id="rId9" Type="http://schemas.openxmlformats.org/officeDocument/2006/relationships/image" Target="../media/image59.wmf"/></Relationships>
</file>

<file path=ppt/drawings/_rels/vmlDrawing12.vml.rels><?xml version="1.0" encoding="UTF-8" standalone="yes"?>
<Relationships xmlns="http://schemas.openxmlformats.org/package/2006/relationships"><Relationship Id="rId8" Type="http://schemas.openxmlformats.org/officeDocument/2006/relationships/image" Target="../media/image70.emf"/><Relationship Id="rId3" Type="http://schemas.openxmlformats.org/officeDocument/2006/relationships/image" Target="../media/image65.wmf"/><Relationship Id="rId7" Type="http://schemas.openxmlformats.org/officeDocument/2006/relationships/image" Target="../media/image69.emf"/><Relationship Id="rId2" Type="http://schemas.openxmlformats.org/officeDocument/2006/relationships/image" Target="../media/image64.emf"/><Relationship Id="rId1" Type="http://schemas.openxmlformats.org/officeDocument/2006/relationships/image" Target="../media/image63.emf"/><Relationship Id="rId6" Type="http://schemas.openxmlformats.org/officeDocument/2006/relationships/image" Target="../media/image68.emf"/><Relationship Id="rId5" Type="http://schemas.openxmlformats.org/officeDocument/2006/relationships/image" Target="../media/image67.wmf"/><Relationship Id="rId4" Type="http://schemas.openxmlformats.org/officeDocument/2006/relationships/image" Target="../media/image66.wmf"/><Relationship Id="rId9" Type="http://schemas.openxmlformats.org/officeDocument/2006/relationships/image" Target="../media/image71.e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75.wmf"/><Relationship Id="rId2" Type="http://schemas.openxmlformats.org/officeDocument/2006/relationships/image" Target="../media/image74.wmf"/><Relationship Id="rId1" Type="http://schemas.openxmlformats.org/officeDocument/2006/relationships/image" Target="../media/image73.wmf"/><Relationship Id="rId5" Type="http://schemas.openxmlformats.org/officeDocument/2006/relationships/image" Target="../media/image77.wmf"/><Relationship Id="rId4" Type="http://schemas.openxmlformats.org/officeDocument/2006/relationships/image" Target="../media/image76.w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79.w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82.wmf"/><Relationship Id="rId2" Type="http://schemas.openxmlformats.org/officeDocument/2006/relationships/image" Target="../media/image81.emf"/><Relationship Id="rId1" Type="http://schemas.openxmlformats.org/officeDocument/2006/relationships/image" Target="../media/image80.emf"/><Relationship Id="rId4" Type="http://schemas.openxmlformats.org/officeDocument/2006/relationships/image" Target="../media/image83.w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84.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86.wmf"/><Relationship Id="rId2" Type="http://schemas.openxmlformats.org/officeDocument/2006/relationships/image" Target="../media/image41.wmf"/><Relationship Id="rId1" Type="http://schemas.openxmlformats.org/officeDocument/2006/relationships/image" Target="../media/image85.wmf"/><Relationship Id="rId4" Type="http://schemas.openxmlformats.org/officeDocument/2006/relationships/image" Target="../media/image87.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90.emf"/><Relationship Id="rId2" Type="http://schemas.openxmlformats.org/officeDocument/2006/relationships/image" Target="../media/image89.wmf"/><Relationship Id="rId1" Type="http://schemas.openxmlformats.org/officeDocument/2006/relationships/image" Target="../media/image88.wmf"/><Relationship Id="rId4" Type="http://schemas.openxmlformats.org/officeDocument/2006/relationships/image" Target="../media/image91.wmf"/></Relationships>
</file>

<file path=ppt/drawings/_rels/vmlDrawing19.vml.rels><?xml version="1.0" encoding="UTF-8" standalone="yes"?>
<Relationships xmlns="http://schemas.openxmlformats.org/package/2006/relationships"><Relationship Id="rId8" Type="http://schemas.openxmlformats.org/officeDocument/2006/relationships/image" Target="../media/image99.wmf"/><Relationship Id="rId13" Type="http://schemas.openxmlformats.org/officeDocument/2006/relationships/image" Target="../media/image104.wmf"/><Relationship Id="rId18" Type="http://schemas.openxmlformats.org/officeDocument/2006/relationships/image" Target="../media/image85.wmf"/><Relationship Id="rId3" Type="http://schemas.openxmlformats.org/officeDocument/2006/relationships/image" Target="../media/image94.wmf"/><Relationship Id="rId21" Type="http://schemas.openxmlformats.org/officeDocument/2006/relationships/image" Target="../media/image89.wmf"/><Relationship Id="rId7" Type="http://schemas.openxmlformats.org/officeDocument/2006/relationships/image" Target="../media/image98.wmf"/><Relationship Id="rId12" Type="http://schemas.openxmlformats.org/officeDocument/2006/relationships/image" Target="../media/image103.wmf"/><Relationship Id="rId17" Type="http://schemas.openxmlformats.org/officeDocument/2006/relationships/image" Target="../media/image83.wmf"/><Relationship Id="rId2" Type="http://schemas.openxmlformats.org/officeDocument/2006/relationships/image" Target="../media/image93.wmf"/><Relationship Id="rId16" Type="http://schemas.openxmlformats.org/officeDocument/2006/relationships/image" Target="../media/image107.wmf"/><Relationship Id="rId20" Type="http://schemas.openxmlformats.org/officeDocument/2006/relationships/image" Target="../media/image88.wmf"/><Relationship Id="rId1" Type="http://schemas.openxmlformats.org/officeDocument/2006/relationships/image" Target="../media/image92.wmf"/><Relationship Id="rId6" Type="http://schemas.openxmlformats.org/officeDocument/2006/relationships/image" Target="../media/image97.wmf"/><Relationship Id="rId11" Type="http://schemas.openxmlformats.org/officeDocument/2006/relationships/image" Target="../media/image102.wmf"/><Relationship Id="rId5" Type="http://schemas.openxmlformats.org/officeDocument/2006/relationships/image" Target="../media/image96.wmf"/><Relationship Id="rId15" Type="http://schemas.openxmlformats.org/officeDocument/2006/relationships/image" Target="../media/image106.wmf"/><Relationship Id="rId10" Type="http://schemas.openxmlformats.org/officeDocument/2006/relationships/image" Target="../media/image101.wmf"/><Relationship Id="rId19" Type="http://schemas.openxmlformats.org/officeDocument/2006/relationships/image" Target="../media/image108.wmf"/><Relationship Id="rId4" Type="http://schemas.openxmlformats.org/officeDocument/2006/relationships/image" Target="../media/image95.wmf"/><Relationship Id="rId9" Type="http://schemas.openxmlformats.org/officeDocument/2006/relationships/image" Target="../media/image100.wmf"/><Relationship Id="rId14" Type="http://schemas.openxmlformats.org/officeDocument/2006/relationships/image" Target="../media/image105.wmf"/><Relationship Id="rId22" Type="http://schemas.openxmlformats.org/officeDocument/2006/relationships/image" Target="../media/image109.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112.wmf"/><Relationship Id="rId7" Type="http://schemas.openxmlformats.org/officeDocument/2006/relationships/image" Target="../media/image116.wmf"/><Relationship Id="rId2" Type="http://schemas.openxmlformats.org/officeDocument/2006/relationships/image" Target="../media/image111.emf"/><Relationship Id="rId1" Type="http://schemas.openxmlformats.org/officeDocument/2006/relationships/image" Target="../media/image110.wmf"/><Relationship Id="rId6" Type="http://schemas.openxmlformats.org/officeDocument/2006/relationships/image" Target="../media/image115.wmf"/><Relationship Id="rId5" Type="http://schemas.openxmlformats.org/officeDocument/2006/relationships/image" Target="../media/image114.wmf"/><Relationship Id="rId4" Type="http://schemas.openxmlformats.org/officeDocument/2006/relationships/image" Target="../media/image113.wmf"/></Relationships>
</file>

<file path=ppt/drawings/_rels/vmlDrawing21.vml.rels><?xml version="1.0" encoding="UTF-8" standalone="yes"?>
<Relationships xmlns="http://schemas.openxmlformats.org/package/2006/relationships"><Relationship Id="rId8" Type="http://schemas.openxmlformats.org/officeDocument/2006/relationships/image" Target="../media/image124.wmf"/><Relationship Id="rId3" Type="http://schemas.openxmlformats.org/officeDocument/2006/relationships/image" Target="../media/image119.wmf"/><Relationship Id="rId7" Type="http://schemas.openxmlformats.org/officeDocument/2006/relationships/image" Target="../media/image123.wmf"/><Relationship Id="rId2" Type="http://schemas.openxmlformats.org/officeDocument/2006/relationships/image" Target="../media/image118.emf"/><Relationship Id="rId1" Type="http://schemas.openxmlformats.org/officeDocument/2006/relationships/image" Target="../media/image117.wmf"/><Relationship Id="rId6" Type="http://schemas.openxmlformats.org/officeDocument/2006/relationships/image" Target="../media/image122.wmf"/><Relationship Id="rId11" Type="http://schemas.openxmlformats.org/officeDocument/2006/relationships/image" Target="../media/image127.wmf"/><Relationship Id="rId5" Type="http://schemas.openxmlformats.org/officeDocument/2006/relationships/image" Target="../media/image121.wmf"/><Relationship Id="rId10" Type="http://schemas.openxmlformats.org/officeDocument/2006/relationships/image" Target="../media/image126.wmf"/><Relationship Id="rId4" Type="http://schemas.openxmlformats.org/officeDocument/2006/relationships/image" Target="../media/image120.wmf"/><Relationship Id="rId9" Type="http://schemas.openxmlformats.org/officeDocument/2006/relationships/image" Target="../media/image125.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131.wmf"/><Relationship Id="rId2" Type="http://schemas.openxmlformats.org/officeDocument/2006/relationships/image" Target="../media/image130.wmf"/><Relationship Id="rId1" Type="http://schemas.openxmlformats.org/officeDocument/2006/relationships/image" Target="../media/image129.wmf"/><Relationship Id="rId4" Type="http://schemas.openxmlformats.org/officeDocument/2006/relationships/image" Target="../media/image132.wmf"/></Relationships>
</file>

<file path=ppt/drawings/_rels/vmlDrawing23.vml.rels><?xml version="1.0" encoding="UTF-8" standalone="yes"?>
<Relationships xmlns="http://schemas.openxmlformats.org/package/2006/relationships"><Relationship Id="rId3" Type="http://schemas.openxmlformats.org/officeDocument/2006/relationships/image" Target="../media/image135.wmf"/><Relationship Id="rId2" Type="http://schemas.openxmlformats.org/officeDocument/2006/relationships/image" Target="../media/image134.wmf"/><Relationship Id="rId1" Type="http://schemas.openxmlformats.org/officeDocument/2006/relationships/image" Target="../media/image133.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136.e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139.wmf"/><Relationship Id="rId2" Type="http://schemas.openxmlformats.org/officeDocument/2006/relationships/image" Target="../media/image138.wmf"/><Relationship Id="rId1" Type="http://schemas.openxmlformats.org/officeDocument/2006/relationships/image" Target="../media/image137.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144.emf"/><Relationship Id="rId7" Type="http://schemas.openxmlformats.org/officeDocument/2006/relationships/image" Target="../media/image148.emf"/><Relationship Id="rId2" Type="http://schemas.openxmlformats.org/officeDocument/2006/relationships/image" Target="../media/image143.wmf"/><Relationship Id="rId1" Type="http://schemas.openxmlformats.org/officeDocument/2006/relationships/image" Target="../media/image142.wmf"/><Relationship Id="rId6" Type="http://schemas.openxmlformats.org/officeDocument/2006/relationships/image" Target="../media/image147.emf"/><Relationship Id="rId5" Type="http://schemas.openxmlformats.org/officeDocument/2006/relationships/image" Target="../media/image146.emf"/><Relationship Id="rId4" Type="http://schemas.openxmlformats.org/officeDocument/2006/relationships/image" Target="../media/image145.e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151.wmf"/><Relationship Id="rId2" Type="http://schemas.openxmlformats.org/officeDocument/2006/relationships/image" Target="../media/image150.wmf"/><Relationship Id="rId1" Type="http://schemas.openxmlformats.org/officeDocument/2006/relationships/image" Target="../media/image149.wmf"/><Relationship Id="rId6" Type="http://schemas.openxmlformats.org/officeDocument/2006/relationships/image" Target="../media/image154.wmf"/><Relationship Id="rId5" Type="http://schemas.openxmlformats.org/officeDocument/2006/relationships/image" Target="../media/image153.wmf"/><Relationship Id="rId4" Type="http://schemas.openxmlformats.org/officeDocument/2006/relationships/image" Target="../media/image152.wmf"/></Relationships>
</file>

<file path=ppt/drawings/_rels/vmlDrawing28.vml.rels><?xml version="1.0" encoding="UTF-8" standalone="yes"?>
<Relationships xmlns="http://schemas.openxmlformats.org/package/2006/relationships"><Relationship Id="rId2" Type="http://schemas.openxmlformats.org/officeDocument/2006/relationships/image" Target="../media/image156.wmf"/><Relationship Id="rId1" Type="http://schemas.openxmlformats.org/officeDocument/2006/relationships/image" Target="../media/image155.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159.wmf"/><Relationship Id="rId7" Type="http://schemas.openxmlformats.org/officeDocument/2006/relationships/image" Target="../media/image163.wmf"/><Relationship Id="rId2" Type="http://schemas.openxmlformats.org/officeDocument/2006/relationships/image" Target="../media/image158.emf"/><Relationship Id="rId1" Type="http://schemas.openxmlformats.org/officeDocument/2006/relationships/image" Target="../media/image157.wmf"/><Relationship Id="rId6" Type="http://schemas.openxmlformats.org/officeDocument/2006/relationships/image" Target="../media/image162.wmf"/><Relationship Id="rId5" Type="http://schemas.openxmlformats.org/officeDocument/2006/relationships/image" Target="../media/image161.wmf"/><Relationship Id="rId4" Type="http://schemas.openxmlformats.org/officeDocument/2006/relationships/image" Target="../media/image160.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166.wmf"/><Relationship Id="rId2" Type="http://schemas.openxmlformats.org/officeDocument/2006/relationships/image" Target="../media/image165.wmf"/><Relationship Id="rId1" Type="http://schemas.openxmlformats.org/officeDocument/2006/relationships/image" Target="../media/image164.wmf"/></Relationships>
</file>

<file path=ppt/drawings/_rels/vmlDrawing31.vml.rels><?xml version="1.0" encoding="UTF-8" standalone="yes"?>
<Relationships xmlns="http://schemas.openxmlformats.org/package/2006/relationships"><Relationship Id="rId8" Type="http://schemas.openxmlformats.org/officeDocument/2006/relationships/image" Target="../media/image174.wmf"/><Relationship Id="rId13" Type="http://schemas.openxmlformats.org/officeDocument/2006/relationships/image" Target="../media/image179.wmf"/><Relationship Id="rId18" Type="http://schemas.openxmlformats.org/officeDocument/2006/relationships/image" Target="../media/image184.wmf"/><Relationship Id="rId3" Type="http://schemas.openxmlformats.org/officeDocument/2006/relationships/image" Target="../media/image169.wmf"/><Relationship Id="rId21" Type="http://schemas.openxmlformats.org/officeDocument/2006/relationships/image" Target="../media/image187.wmf"/><Relationship Id="rId7" Type="http://schemas.openxmlformats.org/officeDocument/2006/relationships/image" Target="../media/image173.wmf"/><Relationship Id="rId12" Type="http://schemas.openxmlformats.org/officeDocument/2006/relationships/image" Target="../media/image178.wmf"/><Relationship Id="rId17" Type="http://schemas.openxmlformats.org/officeDocument/2006/relationships/image" Target="../media/image183.wmf"/><Relationship Id="rId2" Type="http://schemas.openxmlformats.org/officeDocument/2006/relationships/image" Target="../media/image168.wmf"/><Relationship Id="rId16" Type="http://schemas.openxmlformats.org/officeDocument/2006/relationships/image" Target="../media/image182.wmf"/><Relationship Id="rId20" Type="http://schemas.openxmlformats.org/officeDocument/2006/relationships/image" Target="../media/image186.wmf"/><Relationship Id="rId1" Type="http://schemas.openxmlformats.org/officeDocument/2006/relationships/image" Target="../media/image167.wmf"/><Relationship Id="rId6" Type="http://schemas.openxmlformats.org/officeDocument/2006/relationships/image" Target="../media/image172.wmf"/><Relationship Id="rId11" Type="http://schemas.openxmlformats.org/officeDocument/2006/relationships/image" Target="../media/image177.wmf"/><Relationship Id="rId24" Type="http://schemas.openxmlformats.org/officeDocument/2006/relationships/image" Target="../media/image190.wmf"/><Relationship Id="rId5" Type="http://schemas.openxmlformats.org/officeDocument/2006/relationships/image" Target="../media/image171.wmf"/><Relationship Id="rId15" Type="http://schemas.openxmlformats.org/officeDocument/2006/relationships/image" Target="../media/image181.wmf"/><Relationship Id="rId23" Type="http://schemas.openxmlformats.org/officeDocument/2006/relationships/image" Target="../media/image189.wmf"/><Relationship Id="rId10" Type="http://schemas.openxmlformats.org/officeDocument/2006/relationships/image" Target="../media/image176.wmf"/><Relationship Id="rId19" Type="http://schemas.openxmlformats.org/officeDocument/2006/relationships/image" Target="../media/image185.wmf"/><Relationship Id="rId4" Type="http://schemas.openxmlformats.org/officeDocument/2006/relationships/image" Target="../media/image170.wmf"/><Relationship Id="rId9" Type="http://schemas.openxmlformats.org/officeDocument/2006/relationships/image" Target="../media/image175.wmf"/><Relationship Id="rId14" Type="http://schemas.openxmlformats.org/officeDocument/2006/relationships/image" Target="../media/image180.wmf"/><Relationship Id="rId22" Type="http://schemas.openxmlformats.org/officeDocument/2006/relationships/image" Target="../media/image188.w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193.wmf"/><Relationship Id="rId7" Type="http://schemas.openxmlformats.org/officeDocument/2006/relationships/image" Target="../media/image197.wmf"/><Relationship Id="rId2" Type="http://schemas.openxmlformats.org/officeDocument/2006/relationships/image" Target="../media/image192.wmf"/><Relationship Id="rId1" Type="http://schemas.openxmlformats.org/officeDocument/2006/relationships/image" Target="../media/image191.wmf"/><Relationship Id="rId6" Type="http://schemas.openxmlformats.org/officeDocument/2006/relationships/image" Target="../media/image196.wmf"/><Relationship Id="rId5" Type="http://schemas.openxmlformats.org/officeDocument/2006/relationships/image" Target="../media/image195.wmf"/><Relationship Id="rId4" Type="http://schemas.openxmlformats.org/officeDocument/2006/relationships/image" Target="../media/image194.wmf"/></Relationships>
</file>

<file path=ppt/drawings/_rels/vmlDrawing33.vml.rels><?xml version="1.0" encoding="UTF-8" standalone="yes"?>
<Relationships xmlns="http://schemas.openxmlformats.org/package/2006/relationships"><Relationship Id="rId3" Type="http://schemas.openxmlformats.org/officeDocument/2006/relationships/image" Target="../media/image200.wmf"/><Relationship Id="rId2" Type="http://schemas.openxmlformats.org/officeDocument/2006/relationships/image" Target="../media/image199.wmf"/><Relationship Id="rId1" Type="http://schemas.openxmlformats.org/officeDocument/2006/relationships/image" Target="../media/image198.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203.wmf"/><Relationship Id="rId2" Type="http://schemas.openxmlformats.org/officeDocument/2006/relationships/image" Target="../media/image202.wmf"/><Relationship Id="rId1" Type="http://schemas.openxmlformats.org/officeDocument/2006/relationships/image" Target="../media/image201.w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204.wmf"/></Relationships>
</file>

<file path=ppt/drawings/_rels/vmlDrawing36.vml.rels><?xml version="1.0" encoding="UTF-8" standalone="yes"?>
<Relationships xmlns="http://schemas.openxmlformats.org/package/2006/relationships"><Relationship Id="rId2" Type="http://schemas.openxmlformats.org/officeDocument/2006/relationships/image" Target="../media/image206.emf"/><Relationship Id="rId1" Type="http://schemas.openxmlformats.org/officeDocument/2006/relationships/image" Target="../media/image205.emf"/></Relationships>
</file>

<file path=ppt/drawings/_rels/vmlDrawing37.vml.rels><?xml version="1.0" encoding="UTF-8" standalone="yes"?>
<Relationships xmlns="http://schemas.openxmlformats.org/package/2006/relationships"><Relationship Id="rId8" Type="http://schemas.openxmlformats.org/officeDocument/2006/relationships/image" Target="../media/image214.emf"/><Relationship Id="rId3" Type="http://schemas.openxmlformats.org/officeDocument/2006/relationships/image" Target="../media/image209.emf"/><Relationship Id="rId7" Type="http://schemas.openxmlformats.org/officeDocument/2006/relationships/image" Target="../media/image213.emf"/><Relationship Id="rId12" Type="http://schemas.openxmlformats.org/officeDocument/2006/relationships/image" Target="../media/image218.emf"/><Relationship Id="rId2" Type="http://schemas.openxmlformats.org/officeDocument/2006/relationships/image" Target="../media/image208.emf"/><Relationship Id="rId1" Type="http://schemas.openxmlformats.org/officeDocument/2006/relationships/image" Target="../media/image207.emf"/><Relationship Id="rId6" Type="http://schemas.openxmlformats.org/officeDocument/2006/relationships/image" Target="../media/image212.emf"/><Relationship Id="rId11" Type="http://schemas.openxmlformats.org/officeDocument/2006/relationships/image" Target="../media/image217.emf"/><Relationship Id="rId5" Type="http://schemas.openxmlformats.org/officeDocument/2006/relationships/image" Target="../media/image211.emf"/><Relationship Id="rId10" Type="http://schemas.openxmlformats.org/officeDocument/2006/relationships/image" Target="../media/image216.emf"/><Relationship Id="rId4" Type="http://schemas.openxmlformats.org/officeDocument/2006/relationships/image" Target="../media/image210.emf"/><Relationship Id="rId9" Type="http://schemas.openxmlformats.org/officeDocument/2006/relationships/image" Target="../media/image215.e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221.wmf"/><Relationship Id="rId2" Type="http://schemas.openxmlformats.org/officeDocument/2006/relationships/image" Target="../media/image220.wmf"/><Relationship Id="rId1" Type="http://schemas.openxmlformats.org/officeDocument/2006/relationships/image" Target="../media/image219.wmf"/><Relationship Id="rId4" Type="http://schemas.openxmlformats.org/officeDocument/2006/relationships/image" Target="../media/image222.wmf"/></Relationships>
</file>

<file path=ppt/drawings/_rels/vmlDrawing39.vml.rels><?xml version="1.0" encoding="UTF-8" standalone="yes"?>
<Relationships xmlns="http://schemas.openxmlformats.org/package/2006/relationships"><Relationship Id="rId3" Type="http://schemas.openxmlformats.org/officeDocument/2006/relationships/image" Target="../media/image225.wmf"/><Relationship Id="rId2" Type="http://schemas.openxmlformats.org/officeDocument/2006/relationships/image" Target="../media/image224.wmf"/><Relationship Id="rId1" Type="http://schemas.openxmlformats.org/officeDocument/2006/relationships/image" Target="../media/image223.wmf"/><Relationship Id="rId5" Type="http://schemas.openxmlformats.org/officeDocument/2006/relationships/image" Target="../media/image227.wmf"/><Relationship Id="rId4" Type="http://schemas.openxmlformats.org/officeDocument/2006/relationships/image" Target="../media/image226.wmf"/></Relationships>
</file>

<file path=ppt/drawings/_rels/vmlDrawing40.vml.rels><?xml version="1.0" encoding="UTF-8" standalone="yes"?>
<Relationships xmlns="http://schemas.openxmlformats.org/package/2006/relationships"><Relationship Id="rId2" Type="http://schemas.openxmlformats.org/officeDocument/2006/relationships/image" Target="../media/image229.wmf"/><Relationship Id="rId1" Type="http://schemas.openxmlformats.org/officeDocument/2006/relationships/image" Target="../media/image228.wmf"/></Relationships>
</file>

<file path=ppt/drawings/_rels/vmlDrawing41.vml.rels><?xml version="1.0" encoding="UTF-8" standalone="yes"?>
<Relationships xmlns="http://schemas.openxmlformats.org/package/2006/relationships"><Relationship Id="rId2" Type="http://schemas.openxmlformats.org/officeDocument/2006/relationships/image" Target="../media/image231.wmf"/><Relationship Id="rId1" Type="http://schemas.openxmlformats.org/officeDocument/2006/relationships/image" Target="../media/image230.w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232.wmf"/></Relationships>
</file>

<file path=ppt/drawings/_rels/vmlDrawing43.vml.rels><?xml version="1.0" encoding="UTF-8" standalone="yes"?>
<Relationships xmlns="http://schemas.openxmlformats.org/package/2006/relationships"><Relationship Id="rId2" Type="http://schemas.openxmlformats.org/officeDocument/2006/relationships/image" Target="../media/image234.emf"/><Relationship Id="rId1" Type="http://schemas.openxmlformats.org/officeDocument/2006/relationships/image" Target="../media/image233.wmf"/></Relationships>
</file>

<file path=ppt/drawings/_rels/vmlDrawing44.vml.rels><?xml version="1.0" encoding="UTF-8" standalone="yes"?>
<Relationships xmlns="http://schemas.openxmlformats.org/package/2006/relationships"><Relationship Id="rId3" Type="http://schemas.openxmlformats.org/officeDocument/2006/relationships/image" Target="../media/image238.wmf"/><Relationship Id="rId2" Type="http://schemas.openxmlformats.org/officeDocument/2006/relationships/image" Target="../media/image237.wmf"/><Relationship Id="rId1" Type="http://schemas.openxmlformats.org/officeDocument/2006/relationships/image" Target="../media/image236.wmf"/><Relationship Id="rId6" Type="http://schemas.openxmlformats.org/officeDocument/2006/relationships/image" Target="../media/image241.wmf"/><Relationship Id="rId5" Type="http://schemas.openxmlformats.org/officeDocument/2006/relationships/image" Target="../media/image240.wmf"/><Relationship Id="rId4" Type="http://schemas.openxmlformats.org/officeDocument/2006/relationships/image" Target="../media/image239.wmf"/></Relationships>
</file>

<file path=ppt/drawings/_rels/vmlDrawing45.vml.rels><?xml version="1.0" encoding="UTF-8" standalone="yes"?>
<Relationships xmlns="http://schemas.openxmlformats.org/package/2006/relationships"><Relationship Id="rId3" Type="http://schemas.openxmlformats.org/officeDocument/2006/relationships/image" Target="../media/image244.wmf"/><Relationship Id="rId7" Type="http://schemas.openxmlformats.org/officeDocument/2006/relationships/image" Target="../media/image248.wmf"/><Relationship Id="rId2" Type="http://schemas.openxmlformats.org/officeDocument/2006/relationships/image" Target="../media/image243.wmf"/><Relationship Id="rId1" Type="http://schemas.openxmlformats.org/officeDocument/2006/relationships/image" Target="../media/image242.wmf"/><Relationship Id="rId6" Type="http://schemas.openxmlformats.org/officeDocument/2006/relationships/image" Target="../media/image247.wmf"/><Relationship Id="rId5" Type="http://schemas.openxmlformats.org/officeDocument/2006/relationships/image" Target="../media/image246.wmf"/><Relationship Id="rId4" Type="http://schemas.openxmlformats.org/officeDocument/2006/relationships/image" Target="../media/image245.wmf"/></Relationships>
</file>

<file path=ppt/drawings/_rels/vmlDrawing46.vml.rels><?xml version="1.0" encoding="UTF-8" standalone="yes"?>
<Relationships xmlns="http://schemas.openxmlformats.org/package/2006/relationships"><Relationship Id="rId2" Type="http://schemas.openxmlformats.org/officeDocument/2006/relationships/image" Target="../media/image250.wmf"/><Relationship Id="rId1" Type="http://schemas.openxmlformats.org/officeDocument/2006/relationships/image" Target="../media/image249.wmf"/></Relationships>
</file>

<file path=ppt/drawings/_rels/vmlDrawing47.vml.rels><?xml version="1.0" encoding="UTF-8" standalone="yes"?>
<Relationships xmlns="http://schemas.openxmlformats.org/package/2006/relationships"><Relationship Id="rId2" Type="http://schemas.openxmlformats.org/officeDocument/2006/relationships/image" Target="../media/image252.wmf"/><Relationship Id="rId1" Type="http://schemas.openxmlformats.org/officeDocument/2006/relationships/image" Target="../media/image251.wmf"/></Relationships>
</file>

<file path=ppt/drawings/_rels/vmlDrawing48.vml.rels><?xml version="1.0" encoding="UTF-8" standalone="yes"?>
<Relationships xmlns="http://schemas.openxmlformats.org/package/2006/relationships"><Relationship Id="rId3" Type="http://schemas.openxmlformats.org/officeDocument/2006/relationships/image" Target="../media/image244.wmf"/><Relationship Id="rId2" Type="http://schemas.openxmlformats.org/officeDocument/2006/relationships/image" Target="../media/image254.wmf"/><Relationship Id="rId1" Type="http://schemas.openxmlformats.org/officeDocument/2006/relationships/image" Target="../media/image253.wmf"/></Relationships>
</file>

<file path=ppt/drawings/_rels/vmlDrawing49.vml.rels><?xml version="1.0" encoding="UTF-8" standalone="yes"?>
<Relationships xmlns="http://schemas.openxmlformats.org/package/2006/relationships"><Relationship Id="rId1" Type="http://schemas.openxmlformats.org/officeDocument/2006/relationships/image" Target="../media/image255.emf"/></Relationships>
</file>

<file path=ppt/drawings/_rels/vmlDrawing50.vml.rels><?xml version="1.0" encoding="UTF-8" standalone="yes"?>
<Relationships xmlns="http://schemas.openxmlformats.org/package/2006/relationships"><Relationship Id="rId2" Type="http://schemas.openxmlformats.org/officeDocument/2006/relationships/image" Target="../media/image257.wmf"/><Relationship Id="rId1" Type="http://schemas.openxmlformats.org/officeDocument/2006/relationships/image" Target="../media/image256.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Arial" charset="0"/>
                <a:ea typeface="宋体" charset="-122"/>
              </a:defRPr>
            </a:lvl1pPr>
          </a:lstStyle>
          <a:p>
            <a:pPr>
              <a:defRPr/>
            </a:pPr>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Arial" charset="0"/>
                <a:ea typeface="宋体" charset="-122"/>
              </a:defRPr>
            </a:lvl1pPr>
          </a:lstStyle>
          <a:p>
            <a:pPr>
              <a:defRPr/>
            </a:pPr>
            <a:fld id="{557902FB-9FA1-416B-9C5E-01CE0D5E1CA8}" type="datetimeFigureOut">
              <a:rPr lang="zh-CN" altLang="en-US"/>
              <a:pPr>
                <a:defRPr/>
              </a:pPr>
              <a:t>2018/6/12</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zh-CN" altLang="en-US" noProof="0" smtClean="0"/>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Arial" charset="0"/>
                <a:ea typeface="宋体" charset="-122"/>
              </a:defRPr>
            </a:lvl1pPr>
          </a:lstStyle>
          <a:p>
            <a:pPr>
              <a:defRPr/>
            </a:pPr>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fld id="{6B90D267-5100-43F8-A0B1-3A88599831AC}" type="slidenum">
              <a:rPr lang="zh-CN" altLang="en-US"/>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本题一定要会！！！！！</a:t>
            </a:r>
            <a:endParaRPr lang="en-US" altLang="zh-CN" dirty="0" smtClean="0"/>
          </a:p>
        </p:txBody>
      </p:sp>
      <p:sp>
        <p:nvSpPr>
          <p:cNvPr id="4" name="灯片编号占位符 3"/>
          <p:cNvSpPr>
            <a:spLocks noGrp="1"/>
          </p:cNvSpPr>
          <p:nvPr>
            <p:ph type="sldNum" sz="quarter" idx="10"/>
          </p:nvPr>
        </p:nvSpPr>
        <p:spPr/>
        <p:txBody>
          <a:bodyPr/>
          <a:lstStyle/>
          <a:p>
            <a:fld id="{6B90D267-5100-43F8-A0B1-3A88599831AC}" type="slidenum">
              <a:rPr lang="zh-CN" altLang="en-US" smtClean="0"/>
              <a:pPr/>
              <a:t>3</a:t>
            </a:fld>
            <a:endParaRPr lang="zh-CN" altLang="en-US"/>
          </a:p>
        </p:txBody>
      </p:sp>
    </p:spTree>
    <p:extLst>
      <p:ext uri="{BB962C8B-B14F-4D97-AF65-F5344CB8AC3E}">
        <p14:creationId xmlns:p14="http://schemas.microsoft.com/office/powerpoint/2010/main" val="30653137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这个知识点一定要会！！</a:t>
            </a:r>
            <a:endParaRPr lang="en-US" altLang="zh-CN" dirty="0" smtClean="0"/>
          </a:p>
        </p:txBody>
      </p:sp>
      <p:sp>
        <p:nvSpPr>
          <p:cNvPr id="4" name="灯片编号占位符 3"/>
          <p:cNvSpPr>
            <a:spLocks noGrp="1"/>
          </p:cNvSpPr>
          <p:nvPr>
            <p:ph type="sldNum" sz="quarter" idx="10"/>
          </p:nvPr>
        </p:nvSpPr>
        <p:spPr/>
        <p:txBody>
          <a:bodyPr/>
          <a:lstStyle/>
          <a:p>
            <a:fld id="{6B90D267-5100-43F8-A0B1-3A88599831AC}" type="slidenum">
              <a:rPr lang="zh-CN" altLang="en-US" smtClean="0"/>
              <a:pPr/>
              <a:t>4</a:t>
            </a:fld>
            <a:endParaRPr lang="zh-CN" altLang="en-US"/>
          </a:p>
        </p:txBody>
      </p:sp>
    </p:spTree>
    <p:extLst>
      <p:ext uri="{BB962C8B-B14F-4D97-AF65-F5344CB8AC3E}">
        <p14:creationId xmlns:p14="http://schemas.microsoft.com/office/powerpoint/2010/main" val="334496557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这道题一定要会！！！</a:t>
            </a:r>
            <a:endParaRPr lang="zh-CN" altLang="en-US" dirty="0"/>
          </a:p>
        </p:txBody>
      </p:sp>
      <p:sp>
        <p:nvSpPr>
          <p:cNvPr id="4" name="灯片编号占位符 3"/>
          <p:cNvSpPr>
            <a:spLocks noGrp="1"/>
          </p:cNvSpPr>
          <p:nvPr>
            <p:ph type="sldNum" sz="quarter" idx="10"/>
          </p:nvPr>
        </p:nvSpPr>
        <p:spPr/>
        <p:txBody>
          <a:bodyPr/>
          <a:lstStyle/>
          <a:p>
            <a:fld id="{6B90D267-5100-43F8-A0B1-3A88599831AC}" type="slidenum">
              <a:rPr lang="zh-CN" altLang="en-US" smtClean="0"/>
              <a:pPr/>
              <a:t>5</a:t>
            </a:fld>
            <a:endParaRPr lang="zh-CN" altLang="en-US"/>
          </a:p>
        </p:txBody>
      </p:sp>
    </p:spTree>
    <p:extLst>
      <p:ext uri="{BB962C8B-B14F-4D97-AF65-F5344CB8AC3E}">
        <p14:creationId xmlns:p14="http://schemas.microsoft.com/office/powerpoint/2010/main" val="27560149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质点系的动量定理一定要会</a:t>
            </a:r>
            <a:endParaRPr lang="zh-CN" altLang="en-US" dirty="0"/>
          </a:p>
        </p:txBody>
      </p:sp>
      <p:sp>
        <p:nvSpPr>
          <p:cNvPr id="4" name="灯片编号占位符 3"/>
          <p:cNvSpPr>
            <a:spLocks noGrp="1"/>
          </p:cNvSpPr>
          <p:nvPr>
            <p:ph type="sldNum" sz="quarter" idx="10"/>
          </p:nvPr>
        </p:nvSpPr>
        <p:spPr/>
        <p:txBody>
          <a:bodyPr/>
          <a:lstStyle/>
          <a:p>
            <a:fld id="{6B90D267-5100-43F8-A0B1-3A88599831AC}" type="slidenum">
              <a:rPr lang="zh-CN" altLang="en-US" smtClean="0"/>
              <a:pPr/>
              <a:t>7</a:t>
            </a:fld>
            <a:endParaRPr lang="zh-CN" altLang="en-US"/>
          </a:p>
        </p:txBody>
      </p:sp>
    </p:spTree>
    <p:extLst>
      <p:ext uri="{BB962C8B-B14F-4D97-AF65-F5344CB8AC3E}">
        <p14:creationId xmlns:p14="http://schemas.microsoft.com/office/powerpoint/2010/main" val="210675568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质心得会算！！！</a:t>
            </a:r>
            <a:endParaRPr lang="zh-CN" altLang="en-US" dirty="0"/>
          </a:p>
        </p:txBody>
      </p:sp>
      <p:sp>
        <p:nvSpPr>
          <p:cNvPr id="4" name="灯片编号占位符 3"/>
          <p:cNvSpPr>
            <a:spLocks noGrp="1"/>
          </p:cNvSpPr>
          <p:nvPr>
            <p:ph type="sldNum" sz="quarter" idx="10"/>
          </p:nvPr>
        </p:nvSpPr>
        <p:spPr/>
        <p:txBody>
          <a:bodyPr/>
          <a:lstStyle/>
          <a:p>
            <a:fld id="{6B90D267-5100-43F8-A0B1-3A88599831AC}" type="slidenum">
              <a:rPr lang="zh-CN" altLang="en-US" smtClean="0"/>
              <a:pPr/>
              <a:t>8</a:t>
            </a:fld>
            <a:endParaRPr lang="zh-CN" altLang="en-US"/>
          </a:p>
        </p:txBody>
      </p:sp>
    </p:spTree>
    <p:extLst>
      <p:ext uri="{BB962C8B-B14F-4D97-AF65-F5344CB8AC3E}">
        <p14:creationId xmlns:p14="http://schemas.microsoft.com/office/powerpoint/2010/main" val="220683183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本题很重要！一定要会！</a:t>
            </a:r>
            <a:endParaRPr lang="zh-CN" altLang="en-US" dirty="0"/>
          </a:p>
        </p:txBody>
      </p:sp>
      <p:sp>
        <p:nvSpPr>
          <p:cNvPr id="4" name="灯片编号占位符 3"/>
          <p:cNvSpPr>
            <a:spLocks noGrp="1"/>
          </p:cNvSpPr>
          <p:nvPr>
            <p:ph type="sldNum" sz="quarter" idx="10"/>
          </p:nvPr>
        </p:nvSpPr>
        <p:spPr/>
        <p:txBody>
          <a:bodyPr/>
          <a:lstStyle/>
          <a:p>
            <a:fld id="{6B90D267-5100-43F8-A0B1-3A88599831AC}" type="slidenum">
              <a:rPr lang="zh-CN" altLang="en-US" smtClean="0"/>
              <a:pPr/>
              <a:t>9</a:t>
            </a:fld>
            <a:endParaRPr lang="zh-CN" altLang="en-US"/>
          </a:p>
        </p:txBody>
      </p:sp>
    </p:spTree>
    <p:extLst>
      <p:ext uri="{BB962C8B-B14F-4D97-AF65-F5344CB8AC3E}">
        <p14:creationId xmlns:p14="http://schemas.microsoft.com/office/powerpoint/2010/main" val="28231587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角动量、力矩怎么算一定要会</a:t>
            </a:r>
            <a:endParaRPr lang="en-US" altLang="zh-CN" dirty="0" smtClean="0"/>
          </a:p>
          <a:p>
            <a:r>
              <a:rPr lang="zh-CN" altLang="en-US" dirty="0" smtClean="0"/>
              <a:t>注意算角动量时的参考点</a:t>
            </a:r>
            <a:endParaRPr lang="zh-CN" altLang="en-US" dirty="0"/>
          </a:p>
        </p:txBody>
      </p:sp>
      <p:sp>
        <p:nvSpPr>
          <p:cNvPr id="4" name="灯片编号占位符 3"/>
          <p:cNvSpPr>
            <a:spLocks noGrp="1"/>
          </p:cNvSpPr>
          <p:nvPr>
            <p:ph type="sldNum" sz="quarter" idx="10"/>
          </p:nvPr>
        </p:nvSpPr>
        <p:spPr/>
        <p:txBody>
          <a:bodyPr/>
          <a:lstStyle/>
          <a:p>
            <a:fld id="{6B90D267-5100-43F8-A0B1-3A88599831AC}" type="slidenum">
              <a:rPr lang="zh-CN" altLang="en-US" smtClean="0"/>
              <a:pPr/>
              <a:t>10</a:t>
            </a:fld>
            <a:endParaRPr lang="zh-CN" altLang="en-US"/>
          </a:p>
        </p:txBody>
      </p:sp>
    </p:spTree>
    <p:extLst>
      <p:ext uri="{BB962C8B-B14F-4D97-AF65-F5344CB8AC3E}">
        <p14:creationId xmlns:p14="http://schemas.microsoft.com/office/powerpoint/2010/main" val="8340734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功能得会算！</a:t>
            </a:r>
            <a:endParaRPr lang="en-US" altLang="zh-CN" dirty="0" smtClean="0"/>
          </a:p>
          <a:p>
            <a:r>
              <a:rPr lang="zh-CN" altLang="en-US" dirty="0" smtClean="0"/>
              <a:t>对于质点系来说，记得要考虑内力！</a:t>
            </a:r>
            <a:endParaRPr lang="en-US" altLang="zh-CN" dirty="0" smtClean="0"/>
          </a:p>
          <a:p>
            <a:r>
              <a:rPr lang="zh-CN" altLang="en-US" dirty="0" smtClean="0"/>
              <a:t>保守力和势能  把重力势能和弹性势能弄明白就行</a:t>
            </a:r>
            <a:endParaRPr lang="en-US" altLang="zh-CN" dirty="0" smtClean="0"/>
          </a:p>
        </p:txBody>
      </p:sp>
      <p:sp>
        <p:nvSpPr>
          <p:cNvPr id="4" name="灯片编号占位符 3"/>
          <p:cNvSpPr>
            <a:spLocks noGrp="1"/>
          </p:cNvSpPr>
          <p:nvPr>
            <p:ph type="sldNum" sz="quarter" idx="10"/>
          </p:nvPr>
        </p:nvSpPr>
        <p:spPr/>
        <p:txBody>
          <a:bodyPr/>
          <a:lstStyle/>
          <a:p>
            <a:fld id="{6B90D267-5100-43F8-A0B1-3A88599831AC}" type="slidenum">
              <a:rPr lang="zh-CN" altLang="en-US" smtClean="0"/>
              <a:pPr/>
              <a:t>11</a:t>
            </a:fld>
            <a:endParaRPr lang="zh-CN" altLang="en-US"/>
          </a:p>
        </p:txBody>
      </p:sp>
    </p:spTree>
    <p:extLst>
      <p:ext uri="{BB962C8B-B14F-4D97-AF65-F5344CB8AC3E}">
        <p14:creationId xmlns:p14="http://schemas.microsoft.com/office/powerpoint/2010/main" val="30982356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要会判断守恒还是不守恒</a:t>
            </a:r>
            <a:endParaRPr lang="zh-CN" altLang="en-US" dirty="0"/>
          </a:p>
        </p:txBody>
      </p:sp>
      <p:sp>
        <p:nvSpPr>
          <p:cNvPr id="4" name="灯片编号占位符 3"/>
          <p:cNvSpPr>
            <a:spLocks noGrp="1"/>
          </p:cNvSpPr>
          <p:nvPr>
            <p:ph type="sldNum" sz="quarter" idx="10"/>
          </p:nvPr>
        </p:nvSpPr>
        <p:spPr/>
        <p:txBody>
          <a:bodyPr/>
          <a:lstStyle/>
          <a:p>
            <a:fld id="{6B90D267-5100-43F8-A0B1-3A88599831AC}" type="slidenum">
              <a:rPr lang="zh-CN" altLang="en-US" smtClean="0"/>
              <a:pPr/>
              <a:t>12</a:t>
            </a:fld>
            <a:endParaRPr lang="zh-CN" altLang="en-US"/>
          </a:p>
        </p:txBody>
      </p:sp>
    </p:spTree>
    <p:extLst>
      <p:ext uri="{BB962C8B-B14F-4D97-AF65-F5344CB8AC3E}">
        <p14:creationId xmlns:p14="http://schemas.microsoft.com/office/powerpoint/2010/main" val="9661107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这个必须要会！！</a:t>
            </a:r>
            <a:endParaRPr lang="zh-CN" altLang="en-US" dirty="0"/>
          </a:p>
        </p:txBody>
      </p:sp>
      <p:sp>
        <p:nvSpPr>
          <p:cNvPr id="4" name="灯片编号占位符 3"/>
          <p:cNvSpPr>
            <a:spLocks noGrp="1"/>
          </p:cNvSpPr>
          <p:nvPr>
            <p:ph type="sldNum" sz="quarter" idx="10"/>
          </p:nvPr>
        </p:nvSpPr>
        <p:spPr/>
        <p:txBody>
          <a:bodyPr/>
          <a:lstStyle/>
          <a:p>
            <a:fld id="{6B90D267-5100-43F8-A0B1-3A88599831AC}" type="slidenum">
              <a:rPr lang="zh-CN" altLang="en-US" smtClean="0"/>
              <a:pPr/>
              <a:t>14</a:t>
            </a:fld>
            <a:endParaRPr lang="zh-CN" altLang="en-US"/>
          </a:p>
        </p:txBody>
      </p:sp>
    </p:spTree>
    <p:extLst>
      <p:ext uri="{BB962C8B-B14F-4D97-AF65-F5344CB8AC3E}">
        <p14:creationId xmlns:p14="http://schemas.microsoft.com/office/powerpoint/2010/main" val="1070373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要会判断哪些量守恒</a:t>
            </a:r>
            <a:endParaRPr lang="en-US" altLang="zh-CN" dirty="0" smtClean="0"/>
          </a:p>
          <a:p>
            <a:r>
              <a:rPr lang="zh-CN" altLang="en-US" dirty="0" smtClean="0"/>
              <a:t>本题只有角动量守恒</a:t>
            </a:r>
            <a:endParaRPr lang="zh-CN" altLang="en-US" dirty="0"/>
          </a:p>
        </p:txBody>
      </p:sp>
      <p:sp>
        <p:nvSpPr>
          <p:cNvPr id="4" name="灯片编号占位符 3"/>
          <p:cNvSpPr>
            <a:spLocks noGrp="1"/>
          </p:cNvSpPr>
          <p:nvPr>
            <p:ph type="sldNum" sz="quarter" idx="10"/>
          </p:nvPr>
        </p:nvSpPr>
        <p:spPr/>
        <p:txBody>
          <a:bodyPr/>
          <a:lstStyle/>
          <a:p>
            <a:fld id="{6B90D267-5100-43F8-A0B1-3A88599831AC}" type="slidenum">
              <a:rPr lang="zh-CN" altLang="en-US" smtClean="0"/>
              <a:pPr/>
              <a:t>15</a:t>
            </a:fld>
            <a:endParaRPr lang="zh-CN" altLang="en-US"/>
          </a:p>
        </p:txBody>
      </p:sp>
    </p:spTree>
    <p:extLst>
      <p:ext uri="{BB962C8B-B14F-4D97-AF65-F5344CB8AC3E}">
        <p14:creationId xmlns:p14="http://schemas.microsoft.com/office/powerpoint/2010/main" val="11888331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这个题一定要理解，记住数据没有用，要理解怎么算出来的！</a:t>
            </a:r>
            <a:endParaRPr lang="zh-CN" altLang="en-US" dirty="0"/>
          </a:p>
        </p:txBody>
      </p:sp>
      <p:sp>
        <p:nvSpPr>
          <p:cNvPr id="4" name="灯片编号占位符 3"/>
          <p:cNvSpPr>
            <a:spLocks noGrp="1"/>
          </p:cNvSpPr>
          <p:nvPr>
            <p:ph type="sldNum" sz="quarter" idx="10"/>
          </p:nvPr>
        </p:nvSpPr>
        <p:spPr/>
        <p:txBody>
          <a:bodyPr/>
          <a:lstStyle/>
          <a:p>
            <a:fld id="{6B90D267-5100-43F8-A0B1-3A88599831AC}" type="slidenum">
              <a:rPr lang="zh-CN" altLang="en-US" smtClean="0"/>
              <a:pPr/>
              <a:t>16</a:t>
            </a:fld>
            <a:endParaRPr lang="zh-CN" altLang="en-US"/>
          </a:p>
        </p:txBody>
      </p:sp>
    </p:spTree>
    <p:extLst>
      <p:ext uri="{BB962C8B-B14F-4D97-AF65-F5344CB8AC3E}">
        <p14:creationId xmlns:p14="http://schemas.microsoft.com/office/powerpoint/2010/main" val="36250006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记住哪些量是矢量，哪些量有方向</a:t>
            </a:r>
            <a:endParaRPr lang="en-US" altLang="zh-CN" dirty="0" smtClean="0"/>
          </a:p>
          <a:p>
            <a:r>
              <a:rPr lang="zh-CN" altLang="en-US" dirty="0" smtClean="0"/>
              <a:t>要会确定角速度、角加速度的方向、其大小也要会算</a:t>
            </a:r>
            <a:endParaRPr lang="en-US" altLang="zh-CN" dirty="0" smtClean="0"/>
          </a:p>
          <a:p>
            <a:r>
              <a:rPr lang="zh-CN" altLang="en-US" dirty="0" smtClean="0"/>
              <a:t>转动惯量要会算</a:t>
            </a:r>
            <a:endParaRPr lang="zh-CN" altLang="en-US" dirty="0"/>
          </a:p>
        </p:txBody>
      </p:sp>
      <p:sp>
        <p:nvSpPr>
          <p:cNvPr id="4" name="灯片编号占位符 3"/>
          <p:cNvSpPr>
            <a:spLocks noGrp="1"/>
          </p:cNvSpPr>
          <p:nvPr>
            <p:ph type="sldNum" sz="quarter" idx="10"/>
          </p:nvPr>
        </p:nvSpPr>
        <p:spPr/>
        <p:txBody>
          <a:bodyPr/>
          <a:lstStyle/>
          <a:p>
            <a:fld id="{6B90D267-5100-43F8-A0B1-3A88599831AC}" type="slidenum">
              <a:rPr lang="zh-CN" altLang="en-US" smtClean="0"/>
              <a:pPr/>
              <a:t>18</a:t>
            </a:fld>
            <a:endParaRPr lang="zh-CN" altLang="en-US"/>
          </a:p>
        </p:txBody>
      </p:sp>
    </p:spTree>
    <p:extLst>
      <p:ext uri="{BB962C8B-B14F-4D97-AF65-F5344CB8AC3E}">
        <p14:creationId xmlns:p14="http://schemas.microsoft.com/office/powerpoint/2010/main" val="32666910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光背公式没用，要会灵活使用公式解决问题</a:t>
            </a:r>
            <a:endParaRPr lang="zh-CN" altLang="en-US" dirty="0"/>
          </a:p>
        </p:txBody>
      </p:sp>
      <p:sp>
        <p:nvSpPr>
          <p:cNvPr id="4" name="灯片编号占位符 3"/>
          <p:cNvSpPr>
            <a:spLocks noGrp="1"/>
          </p:cNvSpPr>
          <p:nvPr>
            <p:ph type="sldNum" sz="quarter" idx="10"/>
          </p:nvPr>
        </p:nvSpPr>
        <p:spPr/>
        <p:txBody>
          <a:bodyPr/>
          <a:lstStyle/>
          <a:p>
            <a:fld id="{6B90D267-5100-43F8-A0B1-3A88599831AC}" type="slidenum">
              <a:rPr lang="zh-CN" altLang="en-US" smtClean="0"/>
              <a:pPr/>
              <a:t>19</a:t>
            </a:fld>
            <a:endParaRPr lang="zh-CN" altLang="en-US"/>
          </a:p>
        </p:txBody>
      </p:sp>
    </p:spTree>
    <p:extLst>
      <p:ext uri="{BB962C8B-B14F-4D97-AF65-F5344CB8AC3E}">
        <p14:creationId xmlns:p14="http://schemas.microsoft.com/office/powerpoint/2010/main" val="260900724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角动量定理、判断是否守恒一定要会</a:t>
            </a:r>
            <a:endParaRPr lang="zh-CN" altLang="en-US" dirty="0"/>
          </a:p>
        </p:txBody>
      </p:sp>
      <p:sp>
        <p:nvSpPr>
          <p:cNvPr id="4" name="灯片编号占位符 3"/>
          <p:cNvSpPr>
            <a:spLocks noGrp="1"/>
          </p:cNvSpPr>
          <p:nvPr>
            <p:ph type="sldNum" sz="quarter" idx="10"/>
          </p:nvPr>
        </p:nvSpPr>
        <p:spPr/>
        <p:txBody>
          <a:bodyPr/>
          <a:lstStyle/>
          <a:p>
            <a:fld id="{6B90D267-5100-43F8-A0B1-3A88599831AC}" type="slidenum">
              <a:rPr lang="zh-CN" altLang="en-US" smtClean="0"/>
              <a:pPr/>
              <a:t>20</a:t>
            </a:fld>
            <a:endParaRPr lang="zh-CN" altLang="en-US"/>
          </a:p>
        </p:txBody>
      </p:sp>
    </p:spTree>
    <p:extLst>
      <p:ext uri="{BB962C8B-B14F-4D97-AF65-F5344CB8AC3E}">
        <p14:creationId xmlns:p14="http://schemas.microsoft.com/office/powerpoint/2010/main" val="14910990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这些公式要记住，要会算</a:t>
            </a:r>
            <a:endParaRPr lang="zh-CN" altLang="en-US" dirty="0"/>
          </a:p>
        </p:txBody>
      </p:sp>
      <p:sp>
        <p:nvSpPr>
          <p:cNvPr id="4" name="灯片编号占位符 3"/>
          <p:cNvSpPr>
            <a:spLocks noGrp="1"/>
          </p:cNvSpPr>
          <p:nvPr>
            <p:ph type="sldNum" sz="quarter" idx="10"/>
          </p:nvPr>
        </p:nvSpPr>
        <p:spPr/>
        <p:txBody>
          <a:bodyPr/>
          <a:lstStyle/>
          <a:p>
            <a:fld id="{6B90D267-5100-43F8-A0B1-3A88599831AC}" type="slidenum">
              <a:rPr lang="zh-CN" altLang="en-US" smtClean="0"/>
              <a:pPr/>
              <a:t>21</a:t>
            </a:fld>
            <a:endParaRPr lang="zh-CN" altLang="en-US"/>
          </a:p>
        </p:txBody>
      </p:sp>
    </p:spTree>
    <p:extLst>
      <p:ext uri="{BB962C8B-B14F-4D97-AF65-F5344CB8AC3E}">
        <p14:creationId xmlns:p14="http://schemas.microsoft.com/office/powerpoint/2010/main" val="4621075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光会这道题不行，类似的题要会！</a:t>
            </a:r>
            <a:endParaRPr lang="zh-CN" altLang="en-US" dirty="0"/>
          </a:p>
        </p:txBody>
      </p:sp>
      <p:sp>
        <p:nvSpPr>
          <p:cNvPr id="4" name="灯片编号占位符 3"/>
          <p:cNvSpPr>
            <a:spLocks noGrp="1"/>
          </p:cNvSpPr>
          <p:nvPr>
            <p:ph type="sldNum" sz="quarter" idx="10"/>
          </p:nvPr>
        </p:nvSpPr>
        <p:spPr/>
        <p:txBody>
          <a:bodyPr/>
          <a:lstStyle/>
          <a:p>
            <a:fld id="{6B90D267-5100-43F8-A0B1-3A88599831AC}" type="slidenum">
              <a:rPr lang="zh-CN" altLang="en-US" smtClean="0"/>
              <a:pPr/>
              <a:t>23</a:t>
            </a:fld>
            <a:endParaRPr lang="zh-CN" altLang="en-US"/>
          </a:p>
        </p:txBody>
      </p:sp>
    </p:spTree>
    <p:extLst>
      <p:ext uri="{BB962C8B-B14F-4D97-AF65-F5344CB8AC3E}">
        <p14:creationId xmlns:p14="http://schemas.microsoft.com/office/powerpoint/2010/main" val="150503036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记住这种系统都有什么相等关系</a:t>
            </a:r>
            <a:endParaRPr lang="en-US" altLang="zh-CN" dirty="0" smtClean="0"/>
          </a:p>
          <a:p>
            <a:r>
              <a:rPr lang="zh-CN" altLang="en-US" dirty="0" smtClean="0"/>
              <a:t>类似这种题的问题要会算！！一定要会</a:t>
            </a:r>
            <a:endParaRPr lang="zh-CN" altLang="en-US" dirty="0"/>
          </a:p>
        </p:txBody>
      </p:sp>
      <p:sp>
        <p:nvSpPr>
          <p:cNvPr id="4" name="灯片编号占位符 3"/>
          <p:cNvSpPr>
            <a:spLocks noGrp="1"/>
          </p:cNvSpPr>
          <p:nvPr>
            <p:ph type="sldNum" sz="quarter" idx="10"/>
          </p:nvPr>
        </p:nvSpPr>
        <p:spPr/>
        <p:txBody>
          <a:bodyPr/>
          <a:lstStyle/>
          <a:p>
            <a:fld id="{6B90D267-5100-43F8-A0B1-3A88599831AC}" type="slidenum">
              <a:rPr lang="zh-CN" altLang="en-US" smtClean="0"/>
              <a:pPr/>
              <a:t>24</a:t>
            </a:fld>
            <a:endParaRPr lang="zh-CN" altLang="en-US"/>
          </a:p>
        </p:txBody>
      </p:sp>
    </p:spTree>
    <p:extLst>
      <p:ext uri="{BB962C8B-B14F-4D97-AF65-F5344CB8AC3E}">
        <p14:creationId xmlns:p14="http://schemas.microsoft.com/office/powerpoint/2010/main" val="72880176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理想气体状态方程必须要会，公式中的常量不用记，考试的时候会给</a:t>
            </a:r>
            <a:endParaRPr lang="zh-CN" altLang="en-US" dirty="0"/>
          </a:p>
        </p:txBody>
      </p:sp>
      <p:sp>
        <p:nvSpPr>
          <p:cNvPr id="4" name="灯片编号占位符 3"/>
          <p:cNvSpPr>
            <a:spLocks noGrp="1"/>
          </p:cNvSpPr>
          <p:nvPr>
            <p:ph type="sldNum" sz="quarter" idx="10"/>
          </p:nvPr>
        </p:nvSpPr>
        <p:spPr/>
        <p:txBody>
          <a:bodyPr/>
          <a:lstStyle/>
          <a:p>
            <a:fld id="{6B90D267-5100-43F8-A0B1-3A88599831AC}" type="slidenum">
              <a:rPr lang="zh-CN" altLang="en-US" smtClean="0"/>
              <a:pPr/>
              <a:t>26</a:t>
            </a:fld>
            <a:endParaRPr lang="zh-CN" altLang="en-US"/>
          </a:p>
        </p:txBody>
      </p:sp>
    </p:spTree>
    <p:extLst>
      <p:ext uri="{BB962C8B-B14F-4D97-AF65-F5344CB8AC3E}">
        <p14:creationId xmlns:p14="http://schemas.microsoft.com/office/powerpoint/2010/main" val="408937921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就这一个公式要知道，其他的公式理解就好</a:t>
            </a:r>
            <a:endParaRPr lang="zh-CN" altLang="en-US" dirty="0"/>
          </a:p>
        </p:txBody>
      </p:sp>
      <p:sp>
        <p:nvSpPr>
          <p:cNvPr id="4" name="灯片编号占位符 3"/>
          <p:cNvSpPr>
            <a:spLocks noGrp="1"/>
          </p:cNvSpPr>
          <p:nvPr>
            <p:ph type="sldNum" sz="quarter" idx="10"/>
          </p:nvPr>
        </p:nvSpPr>
        <p:spPr/>
        <p:txBody>
          <a:bodyPr/>
          <a:lstStyle/>
          <a:p>
            <a:fld id="{6B90D267-5100-43F8-A0B1-3A88599831AC}" type="slidenum">
              <a:rPr lang="zh-CN" altLang="en-US" smtClean="0"/>
              <a:pPr/>
              <a:t>27</a:t>
            </a:fld>
            <a:endParaRPr lang="zh-CN" altLang="en-US"/>
          </a:p>
        </p:txBody>
      </p:sp>
    </p:spTree>
    <p:extLst>
      <p:ext uri="{BB962C8B-B14F-4D97-AF65-F5344CB8AC3E}">
        <p14:creationId xmlns:p14="http://schemas.microsoft.com/office/powerpoint/2010/main" val="35468380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自由度要会，记住！</a:t>
            </a:r>
            <a:endParaRPr lang="en-US" altLang="zh-CN" dirty="0" smtClean="0"/>
          </a:p>
          <a:p>
            <a:r>
              <a:rPr lang="zh-CN" altLang="en-US" dirty="0" smtClean="0"/>
              <a:t>能量均分要知道</a:t>
            </a:r>
            <a:endParaRPr lang="en-US" altLang="zh-CN" dirty="0" smtClean="0"/>
          </a:p>
          <a:p>
            <a:endParaRPr lang="en-US" altLang="zh-CN" dirty="0" smtClean="0"/>
          </a:p>
        </p:txBody>
      </p:sp>
      <p:sp>
        <p:nvSpPr>
          <p:cNvPr id="4" name="灯片编号占位符 3"/>
          <p:cNvSpPr>
            <a:spLocks noGrp="1"/>
          </p:cNvSpPr>
          <p:nvPr>
            <p:ph type="sldNum" sz="quarter" idx="10"/>
          </p:nvPr>
        </p:nvSpPr>
        <p:spPr/>
        <p:txBody>
          <a:bodyPr/>
          <a:lstStyle/>
          <a:p>
            <a:fld id="{6B90D267-5100-43F8-A0B1-3A88599831AC}" type="slidenum">
              <a:rPr lang="zh-CN" altLang="en-US" smtClean="0"/>
              <a:pPr/>
              <a:t>28</a:t>
            </a:fld>
            <a:endParaRPr lang="zh-CN" altLang="en-US"/>
          </a:p>
        </p:txBody>
      </p:sp>
    </p:spTree>
    <p:extLst>
      <p:ext uri="{BB962C8B-B14F-4D97-AF65-F5344CB8AC3E}">
        <p14:creationId xmlns:p14="http://schemas.microsoft.com/office/powerpoint/2010/main" val="221025374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幻灯片图像占位符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备注占位符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r>
              <a:rPr lang="zh-CN" altLang="en-US" dirty="0" smtClean="0"/>
              <a:t>类似这种题的要会算，光记住数据没用</a:t>
            </a:r>
            <a:endParaRPr lang="zh-CN" altLang="en-US" dirty="0" smtClean="0"/>
          </a:p>
        </p:txBody>
      </p:sp>
      <p:sp>
        <p:nvSpPr>
          <p:cNvPr id="64516" name="灯片编号占位符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fld id="{0331CC48-C7AE-4A1C-8622-F55C96E6E882}" type="slidenum">
              <a:rPr lang="en-US" altLang="zh-CN"/>
              <a:pPr eaLnBrk="1" hangingPunct="1"/>
              <a:t>29</a:t>
            </a:fld>
            <a:endParaRPr lang="en-US" altLang="zh-CN"/>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这些都得会！！听明白了啊！！</a:t>
            </a:r>
            <a:endParaRPr lang="zh-CN" altLang="en-US" dirty="0"/>
          </a:p>
        </p:txBody>
      </p:sp>
      <p:sp>
        <p:nvSpPr>
          <p:cNvPr id="4" name="灯片编号占位符 3"/>
          <p:cNvSpPr>
            <a:spLocks noGrp="1"/>
          </p:cNvSpPr>
          <p:nvPr>
            <p:ph type="sldNum" sz="quarter" idx="10"/>
          </p:nvPr>
        </p:nvSpPr>
        <p:spPr/>
        <p:txBody>
          <a:bodyPr/>
          <a:lstStyle/>
          <a:p>
            <a:fld id="{6B90D267-5100-43F8-A0B1-3A88599831AC}" type="slidenum">
              <a:rPr lang="zh-CN" altLang="en-US" smtClean="0"/>
              <a:pPr/>
              <a:t>30</a:t>
            </a:fld>
            <a:endParaRPr lang="zh-CN" altLang="en-US"/>
          </a:p>
        </p:txBody>
      </p:sp>
    </p:spTree>
    <p:extLst>
      <p:ext uri="{BB962C8B-B14F-4D97-AF65-F5344CB8AC3E}">
        <p14:creationId xmlns:p14="http://schemas.microsoft.com/office/powerpoint/2010/main" val="179628425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麦克斯韦速率分布律公式要大概知道</a:t>
            </a:r>
            <a:endParaRPr lang="en-US" altLang="zh-CN" dirty="0" smtClean="0"/>
          </a:p>
          <a:p>
            <a:r>
              <a:rPr lang="zh-CN" altLang="en-US" dirty="0" smtClean="0"/>
              <a:t>三个速率要理解是什么意思，光背公式没用</a:t>
            </a:r>
            <a:endParaRPr lang="zh-CN" altLang="en-US" dirty="0"/>
          </a:p>
        </p:txBody>
      </p:sp>
      <p:sp>
        <p:nvSpPr>
          <p:cNvPr id="4" name="灯片编号占位符 3"/>
          <p:cNvSpPr>
            <a:spLocks noGrp="1"/>
          </p:cNvSpPr>
          <p:nvPr>
            <p:ph type="sldNum" sz="quarter" idx="10"/>
          </p:nvPr>
        </p:nvSpPr>
        <p:spPr/>
        <p:txBody>
          <a:bodyPr/>
          <a:lstStyle/>
          <a:p>
            <a:fld id="{6B90D267-5100-43F8-A0B1-3A88599831AC}" type="slidenum">
              <a:rPr lang="zh-CN" altLang="en-US" smtClean="0"/>
              <a:pPr/>
              <a:t>31</a:t>
            </a:fld>
            <a:endParaRPr lang="zh-CN" altLang="en-US"/>
          </a:p>
        </p:txBody>
      </p:sp>
    </p:spTree>
    <p:extLst>
      <p:ext uri="{BB962C8B-B14F-4D97-AF65-F5344CB8AC3E}">
        <p14:creationId xmlns:p14="http://schemas.microsoft.com/office/powerpoint/2010/main" val="105982893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所有这些都不考！！！！</a:t>
            </a:r>
            <a:endParaRPr lang="zh-CN" altLang="en-US" dirty="0"/>
          </a:p>
        </p:txBody>
      </p:sp>
      <p:sp>
        <p:nvSpPr>
          <p:cNvPr id="4" name="灯片编号占位符 3"/>
          <p:cNvSpPr>
            <a:spLocks noGrp="1"/>
          </p:cNvSpPr>
          <p:nvPr>
            <p:ph type="sldNum" sz="quarter" idx="10"/>
          </p:nvPr>
        </p:nvSpPr>
        <p:spPr/>
        <p:txBody>
          <a:bodyPr/>
          <a:lstStyle/>
          <a:p>
            <a:fld id="{6B90D267-5100-43F8-A0B1-3A88599831AC}" type="slidenum">
              <a:rPr lang="zh-CN" altLang="en-US" smtClean="0"/>
              <a:pPr/>
              <a:t>32</a:t>
            </a:fld>
            <a:endParaRPr lang="zh-CN" altLang="en-US"/>
          </a:p>
        </p:txBody>
      </p:sp>
    </p:spTree>
    <p:extLst>
      <p:ext uri="{BB962C8B-B14F-4D97-AF65-F5344CB8AC3E}">
        <p14:creationId xmlns:p14="http://schemas.microsoft.com/office/powerpoint/2010/main" val="320589110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图怎么画要知道</a:t>
            </a:r>
            <a:endParaRPr lang="en-US" altLang="zh-CN" dirty="0" smtClean="0"/>
          </a:p>
          <a:p>
            <a:r>
              <a:rPr lang="zh-CN" altLang="en-US" dirty="0" smtClean="0"/>
              <a:t>做功、传热</a:t>
            </a:r>
            <a:endParaRPr lang="en-US" altLang="zh-CN" dirty="0" smtClean="0"/>
          </a:p>
          <a:p>
            <a:r>
              <a:rPr lang="zh-CN" altLang="en-US" dirty="0" smtClean="0"/>
              <a:t>热力学第一定律一定得知道</a:t>
            </a:r>
            <a:endParaRPr lang="en-US" altLang="zh-CN" dirty="0" smtClean="0"/>
          </a:p>
          <a:p>
            <a:r>
              <a:rPr lang="zh-CN" altLang="en-US" dirty="0" smtClean="0"/>
              <a:t>内能是状态量</a:t>
            </a:r>
            <a:endParaRPr lang="zh-CN" altLang="en-US" dirty="0"/>
          </a:p>
        </p:txBody>
      </p:sp>
      <p:sp>
        <p:nvSpPr>
          <p:cNvPr id="4" name="灯片编号占位符 3"/>
          <p:cNvSpPr>
            <a:spLocks noGrp="1"/>
          </p:cNvSpPr>
          <p:nvPr>
            <p:ph type="sldNum" sz="quarter" idx="10"/>
          </p:nvPr>
        </p:nvSpPr>
        <p:spPr/>
        <p:txBody>
          <a:bodyPr/>
          <a:lstStyle/>
          <a:p>
            <a:fld id="{6B90D267-5100-43F8-A0B1-3A88599831AC}" type="slidenum">
              <a:rPr lang="zh-CN" altLang="en-US" smtClean="0"/>
              <a:pPr/>
              <a:t>33</a:t>
            </a:fld>
            <a:endParaRPr lang="zh-CN" altLang="en-US"/>
          </a:p>
        </p:txBody>
      </p:sp>
    </p:spTree>
    <p:extLst>
      <p:ext uri="{BB962C8B-B14F-4D97-AF65-F5344CB8AC3E}">
        <p14:creationId xmlns:p14="http://schemas.microsoft.com/office/powerpoint/2010/main" val="354361881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体积功要会算，不会算就太过分了！</a:t>
            </a:r>
            <a:endParaRPr lang="en-US" altLang="zh-CN" dirty="0" smtClean="0"/>
          </a:p>
          <a:p>
            <a:r>
              <a:rPr lang="zh-CN" altLang="en-US" dirty="0" smtClean="0"/>
              <a:t>算热量与热容两种方法要会</a:t>
            </a:r>
            <a:endParaRPr lang="en-US" altLang="zh-CN" dirty="0" smtClean="0"/>
          </a:p>
          <a:p>
            <a:r>
              <a:rPr lang="zh-CN" altLang="en-US" dirty="0" smtClean="0"/>
              <a:t>本页内容 这些都得会啊</a:t>
            </a:r>
            <a:endParaRPr lang="zh-CN" altLang="en-US" dirty="0"/>
          </a:p>
        </p:txBody>
      </p:sp>
      <p:sp>
        <p:nvSpPr>
          <p:cNvPr id="4" name="灯片编号占位符 3"/>
          <p:cNvSpPr>
            <a:spLocks noGrp="1"/>
          </p:cNvSpPr>
          <p:nvPr>
            <p:ph type="sldNum" sz="quarter" idx="10"/>
          </p:nvPr>
        </p:nvSpPr>
        <p:spPr/>
        <p:txBody>
          <a:bodyPr/>
          <a:lstStyle/>
          <a:p>
            <a:fld id="{6B90D267-5100-43F8-A0B1-3A88599831AC}" type="slidenum">
              <a:rPr lang="zh-CN" altLang="en-US" smtClean="0"/>
              <a:pPr/>
              <a:t>34</a:t>
            </a:fld>
            <a:endParaRPr lang="zh-CN" altLang="en-US"/>
          </a:p>
        </p:txBody>
      </p:sp>
    </p:spTree>
    <p:extLst>
      <p:ext uri="{BB962C8B-B14F-4D97-AF65-F5344CB8AC3E}">
        <p14:creationId xmlns:p14="http://schemas.microsoft.com/office/powerpoint/2010/main" val="171151330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怎么判断哪个路径吸热多  一定要会</a:t>
            </a:r>
            <a:endParaRPr lang="zh-CN" altLang="en-US" dirty="0"/>
          </a:p>
        </p:txBody>
      </p:sp>
      <p:sp>
        <p:nvSpPr>
          <p:cNvPr id="4" name="灯片编号占位符 3"/>
          <p:cNvSpPr>
            <a:spLocks noGrp="1"/>
          </p:cNvSpPr>
          <p:nvPr>
            <p:ph type="sldNum" sz="quarter" idx="10"/>
          </p:nvPr>
        </p:nvSpPr>
        <p:spPr/>
        <p:txBody>
          <a:bodyPr/>
          <a:lstStyle/>
          <a:p>
            <a:fld id="{6B90D267-5100-43F8-A0B1-3A88599831AC}" type="slidenum">
              <a:rPr lang="zh-CN" altLang="en-US" smtClean="0"/>
              <a:pPr/>
              <a:t>35</a:t>
            </a:fld>
            <a:endParaRPr lang="zh-CN" altLang="en-US"/>
          </a:p>
        </p:txBody>
      </p:sp>
    </p:spTree>
    <p:extLst>
      <p:ext uri="{BB962C8B-B14F-4D97-AF65-F5344CB8AC3E}">
        <p14:creationId xmlns:p14="http://schemas.microsoft.com/office/powerpoint/2010/main" val="108227861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这三个过程都得会，不会就太过分了！</a:t>
            </a:r>
            <a:endParaRPr lang="en-US" altLang="zh-CN" dirty="0" smtClean="0"/>
          </a:p>
          <a:p>
            <a:r>
              <a:rPr lang="zh-CN" altLang="en-US" dirty="0" smtClean="0"/>
              <a:t>准静态绝热过程都得会，绝热自由膨胀都得会</a:t>
            </a:r>
            <a:endParaRPr lang="en-US" altLang="zh-CN" dirty="0" smtClean="0"/>
          </a:p>
        </p:txBody>
      </p:sp>
      <p:sp>
        <p:nvSpPr>
          <p:cNvPr id="4" name="灯片编号占位符 3"/>
          <p:cNvSpPr>
            <a:spLocks noGrp="1"/>
          </p:cNvSpPr>
          <p:nvPr>
            <p:ph type="sldNum" sz="quarter" idx="10"/>
          </p:nvPr>
        </p:nvSpPr>
        <p:spPr/>
        <p:txBody>
          <a:bodyPr/>
          <a:lstStyle/>
          <a:p>
            <a:fld id="{6B90D267-5100-43F8-A0B1-3A88599831AC}" type="slidenum">
              <a:rPr lang="zh-CN" altLang="en-US" smtClean="0"/>
              <a:pPr/>
              <a:t>36</a:t>
            </a:fld>
            <a:endParaRPr lang="zh-CN" altLang="en-US"/>
          </a:p>
        </p:txBody>
      </p:sp>
    </p:spTree>
    <p:extLst>
      <p:ext uri="{BB962C8B-B14F-4D97-AF65-F5344CB8AC3E}">
        <p14:creationId xmlns:p14="http://schemas.microsoft.com/office/powerpoint/2010/main" val="125851219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记住</a:t>
            </a:r>
            <a:endParaRPr lang="zh-CN" altLang="en-US" dirty="0"/>
          </a:p>
        </p:txBody>
      </p:sp>
      <p:sp>
        <p:nvSpPr>
          <p:cNvPr id="4" name="灯片编号占位符 3"/>
          <p:cNvSpPr>
            <a:spLocks noGrp="1"/>
          </p:cNvSpPr>
          <p:nvPr>
            <p:ph type="sldNum" sz="quarter" idx="10"/>
          </p:nvPr>
        </p:nvSpPr>
        <p:spPr/>
        <p:txBody>
          <a:bodyPr/>
          <a:lstStyle/>
          <a:p>
            <a:fld id="{6B90D267-5100-43F8-A0B1-3A88599831AC}" type="slidenum">
              <a:rPr lang="zh-CN" altLang="en-US" smtClean="0"/>
              <a:pPr/>
              <a:t>37</a:t>
            </a:fld>
            <a:endParaRPr lang="zh-CN" altLang="en-US"/>
          </a:p>
        </p:txBody>
      </p:sp>
    </p:spTree>
    <p:extLst>
      <p:ext uri="{BB962C8B-B14F-4D97-AF65-F5344CB8AC3E}">
        <p14:creationId xmlns:p14="http://schemas.microsoft.com/office/powerpoint/2010/main" val="3937144225"/>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相同的初始状态！！</a:t>
            </a:r>
            <a:endParaRPr lang="zh-CN" altLang="en-US" dirty="0"/>
          </a:p>
        </p:txBody>
      </p:sp>
      <p:sp>
        <p:nvSpPr>
          <p:cNvPr id="4" name="灯片编号占位符 3"/>
          <p:cNvSpPr>
            <a:spLocks noGrp="1"/>
          </p:cNvSpPr>
          <p:nvPr>
            <p:ph type="sldNum" sz="quarter" idx="10"/>
          </p:nvPr>
        </p:nvSpPr>
        <p:spPr/>
        <p:txBody>
          <a:bodyPr/>
          <a:lstStyle/>
          <a:p>
            <a:fld id="{6B90D267-5100-43F8-A0B1-3A88599831AC}" type="slidenum">
              <a:rPr lang="zh-CN" altLang="en-US" smtClean="0"/>
              <a:pPr/>
              <a:t>38</a:t>
            </a:fld>
            <a:endParaRPr lang="zh-CN" altLang="en-US"/>
          </a:p>
        </p:txBody>
      </p:sp>
    </p:spTree>
    <p:extLst>
      <p:ext uri="{BB962C8B-B14F-4D97-AF65-F5344CB8AC3E}">
        <p14:creationId xmlns:p14="http://schemas.microsoft.com/office/powerpoint/2010/main" val="355635758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染色句子要记住！！</a:t>
            </a:r>
            <a:endParaRPr lang="zh-CN" altLang="en-US" dirty="0"/>
          </a:p>
        </p:txBody>
      </p:sp>
      <p:sp>
        <p:nvSpPr>
          <p:cNvPr id="4" name="灯片编号占位符 3"/>
          <p:cNvSpPr>
            <a:spLocks noGrp="1"/>
          </p:cNvSpPr>
          <p:nvPr>
            <p:ph type="sldNum" sz="quarter" idx="10"/>
          </p:nvPr>
        </p:nvSpPr>
        <p:spPr/>
        <p:txBody>
          <a:bodyPr/>
          <a:lstStyle/>
          <a:p>
            <a:fld id="{6B90D267-5100-43F8-A0B1-3A88599831AC}" type="slidenum">
              <a:rPr lang="zh-CN" altLang="en-US" smtClean="0"/>
              <a:pPr/>
              <a:t>39</a:t>
            </a:fld>
            <a:endParaRPr lang="zh-CN" altLang="en-US"/>
          </a:p>
        </p:txBody>
      </p:sp>
    </p:spTree>
    <p:extLst>
      <p:ext uri="{BB962C8B-B14F-4D97-AF65-F5344CB8AC3E}">
        <p14:creationId xmlns:p14="http://schemas.microsoft.com/office/powerpoint/2010/main" val="350405553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效率要会算呀</a:t>
            </a:r>
            <a:r>
              <a:rPr lang="en-US" altLang="zh-CN" dirty="0" smtClean="0"/>
              <a:t>~</a:t>
            </a:r>
            <a:r>
              <a:rPr lang="zh-CN" altLang="en-US" dirty="0" smtClean="0"/>
              <a:t>！</a:t>
            </a:r>
            <a:endParaRPr lang="en-US" altLang="zh-CN" dirty="0" smtClean="0"/>
          </a:p>
          <a:p>
            <a:r>
              <a:rPr lang="zh-CN" altLang="en-US" dirty="0" smtClean="0"/>
              <a:t>卡诺循环知道一下就好了</a:t>
            </a:r>
            <a:endParaRPr lang="zh-CN" altLang="en-US" dirty="0"/>
          </a:p>
        </p:txBody>
      </p:sp>
      <p:sp>
        <p:nvSpPr>
          <p:cNvPr id="4" name="灯片编号占位符 3"/>
          <p:cNvSpPr>
            <a:spLocks noGrp="1"/>
          </p:cNvSpPr>
          <p:nvPr>
            <p:ph type="sldNum" sz="quarter" idx="10"/>
          </p:nvPr>
        </p:nvSpPr>
        <p:spPr/>
        <p:txBody>
          <a:bodyPr/>
          <a:lstStyle/>
          <a:p>
            <a:fld id="{6B90D267-5100-43F8-A0B1-3A88599831AC}" type="slidenum">
              <a:rPr lang="zh-CN" altLang="en-US" smtClean="0"/>
              <a:pPr/>
              <a:t>40</a:t>
            </a:fld>
            <a:endParaRPr lang="zh-CN" altLang="en-US"/>
          </a:p>
        </p:txBody>
      </p:sp>
    </p:spTree>
    <p:extLst>
      <p:ext uri="{BB962C8B-B14F-4D97-AF65-F5344CB8AC3E}">
        <p14:creationId xmlns:p14="http://schemas.microsoft.com/office/powerpoint/2010/main" val="290881302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要分得出可逆还是不可逆！！</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6B90D267-5100-43F8-A0B1-3A88599831AC}" type="slidenum">
              <a:rPr lang="zh-CN" altLang="en-US" smtClean="0"/>
              <a:pPr/>
              <a:t>41</a:t>
            </a:fld>
            <a:endParaRPr lang="zh-CN" altLang="en-US"/>
          </a:p>
        </p:txBody>
      </p:sp>
    </p:spTree>
    <p:extLst>
      <p:ext uri="{BB962C8B-B14F-4D97-AF65-F5344CB8AC3E}">
        <p14:creationId xmlns:p14="http://schemas.microsoft.com/office/powerpoint/2010/main" val="190236050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一般理解，知道一下就好了</a:t>
            </a:r>
            <a:endParaRPr lang="en-US" altLang="zh-CN" dirty="0" smtClean="0"/>
          </a:p>
          <a:p>
            <a:r>
              <a:rPr lang="zh-CN" altLang="en-US" dirty="0" smtClean="0"/>
              <a:t>这个公式还是要会的</a:t>
            </a:r>
            <a:endParaRPr lang="zh-CN" altLang="en-US" dirty="0"/>
          </a:p>
        </p:txBody>
      </p:sp>
      <p:sp>
        <p:nvSpPr>
          <p:cNvPr id="4" name="灯片编号占位符 3"/>
          <p:cNvSpPr>
            <a:spLocks noGrp="1"/>
          </p:cNvSpPr>
          <p:nvPr>
            <p:ph type="sldNum" sz="quarter" idx="10"/>
          </p:nvPr>
        </p:nvSpPr>
        <p:spPr/>
        <p:txBody>
          <a:bodyPr/>
          <a:lstStyle/>
          <a:p>
            <a:fld id="{6B90D267-5100-43F8-A0B1-3A88599831AC}" type="slidenum">
              <a:rPr lang="zh-CN" altLang="en-US" smtClean="0"/>
              <a:pPr/>
              <a:t>42</a:t>
            </a:fld>
            <a:endParaRPr lang="zh-CN" altLang="en-US"/>
          </a:p>
        </p:txBody>
      </p:sp>
    </p:spTree>
    <p:extLst>
      <p:ext uri="{BB962C8B-B14F-4D97-AF65-F5344CB8AC3E}">
        <p14:creationId xmlns:p14="http://schemas.microsoft.com/office/powerpoint/2010/main" val="352450888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一般理解  知道有什么事就好了</a:t>
            </a:r>
            <a:endParaRPr lang="zh-CN" altLang="en-US" dirty="0"/>
          </a:p>
        </p:txBody>
      </p:sp>
      <p:sp>
        <p:nvSpPr>
          <p:cNvPr id="4" name="灯片编号占位符 3"/>
          <p:cNvSpPr>
            <a:spLocks noGrp="1"/>
          </p:cNvSpPr>
          <p:nvPr>
            <p:ph type="sldNum" sz="quarter" idx="10"/>
          </p:nvPr>
        </p:nvSpPr>
        <p:spPr/>
        <p:txBody>
          <a:bodyPr/>
          <a:lstStyle/>
          <a:p>
            <a:fld id="{6B90D267-5100-43F8-A0B1-3A88599831AC}" type="slidenum">
              <a:rPr lang="zh-CN" altLang="en-US" smtClean="0"/>
              <a:pPr/>
              <a:t>43</a:t>
            </a:fld>
            <a:endParaRPr lang="zh-CN" altLang="en-US"/>
          </a:p>
        </p:txBody>
      </p:sp>
    </p:spTree>
    <p:extLst>
      <p:ext uri="{BB962C8B-B14F-4D97-AF65-F5344CB8AC3E}">
        <p14:creationId xmlns:p14="http://schemas.microsoft.com/office/powerpoint/2010/main" val="346692571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这个东西要是不知道就过分了</a:t>
            </a:r>
            <a:endParaRPr lang="zh-CN" altLang="en-US" dirty="0"/>
          </a:p>
        </p:txBody>
      </p:sp>
      <p:sp>
        <p:nvSpPr>
          <p:cNvPr id="4" name="灯片编号占位符 3"/>
          <p:cNvSpPr>
            <a:spLocks noGrp="1"/>
          </p:cNvSpPr>
          <p:nvPr>
            <p:ph type="sldNum" sz="quarter" idx="10"/>
          </p:nvPr>
        </p:nvSpPr>
        <p:spPr/>
        <p:txBody>
          <a:bodyPr/>
          <a:lstStyle/>
          <a:p>
            <a:fld id="{6B90D267-5100-43F8-A0B1-3A88599831AC}" type="slidenum">
              <a:rPr lang="zh-CN" altLang="en-US" smtClean="0"/>
              <a:pPr/>
              <a:t>44</a:t>
            </a:fld>
            <a:endParaRPr lang="zh-CN" altLang="en-US"/>
          </a:p>
        </p:txBody>
      </p:sp>
    </p:spTree>
    <p:extLst>
      <p:ext uri="{BB962C8B-B14F-4D97-AF65-F5344CB8AC3E}">
        <p14:creationId xmlns:p14="http://schemas.microsoft.com/office/powerpoint/2010/main" val="361730151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要会啊</a:t>
            </a:r>
            <a:endParaRPr lang="zh-CN" altLang="en-US" dirty="0"/>
          </a:p>
        </p:txBody>
      </p:sp>
      <p:sp>
        <p:nvSpPr>
          <p:cNvPr id="4" name="灯片编号占位符 3"/>
          <p:cNvSpPr>
            <a:spLocks noGrp="1"/>
          </p:cNvSpPr>
          <p:nvPr>
            <p:ph type="sldNum" sz="quarter" idx="10"/>
          </p:nvPr>
        </p:nvSpPr>
        <p:spPr/>
        <p:txBody>
          <a:bodyPr/>
          <a:lstStyle/>
          <a:p>
            <a:fld id="{6B90D267-5100-43F8-A0B1-3A88599831AC}" type="slidenum">
              <a:rPr lang="zh-CN" altLang="en-US" smtClean="0"/>
              <a:pPr/>
              <a:t>45</a:t>
            </a:fld>
            <a:endParaRPr lang="zh-CN" altLang="en-US"/>
          </a:p>
        </p:txBody>
      </p:sp>
    </p:spTree>
    <p:extLst>
      <p:ext uri="{BB962C8B-B14F-4D97-AF65-F5344CB8AC3E}">
        <p14:creationId xmlns:p14="http://schemas.microsoft.com/office/powerpoint/2010/main" val="3159278434"/>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这些要知道  不要太过分了啊</a:t>
            </a:r>
            <a:endParaRPr lang="en-US" altLang="zh-CN" dirty="0" smtClean="0"/>
          </a:p>
        </p:txBody>
      </p:sp>
      <p:sp>
        <p:nvSpPr>
          <p:cNvPr id="4" name="灯片编号占位符 3"/>
          <p:cNvSpPr>
            <a:spLocks noGrp="1"/>
          </p:cNvSpPr>
          <p:nvPr>
            <p:ph type="sldNum" sz="quarter" idx="10"/>
          </p:nvPr>
        </p:nvSpPr>
        <p:spPr/>
        <p:txBody>
          <a:bodyPr/>
          <a:lstStyle/>
          <a:p>
            <a:fld id="{6B90D267-5100-43F8-A0B1-3A88599831AC}" type="slidenum">
              <a:rPr lang="zh-CN" altLang="en-US" smtClean="0"/>
              <a:pPr/>
              <a:t>46</a:t>
            </a:fld>
            <a:endParaRPr lang="zh-CN" altLang="en-US"/>
          </a:p>
        </p:txBody>
      </p:sp>
    </p:spTree>
    <p:extLst>
      <p:ext uri="{BB962C8B-B14F-4D97-AF65-F5344CB8AC3E}">
        <p14:creationId xmlns:p14="http://schemas.microsoft.com/office/powerpoint/2010/main" val="135383727"/>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这一类题  写振动方程  要会，光会这一道题没用</a:t>
            </a:r>
            <a:endParaRPr lang="zh-CN" altLang="en-US" dirty="0"/>
          </a:p>
        </p:txBody>
      </p:sp>
      <p:sp>
        <p:nvSpPr>
          <p:cNvPr id="4" name="灯片编号占位符 3"/>
          <p:cNvSpPr>
            <a:spLocks noGrp="1"/>
          </p:cNvSpPr>
          <p:nvPr>
            <p:ph type="sldNum" sz="quarter" idx="10"/>
          </p:nvPr>
        </p:nvSpPr>
        <p:spPr/>
        <p:txBody>
          <a:bodyPr/>
          <a:lstStyle/>
          <a:p>
            <a:fld id="{6B90D267-5100-43F8-A0B1-3A88599831AC}" type="slidenum">
              <a:rPr lang="zh-CN" altLang="en-US" smtClean="0"/>
              <a:pPr/>
              <a:t>49</a:t>
            </a:fld>
            <a:endParaRPr lang="zh-CN" altLang="en-US"/>
          </a:p>
        </p:txBody>
      </p:sp>
    </p:spTree>
    <p:extLst>
      <p:ext uri="{BB962C8B-B14F-4D97-AF65-F5344CB8AC3E}">
        <p14:creationId xmlns:p14="http://schemas.microsoft.com/office/powerpoint/2010/main" val="2674680142"/>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这些该会的还是要会，最重要的是前面波函数的部分</a:t>
            </a:r>
            <a:endParaRPr lang="zh-CN" altLang="en-US" dirty="0"/>
          </a:p>
        </p:txBody>
      </p:sp>
      <p:sp>
        <p:nvSpPr>
          <p:cNvPr id="4" name="灯片编号占位符 3"/>
          <p:cNvSpPr>
            <a:spLocks noGrp="1"/>
          </p:cNvSpPr>
          <p:nvPr>
            <p:ph type="sldNum" sz="quarter" idx="10"/>
          </p:nvPr>
        </p:nvSpPr>
        <p:spPr/>
        <p:txBody>
          <a:bodyPr/>
          <a:lstStyle/>
          <a:p>
            <a:fld id="{6B90D267-5100-43F8-A0B1-3A88599831AC}" type="slidenum">
              <a:rPr lang="zh-CN" altLang="en-US" smtClean="0"/>
              <a:pPr/>
              <a:t>50</a:t>
            </a:fld>
            <a:endParaRPr lang="zh-CN" altLang="en-US"/>
          </a:p>
        </p:txBody>
      </p:sp>
    </p:spTree>
    <p:extLst>
      <p:ext uri="{BB962C8B-B14F-4D97-AF65-F5344CB8AC3E}">
        <p14:creationId xmlns:p14="http://schemas.microsoft.com/office/powerpoint/2010/main" val="295045481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波的叠加要理解  干涉条件要知道</a:t>
            </a:r>
            <a:endParaRPr lang="zh-CN" altLang="en-US" dirty="0"/>
          </a:p>
        </p:txBody>
      </p:sp>
      <p:sp>
        <p:nvSpPr>
          <p:cNvPr id="4" name="灯片编号占位符 3"/>
          <p:cNvSpPr>
            <a:spLocks noGrp="1"/>
          </p:cNvSpPr>
          <p:nvPr>
            <p:ph type="sldNum" sz="quarter" idx="10"/>
          </p:nvPr>
        </p:nvSpPr>
        <p:spPr/>
        <p:txBody>
          <a:bodyPr/>
          <a:lstStyle/>
          <a:p>
            <a:fld id="{6B90D267-5100-43F8-A0B1-3A88599831AC}" type="slidenum">
              <a:rPr lang="zh-CN" altLang="en-US" smtClean="0"/>
              <a:pPr/>
              <a:t>52</a:t>
            </a:fld>
            <a:endParaRPr lang="zh-CN" altLang="en-US"/>
          </a:p>
        </p:txBody>
      </p:sp>
    </p:spTree>
    <p:extLst>
      <p:ext uri="{BB962C8B-B14F-4D97-AF65-F5344CB8AC3E}">
        <p14:creationId xmlns:p14="http://schemas.microsoft.com/office/powerpoint/2010/main" val="96381634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这一类的题都要会写，光会这一道题没用</a:t>
            </a:r>
            <a:endParaRPr lang="zh-CN" altLang="en-US" dirty="0"/>
          </a:p>
        </p:txBody>
      </p:sp>
      <p:sp>
        <p:nvSpPr>
          <p:cNvPr id="4" name="灯片编号占位符 3"/>
          <p:cNvSpPr>
            <a:spLocks noGrp="1"/>
          </p:cNvSpPr>
          <p:nvPr>
            <p:ph type="sldNum" sz="quarter" idx="10"/>
          </p:nvPr>
        </p:nvSpPr>
        <p:spPr/>
        <p:txBody>
          <a:bodyPr/>
          <a:lstStyle/>
          <a:p>
            <a:fld id="{6B90D267-5100-43F8-A0B1-3A88599831AC}" type="slidenum">
              <a:rPr lang="zh-CN" altLang="en-US" smtClean="0"/>
              <a:pPr/>
              <a:t>53</a:t>
            </a:fld>
            <a:endParaRPr lang="zh-CN" altLang="en-US"/>
          </a:p>
        </p:txBody>
      </p:sp>
    </p:spTree>
    <p:extLst>
      <p:ext uri="{BB962C8B-B14F-4D97-AF65-F5344CB8AC3E}">
        <p14:creationId xmlns:p14="http://schemas.microsoft.com/office/powerpoint/2010/main" val="197179334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光程差  最基本的东西</a:t>
            </a:r>
            <a:endParaRPr lang="en-US" altLang="zh-CN" dirty="0" smtClean="0"/>
          </a:p>
          <a:p>
            <a:r>
              <a:rPr lang="en-US" altLang="zh-CN" dirty="0" smtClean="0"/>
              <a:t>4.3 </a:t>
            </a:r>
            <a:r>
              <a:rPr lang="zh-CN" altLang="en-US" dirty="0" smtClean="0"/>
              <a:t>杨氏双缝干涉 必须得会</a:t>
            </a:r>
            <a:endParaRPr lang="zh-CN" altLang="en-US" dirty="0"/>
          </a:p>
        </p:txBody>
      </p:sp>
      <p:sp>
        <p:nvSpPr>
          <p:cNvPr id="4" name="灯片编号占位符 3"/>
          <p:cNvSpPr>
            <a:spLocks noGrp="1"/>
          </p:cNvSpPr>
          <p:nvPr>
            <p:ph type="sldNum" sz="quarter" idx="10"/>
          </p:nvPr>
        </p:nvSpPr>
        <p:spPr/>
        <p:txBody>
          <a:bodyPr/>
          <a:lstStyle/>
          <a:p>
            <a:fld id="{6B90D267-5100-43F8-A0B1-3A88599831AC}" type="slidenum">
              <a:rPr lang="zh-CN" altLang="en-US" smtClean="0"/>
              <a:pPr/>
              <a:t>54</a:t>
            </a:fld>
            <a:endParaRPr lang="zh-CN" altLang="en-US"/>
          </a:p>
        </p:txBody>
      </p:sp>
    </p:spTree>
    <p:extLst>
      <p:ext uri="{BB962C8B-B14F-4D97-AF65-F5344CB8AC3E}">
        <p14:creationId xmlns:p14="http://schemas.microsoft.com/office/powerpoint/2010/main" val="188065787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等厚干涉最重要</a:t>
            </a:r>
            <a:endParaRPr lang="en-US" altLang="zh-CN" dirty="0" smtClean="0"/>
          </a:p>
          <a:p>
            <a:endParaRPr lang="zh-CN" altLang="en-US" dirty="0"/>
          </a:p>
        </p:txBody>
      </p:sp>
      <p:sp>
        <p:nvSpPr>
          <p:cNvPr id="4" name="灯片编号占位符 3"/>
          <p:cNvSpPr>
            <a:spLocks noGrp="1"/>
          </p:cNvSpPr>
          <p:nvPr>
            <p:ph type="sldNum" sz="quarter" idx="10"/>
          </p:nvPr>
        </p:nvSpPr>
        <p:spPr/>
        <p:txBody>
          <a:bodyPr/>
          <a:lstStyle/>
          <a:p>
            <a:fld id="{6B90D267-5100-43F8-A0B1-3A88599831AC}" type="slidenum">
              <a:rPr lang="zh-CN" altLang="en-US" smtClean="0"/>
              <a:pPr/>
              <a:t>55</a:t>
            </a:fld>
            <a:endParaRPr lang="zh-CN" altLang="en-US"/>
          </a:p>
        </p:txBody>
      </p:sp>
    </p:spTree>
    <p:extLst>
      <p:ext uri="{BB962C8B-B14F-4D97-AF65-F5344CB8AC3E}">
        <p14:creationId xmlns:p14="http://schemas.microsoft.com/office/powerpoint/2010/main" val="3143341586"/>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这个要会啊！</a:t>
            </a:r>
            <a:endParaRPr lang="zh-CN" altLang="en-US" dirty="0"/>
          </a:p>
        </p:txBody>
      </p:sp>
      <p:sp>
        <p:nvSpPr>
          <p:cNvPr id="4" name="灯片编号占位符 3"/>
          <p:cNvSpPr>
            <a:spLocks noGrp="1"/>
          </p:cNvSpPr>
          <p:nvPr>
            <p:ph type="sldNum" sz="quarter" idx="10"/>
          </p:nvPr>
        </p:nvSpPr>
        <p:spPr/>
        <p:txBody>
          <a:bodyPr/>
          <a:lstStyle/>
          <a:p>
            <a:fld id="{6B90D267-5100-43F8-A0B1-3A88599831AC}" type="slidenum">
              <a:rPr lang="zh-CN" altLang="en-US" smtClean="0"/>
              <a:pPr/>
              <a:t>56</a:t>
            </a:fld>
            <a:endParaRPr lang="zh-CN" altLang="en-US"/>
          </a:p>
        </p:txBody>
      </p:sp>
    </p:spTree>
    <p:extLst>
      <p:ext uri="{BB962C8B-B14F-4D97-AF65-F5344CB8AC3E}">
        <p14:creationId xmlns:p14="http://schemas.microsoft.com/office/powerpoint/2010/main" val="130024350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等厚干涉</a:t>
            </a:r>
            <a:endParaRPr lang="en-US" altLang="zh-CN" dirty="0" smtClean="0"/>
          </a:p>
          <a:p>
            <a:r>
              <a:rPr lang="zh-CN" altLang="en-US" dirty="0" smtClean="0"/>
              <a:t>这些要会啊</a:t>
            </a:r>
            <a:endParaRPr lang="zh-CN" altLang="en-US" dirty="0"/>
          </a:p>
        </p:txBody>
      </p:sp>
      <p:sp>
        <p:nvSpPr>
          <p:cNvPr id="4" name="灯片编号占位符 3"/>
          <p:cNvSpPr>
            <a:spLocks noGrp="1"/>
          </p:cNvSpPr>
          <p:nvPr>
            <p:ph type="sldNum" sz="quarter" idx="10"/>
          </p:nvPr>
        </p:nvSpPr>
        <p:spPr/>
        <p:txBody>
          <a:bodyPr/>
          <a:lstStyle/>
          <a:p>
            <a:fld id="{6B90D267-5100-43F8-A0B1-3A88599831AC}" type="slidenum">
              <a:rPr lang="zh-CN" altLang="en-US" smtClean="0"/>
              <a:pPr/>
              <a:t>57</a:t>
            </a:fld>
            <a:endParaRPr lang="zh-CN" altLang="en-US"/>
          </a:p>
        </p:txBody>
      </p:sp>
    </p:spTree>
    <p:extLst>
      <p:ext uri="{BB962C8B-B14F-4D97-AF65-F5344CB8AC3E}">
        <p14:creationId xmlns:p14="http://schemas.microsoft.com/office/powerpoint/2010/main" val="20704698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光的衍射 只对这些有要求</a:t>
            </a:r>
            <a:endParaRPr lang="zh-CN" altLang="en-US" dirty="0"/>
          </a:p>
        </p:txBody>
      </p:sp>
      <p:sp>
        <p:nvSpPr>
          <p:cNvPr id="4" name="灯片编号占位符 3"/>
          <p:cNvSpPr>
            <a:spLocks noGrp="1"/>
          </p:cNvSpPr>
          <p:nvPr>
            <p:ph type="sldNum" sz="quarter" idx="10"/>
          </p:nvPr>
        </p:nvSpPr>
        <p:spPr/>
        <p:txBody>
          <a:bodyPr/>
          <a:lstStyle/>
          <a:p>
            <a:fld id="{6B90D267-5100-43F8-A0B1-3A88599831AC}" type="slidenum">
              <a:rPr lang="zh-CN" altLang="en-US" smtClean="0"/>
              <a:pPr/>
              <a:t>58</a:t>
            </a:fld>
            <a:endParaRPr lang="zh-CN" altLang="en-US"/>
          </a:p>
        </p:txBody>
      </p:sp>
    </p:spTree>
    <p:extLst>
      <p:ext uri="{BB962C8B-B14F-4D97-AF65-F5344CB8AC3E}">
        <p14:creationId xmlns:p14="http://schemas.microsoft.com/office/powerpoint/2010/main" val="22297575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考试范围在这</a:t>
            </a:r>
            <a:r>
              <a:rPr lang="en-US" altLang="zh-CN" dirty="0" smtClean="0"/>
              <a:t>PPT</a:t>
            </a:r>
            <a:r>
              <a:rPr lang="zh-CN" altLang="en-US" dirty="0" smtClean="0"/>
              <a:t>里面，这里面</a:t>
            </a:r>
            <a:r>
              <a:rPr lang="en-US" altLang="zh-CN" dirty="0" smtClean="0"/>
              <a:t>16</a:t>
            </a:r>
            <a:r>
              <a:rPr lang="zh-CN" altLang="en-US" dirty="0" smtClean="0"/>
              <a:t>道例题必须得会</a:t>
            </a:r>
            <a:endParaRPr lang="en-US" altLang="zh-CN" dirty="0" smtClean="0"/>
          </a:p>
          <a:p>
            <a:r>
              <a:rPr lang="zh-CN" altLang="en-US" dirty="0" smtClean="0"/>
              <a:t>其他类似的题也要会</a:t>
            </a:r>
            <a:endParaRPr lang="en-US" altLang="zh-CN" dirty="0" smtClean="0"/>
          </a:p>
          <a:p>
            <a:r>
              <a:rPr lang="zh-CN" altLang="en-US" dirty="0" smtClean="0"/>
              <a:t>有两套题，教务处随机抽</a:t>
            </a:r>
            <a:endParaRPr lang="en-US" altLang="zh-CN" dirty="0" smtClean="0"/>
          </a:p>
          <a:p>
            <a:r>
              <a:rPr lang="zh-CN" altLang="en-US" dirty="0" smtClean="0"/>
              <a:t>重点在力学与热学</a:t>
            </a:r>
            <a:endParaRPr lang="zh-CN" altLang="en-US" dirty="0"/>
          </a:p>
        </p:txBody>
      </p:sp>
      <p:sp>
        <p:nvSpPr>
          <p:cNvPr id="4" name="灯片编号占位符 3"/>
          <p:cNvSpPr>
            <a:spLocks noGrp="1"/>
          </p:cNvSpPr>
          <p:nvPr>
            <p:ph type="sldNum" sz="quarter" idx="10"/>
          </p:nvPr>
        </p:nvSpPr>
        <p:spPr/>
        <p:txBody>
          <a:bodyPr/>
          <a:lstStyle/>
          <a:p>
            <a:fld id="{6B90D267-5100-43F8-A0B1-3A88599831AC}" type="slidenum">
              <a:rPr lang="zh-CN" altLang="en-US" smtClean="0"/>
              <a:pPr/>
              <a:t>60</a:t>
            </a:fld>
            <a:endParaRPr lang="zh-CN" altLang="en-US"/>
          </a:p>
        </p:txBody>
      </p:sp>
    </p:spTree>
    <p:extLst>
      <p:ext uri="{BB962C8B-B14F-4D97-AF65-F5344CB8AC3E}">
        <p14:creationId xmlns:p14="http://schemas.microsoft.com/office/powerpoint/2010/main" val="14685739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lvl1pPr>
              <a:defRPr/>
            </a:lvl1pPr>
          </a:lstStyle>
          <a:p>
            <a:pPr>
              <a:defRPr/>
            </a:pPr>
            <a:fld id="{8689BB1F-F6C8-4DE0-BA3A-38BD7BCC1F49}" type="datetimeFigureOut">
              <a:rPr lang="zh-CN" altLang="en-US"/>
              <a:pPr>
                <a:defRPr/>
              </a:pPr>
              <a:t>2018/6/12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CCB1E6B9-2EB9-42DC-B920-1D3E597ADE39}" type="slidenum">
              <a:rPr lang="zh-CN" altLang="en-US"/>
              <a:pPr/>
              <a:t>‹#›</a:t>
            </a:fld>
            <a:endParaRPr lang="zh-CN" altLang="en-US"/>
          </a:p>
        </p:txBody>
      </p:sp>
    </p:spTree>
    <p:extLst>
      <p:ext uri="{BB962C8B-B14F-4D97-AF65-F5344CB8AC3E}">
        <p14:creationId xmlns:p14="http://schemas.microsoft.com/office/powerpoint/2010/main" val="9087088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715ABC3E-4334-4AE0-8F35-D2DF335D64E1}" type="datetimeFigureOut">
              <a:rPr lang="zh-CN" altLang="en-US"/>
              <a:pPr>
                <a:defRPr/>
              </a:pPr>
              <a:t>2018/6/12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AD13AC69-B42D-4552-940D-A39A1288FEEF}" type="slidenum">
              <a:rPr lang="zh-CN" altLang="en-US"/>
              <a:pPr/>
              <a:t>‹#›</a:t>
            </a:fld>
            <a:endParaRPr lang="zh-CN" altLang="en-US"/>
          </a:p>
        </p:txBody>
      </p:sp>
    </p:spTree>
    <p:extLst>
      <p:ext uri="{BB962C8B-B14F-4D97-AF65-F5344CB8AC3E}">
        <p14:creationId xmlns:p14="http://schemas.microsoft.com/office/powerpoint/2010/main" val="40132576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pPr>
              <a:defRPr/>
            </a:pPr>
            <a:fld id="{EC33C5A7-8A82-40FC-AF5A-AC9513090271}" type="datetimeFigureOut">
              <a:rPr lang="zh-CN" altLang="en-US"/>
              <a:pPr>
                <a:defRPr/>
              </a:pPr>
              <a:t>2018/6/12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E422711A-F57A-4381-BE0A-78C1889DB432}" type="slidenum">
              <a:rPr lang="zh-CN" altLang="en-US"/>
              <a:pPr/>
              <a:t>‹#›</a:t>
            </a:fld>
            <a:endParaRPr lang="zh-CN" altLang="en-US"/>
          </a:p>
        </p:txBody>
      </p:sp>
    </p:spTree>
    <p:extLst>
      <p:ext uri="{BB962C8B-B14F-4D97-AF65-F5344CB8AC3E}">
        <p14:creationId xmlns:p14="http://schemas.microsoft.com/office/powerpoint/2010/main" val="15632852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3"/>
          <p:cNvSpPr>
            <a:spLocks noGrp="1"/>
          </p:cNvSpPr>
          <p:nvPr>
            <p:ph type="dt" sz="half" idx="10"/>
          </p:nvPr>
        </p:nvSpPr>
        <p:spPr/>
        <p:txBody>
          <a:bodyPr/>
          <a:lstStyle>
            <a:lvl1pPr>
              <a:defRPr/>
            </a:lvl1pPr>
          </a:lstStyle>
          <a:p>
            <a:pPr>
              <a:defRPr/>
            </a:pPr>
            <a:fld id="{D884CC90-BFCE-48AE-A9BF-8342BF846250}" type="datetimeFigureOut">
              <a:rPr lang="zh-CN" altLang="en-US"/>
              <a:pPr>
                <a:defRPr/>
              </a:pPr>
              <a:t>2018/6/12</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fld id="{D83DAD64-BA80-4039-BA6B-77854576F18A}" type="slidenum">
              <a:rPr lang="zh-CN" altLang="en-US"/>
              <a:pPr/>
              <a:t>‹#›</a:t>
            </a:fld>
            <a:endParaRPr lang="zh-CN" altLang="en-US"/>
          </a:p>
        </p:txBody>
      </p:sp>
    </p:spTree>
    <p:extLst>
      <p:ext uri="{BB962C8B-B14F-4D97-AF65-F5344CB8AC3E}">
        <p14:creationId xmlns:p14="http://schemas.microsoft.com/office/powerpoint/2010/main" val="28487071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3"/>
          <p:cNvSpPr>
            <a:spLocks noGrp="1"/>
          </p:cNvSpPr>
          <p:nvPr>
            <p:ph type="dt" sz="half" idx="10"/>
          </p:nvPr>
        </p:nvSpPr>
        <p:spPr/>
        <p:txBody>
          <a:bodyPr/>
          <a:lstStyle>
            <a:lvl1pPr>
              <a:defRPr/>
            </a:lvl1pPr>
          </a:lstStyle>
          <a:p>
            <a:pPr>
              <a:defRPr/>
            </a:pPr>
            <a:fld id="{CA11F0C8-F35E-45AD-9A13-FF4F5E800632}" type="datetimeFigureOut">
              <a:rPr lang="zh-CN" altLang="en-US"/>
              <a:pPr>
                <a:defRPr/>
              </a:pPr>
              <a:t>2018/6/12</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fld id="{D776CE2D-3BA8-4E58-B06B-34EB8BB3A5AC}" type="slidenum">
              <a:rPr lang="zh-CN" altLang="en-US"/>
              <a:pPr/>
              <a:t>‹#›</a:t>
            </a:fld>
            <a:endParaRPr lang="zh-CN" altLang="en-US"/>
          </a:p>
        </p:txBody>
      </p:sp>
    </p:spTree>
    <p:extLst>
      <p:ext uri="{BB962C8B-B14F-4D97-AF65-F5344CB8AC3E}">
        <p14:creationId xmlns:p14="http://schemas.microsoft.com/office/powerpoint/2010/main" val="30535516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3"/>
          <p:cNvSpPr>
            <a:spLocks noGrp="1"/>
          </p:cNvSpPr>
          <p:nvPr>
            <p:ph type="dt" sz="half" idx="10"/>
          </p:nvPr>
        </p:nvSpPr>
        <p:spPr/>
        <p:txBody>
          <a:bodyPr/>
          <a:lstStyle>
            <a:lvl1pPr>
              <a:defRPr/>
            </a:lvl1pPr>
          </a:lstStyle>
          <a:p>
            <a:pPr>
              <a:defRPr/>
            </a:pPr>
            <a:fld id="{CB05D1E1-0752-412D-A054-2F245374FBEA}" type="datetimeFigureOut">
              <a:rPr lang="zh-CN" altLang="en-US"/>
              <a:pPr>
                <a:defRPr/>
              </a:pPr>
              <a:t>2018/6/12</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fld id="{C5EE2F03-5FB4-4B4C-9855-29585D6085FF}" type="slidenum">
              <a:rPr lang="zh-CN" altLang="en-US"/>
              <a:pPr/>
              <a:t>‹#›</a:t>
            </a:fld>
            <a:endParaRPr lang="zh-CN" altLang="en-US"/>
          </a:p>
        </p:txBody>
      </p:sp>
    </p:spTree>
    <p:extLst>
      <p:ext uri="{BB962C8B-B14F-4D97-AF65-F5344CB8AC3E}">
        <p14:creationId xmlns:p14="http://schemas.microsoft.com/office/powerpoint/2010/main" val="22722792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3"/>
          <p:cNvSpPr>
            <a:spLocks noGrp="1"/>
          </p:cNvSpPr>
          <p:nvPr>
            <p:ph type="dt" sz="half" idx="10"/>
          </p:nvPr>
        </p:nvSpPr>
        <p:spPr/>
        <p:txBody>
          <a:bodyPr/>
          <a:lstStyle>
            <a:lvl1pPr>
              <a:defRPr/>
            </a:lvl1pPr>
          </a:lstStyle>
          <a:p>
            <a:pPr>
              <a:defRPr/>
            </a:pPr>
            <a:fld id="{86D5DA91-C842-4D35-9D07-D27FDC283948}" type="datetimeFigureOut">
              <a:rPr lang="zh-CN" altLang="en-US"/>
              <a:pPr>
                <a:defRPr/>
              </a:pPr>
              <a:t>2018/6/12</a:t>
            </a:fld>
            <a:endParaRPr lang="zh-CN" altLang="en-US"/>
          </a:p>
        </p:txBody>
      </p:sp>
      <p:sp>
        <p:nvSpPr>
          <p:cNvPr id="3" name="页脚占位符 4"/>
          <p:cNvSpPr>
            <a:spLocks noGrp="1"/>
          </p:cNvSpPr>
          <p:nvPr>
            <p:ph type="ftr" sz="quarter" idx="11"/>
          </p:nvPr>
        </p:nvSpPr>
        <p:spPr/>
        <p:txBody>
          <a:bodyPr/>
          <a:lstStyle>
            <a:lvl1pPr>
              <a:defRPr/>
            </a:lvl1pPr>
          </a:lstStyle>
          <a:p>
            <a:pPr>
              <a:defRPr/>
            </a:pPr>
            <a:endParaRPr lang="zh-CN" altLang="en-US"/>
          </a:p>
        </p:txBody>
      </p:sp>
      <p:sp>
        <p:nvSpPr>
          <p:cNvPr id="4" name="灯片编号占位符 5"/>
          <p:cNvSpPr>
            <a:spLocks noGrp="1"/>
          </p:cNvSpPr>
          <p:nvPr>
            <p:ph type="sldNum" sz="quarter" idx="12"/>
          </p:nvPr>
        </p:nvSpPr>
        <p:spPr/>
        <p:txBody>
          <a:bodyPr/>
          <a:lstStyle>
            <a:lvl1pPr>
              <a:defRPr/>
            </a:lvl1pPr>
          </a:lstStyle>
          <a:p>
            <a:fld id="{FC1CD213-44B9-4F08-B792-36FE3AEA3EFC}" type="slidenum">
              <a:rPr lang="zh-CN" altLang="en-US"/>
              <a:pPr/>
              <a:t>‹#›</a:t>
            </a:fld>
            <a:endParaRPr lang="zh-CN" altLang="en-US"/>
          </a:p>
        </p:txBody>
      </p:sp>
    </p:spTree>
    <p:extLst>
      <p:ext uri="{BB962C8B-B14F-4D97-AF65-F5344CB8AC3E}">
        <p14:creationId xmlns:p14="http://schemas.microsoft.com/office/powerpoint/2010/main" val="30546140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fld id="{76305F74-9D7E-4DF5-8F12-4DBFC6F91917}" type="datetimeFigureOut">
              <a:rPr lang="zh-CN" altLang="en-US"/>
              <a:pPr>
                <a:defRPr/>
              </a:pPr>
              <a:t>2018/6/12</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fld id="{2714753B-910A-4490-B757-BAF48F6A013E}" type="slidenum">
              <a:rPr lang="zh-CN" altLang="en-US"/>
              <a:pPr/>
              <a:t>‹#›</a:t>
            </a:fld>
            <a:endParaRPr lang="zh-CN" altLang="en-US"/>
          </a:p>
        </p:txBody>
      </p:sp>
    </p:spTree>
    <p:extLst>
      <p:ext uri="{BB962C8B-B14F-4D97-AF65-F5344CB8AC3E}">
        <p14:creationId xmlns:p14="http://schemas.microsoft.com/office/powerpoint/2010/main" val="3416351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3"/>
          <p:cNvSpPr>
            <a:spLocks noGrp="1"/>
          </p:cNvSpPr>
          <p:nvPr>
            <p:ph type="dt" sz="half" idx="10"/>
          </p:nvPr>
        </p:nvSpPr>
        <p:spPr/>
        <p:txBody>
          <a:bodyPr/>
          <a:lstStyle>
            <a:lvl1pPr>
              <a:defRPr/>
            </a:lvl1pPr>
          </a:lstStyle>
          <a:p>
            <a:pPr>
              <a:defRPr/>
            </a:pPr>
            <a:fld id="{E5F3E11E-8E4F-403B-9203-DA5A53EA2D57}" type="datetimeFigureOut">
              <a:rPr lang="zh-CN" altLang="en-US"/>
              <a:pPr>
                <a:defRPr/>
              </a:pPr>
              <a:t>2018/6/12</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fld id="{DA48C08C-8389-4C72-BC83-F724657A19A4}" type="slidenum">
              <a:rPr lang="zh-CN" altLang="en-US"/>
              <a:pPr/>
              <a:t>‹#›</a:t>
            </a:fld>
            <a:endParaRPr lang="zh-CN" altLang="en-US"/>
          </a:p>
        </p:txBody>
      </p:sp>
    </p:spTree>
    <p:extLst>
      <p:ext uri="{BB962C8B-B14F-4D97-AF65-F5344CB8AC3E}">
        <p14:creationId xmlns:p14="http://schemas.microsoft.com/office/powerpoint/2010/main" val="16586733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A2F866F8-7A4D-4FD2-8ECD-6E0483813406}" type="datetimeFigureOut">
              <a:rPr lang="zh-CN" altLang="en-US"/>
              <a:pPr>
                <a:defRPr/>
              </a:pPr>
              <a:t>2018/6/12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36E7F2B7-C0CE-439A-A39F-5D143A53DFC9}" type="slidenum">
              <a:rPr lang="zh-CN" altLang="en-US"/>
              <a:pPr/>
              <a:t>‹#›</a:t>
            </a:fld>
            <a:endParaRPr lang="zh-CN" altLang="en-US"/>
          </a:p>
        </p:txBody>
      </p:sp>
    </p:spTree>
    <p:extLst>
      <p:ext uri="{BB962C8B-B14F-4D97-AF65-F5344CB8AC3E}">
        <p14:creationId xmlns:p14="http://schemas.microsoft.com/office/powerpoint/2010/main" val="379832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pPr>
              <a:defRPr/>
            </a:pPr>
            <a:fld id="{D56F6BE9-C3F2-4EA5-BF29-BDD0A5B4E0B6}" type="datetimeFigureOut">
              <a:rPr lang="zh-CN" altLang="en-US"/>
              <a:pPr>
                <a:defRPr/>
              </a:pPr>
              <a:t>2018/6/12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fld id="{921BF34D-142E-4512-BA04-664467FB0C57}" type="slidenum">
              <a:rPr lang="zh-CN" altLang="en-US"/>
              <a:pPr/>
              <a:t>‹#›</a:t>
            </a:fld>
            <a:endParaRPr lang="zh-CN" altLang="en-US"/>
          </a:p>
        </p:txBody>
      </p:sp>
    </p:spTree>
    <p:extLst>
      <p:ext uri="{BB962C8B-B14F-4D97-AF65-F5344CB8AC3E}">
        <p14:creationId xmlns:p14="http://schemas.microsoft.com/office/powerpoint/2010/main" val="7836558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2226" name="标题占位符 1"/>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52227" name="文本占位符 2"/>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fontAlgn="auto">
              <a:spcBef>
                <a:spcPts val="0"/>
              </a:spcBef>
              <a:spcAft>
                <a:spcPts val="0"/>
              </a:spcAft>
              <a:defRPr sz="1200">
                <a:solidFill>
                  <a:schemeClr val="tx1">
                    <a:tint val="75000"/>
                  </a:schemeClr>
                </a:solidFill>
                <a:latin typeface="+mn-lt"/>
                <a:ea typeface="+mn-ea"/>
              </a:defRPr>
            </a:lvl1pPr>
          </a:lstStyle>
          <a:p>
            <a:pPr>
              <a:defRPr/>
            </a:pPr>
            <a:fld id="{367BC355-259D-4478-8BA2-6CA3384D91E7}" type="datetimeFigureOut">
              <a:rPr lang="zh-CN" altLang="en-US"/>
              <a:pPr>
                <a:defRPr/>
              </a:pPr>
              <a:t>2018/6/12</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fontAlgn="auto">
              <a:spcBef>
                <a:spcPts val="0"/>
              </a:spcBef>
              <a:spcAft>
                <a:spcPts val="0"/>
              </a:spcAft>
              <a:defRPr sz="1200">
                <a:solidFill>
                  <a:schemeClr val="tx1">
                    <a:tint val="75000"/>
                  </a:schemeClr>
                </a:solidFill>
                <a:latin typeface="+mn-lt"/>
                <a:ea typeface="+mn-ea"/>
              </a:defRPr>
            </a:lvl1pPr>
          </a:lstStyle>
          <a:p>
            <a:pPr>
              <a:defRPr/>
            </a:pPr>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a:defRPr sz="1200">
                <a:solidFill>
                  <a:srgbClr val="898989"/>
                </a:solidFill>
                <a:latin typeface="Calibri" panose="020F0502020204030204" pitchFamily="34" charset="0"/>
              </a:defRPr>
            </a:lvl1pPr>
          </a:lstStyle>
          <a:p>
            <a:fld id="{22CA342E-B455-404A-97EF-6A35D7562217}" type="slidenum">
              <a:rPr lang="zh-CN" altLang="en-US"/>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charset="-122"/>
        </a:defRPr>
      </a:lvl2pPr>
      <a:lvl3pPr algn="ctr" rtl="0" eaLnBrk="0" fontAlgn="base" hangingPunct="0">
        <a:spcBef>
          <a:spcPct val="0"/>
        </a:spcBef>
        <a:spcAft>
          <a:spcPct val="0"/>
        </a:spcAft>
        <a:defRPr sz="4400">
          <a:solidFill>
            <a:schemeClr val="tx1"/>
          </a:solidFill>
          <a:latin typeface="Calibri" pitchFamily="34" charset="0"/>
          <a:ea typeface="宋体" charset="-122"/>
        </a:defRPr>
      </a:lvl3pPr>
      <a:lvl4pPr algn="ctr" rtl="0" eaLnBrk="0" fontAlgn="base" hangingPunct="0">
        <a:spcBef>
          <a:spcPct val="0"/>
        </a:spcBef>
        <a:spcAft>
          <a:spcPct val="0"/>
        </a:spcAft>
        <a:defRPr sz="4400">
          <a:solidFill>
            <a:schemeClr val="tx1"/>
          </a:solidFill>
          <a:latin typeface="Calibri" pitchFamily="34" charset="0"/>
          <a:ea typeface="宋体" charset="-122"/>
        </a:defRPr>
      </a:lvl4pPr>
      <a:lvl5pPr algn="ctr" rtl="0" eaLnBrk="0" fontAlgn="base" hangingPunct="0">
        <a:spcBef>
          <a:spcPct val="0"/>
        </a:spcBef>
        <a:spcAft>
          <a:spcPct val="0"/>
        </a:spcAft>
        <a:defRPr sz="4400">
          <a:solidFill>
            <a:schemeClr val="tx1"/>
          </a:solidFill>
          <a:latin typeface="Calibri" pitchFamily="34" charset="0"/>
          <a:ea typeface="宋体" charset="-122"/>
        </a:defRPr>
      </a:lvl5pPr>
      <a:lvl6pPr marL="457200" algn="ctr" rtl="0" fontAlgn="base">
        <a:spcBef>
          <a:spcPct val="0"/>
        </a:spcBef>
        <a:spcAft>
          <a:spcPct val="0"/>
        </a:spcAft>
        <a:defRPr sz="4400">
          <a:solidFill>
            <a:schemeClr val="tx1"/>
          </a:solidFill>
          <a:latin typeface="Calibri" pitchFamily="34" charset="0"/>
          <a:ea typeface="宋体" charset="-122"/>
        </a:defRPr>
      </a:lvl6pPr>
      <a:lvl7pPr marL="914400" algn="ctr" rtl="0" fontAlgn="base">
        <a:spcBef>
          <a:spcPct val="0"/>
        </a:spcBef>
        <a:spcAft>
          <a:spcPct val="0"/>
        </a:spcAft>
        <a:defRPr sz="4400">
          <a:solidFill>
            <a:schemeClr val="tx1"/>
          </a:solidFill>
          <a:latin typeface="Calibri" pitchFamily="34" charset="0"/>
          <a:ea typeface="宋体" charset="-122"/>
        </a:defRPr>
      </a:lvl7pPr>
      <a:lvl8pPr marL="1371600" algn="ctr" rtl="0" fontAlgn="base">
        <a:spcBef>
          <a:spcPct val="0"/>
        </a:spcBef>
        <a:spcAft>
          <a:spcPct val="0"/>
        </a:spcAft>
        <a:defRPr sz="4400">
          <a:solidFill>
            <a:schemeClr val="tx1"/>
          </a:solidFill>
          <a:latin typeface="Calibri" pitchFamily="34" charset="0"/>
          <a:ea typeface="宋体" charset="-122"/>
        </a:defRPr>
      </a:lvl8pPr>
      <a:lvl9pPr marL="1828800" algn="ctr" rtl="0" fontAlgn="base">
        <a:spcBef>
          <a:spcPct val="0"/>
        </a:spcBef>
        <a:spcAft>
          <a:spcPct val="0"/>
        </a:spcAft>
        <a:defRPr sz="4400">
          <a:solidFill>
            <a:schemeClr val="tx1"/>
          </a:solidFill>
          <a:latin typeface="Calibri" pitchFamily="34" charset="0"/>
          <a:ea typeface="宋体" charset="-122"/>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3.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image" Target="../media/image2.wmf"/><Relationship Id="rId5" Type="http://schemas.openxmlformats.org/officeDocument/2006/relationships/oleObject" Target="../embeddings/oleObject2.bin"/><Relationship Id="rId4" Type="http://schemas.openxmlformats.org/officeDocument/2006/relationships/image" Target="../media/image1.wmf"/></Relationships>
</file>

<file path=ppt/slides/_rels/slide3.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notesSlide" Target="../notesSlides/notesSlide1.xml"/><Relationship Id="rId7" Type="http://schemas.openxmlformats.org/officeDocument/2006/relationships/image" Target="../media/image9.png"/><Relationship Id="rId12" Type="http://schemas.openxmlformats.org/officeDocument/2006/relationships/image" Target="../media/image5.wmf"/><Relationship Id="rId2" Type="http://schemas.openxmlformats.org/officeDocument/2006/relationships/slideLayout" Target="../slideLayouts/slideLayout7.xml"/><Relationship Id="rId1" Type="http://schemas.openxmlformats.org/officeDocument/2006/relationships/vmlDrawing" Target="../drawings/vmlDrawing2.vml"/><Relationship Id="rId6" Type="http://schemas.openxmlformats.org/officeDocument/2006/relationships/image" Target="../media/image8.png"/><Relationship Id="rId11" Type="http://schemas.openxmlformats.org/officeDocument/2006/relationships/oleObject" Target="../embeddings/oleObject5.bin"/><Relationship Id="rId5" Type="http://schemas.openxmlformats.org/officeDocument/2006/relationships/image" Target="../media/image7.png"/><Relationship Id="rId10" Type="http://schemas.openxmlformats.org/officeDocument/2006/relationships/image" Target="../media/image4.wmf"/><Relationship Id="rId4" Type="http://schemas.openxmlformats.org/officeDocument/2006/relationships/image" Target="../media/image6.png"/><Relationship Id="rId9" Type="http://schemas.openxmlformats.org/officeDocument/2006/relationships/oleObject" Target="../embeddings/oleObject4.bin"/></Relationships>
</file>

<file path=ppt/slides/_rels/slide4.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notesSlide" Target="../notesSlides/notesSlide2.xml"/><Relationship Id="rId7" Type="http://schemas.openxmlformats.org/officeDocument/2006/relationships/image" Target="../media/image11.w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oleObject" Target="../embeddings/oleObject6.bin"/><Relationship Id="rId5" Type="http://schemas.openxmlformats.org/officeDocument/2006/relationships/image" Target="../media/image14.png"/><Relationship Id="rId4" Type="http://schemas.openxmlformats.org/officeDocument/2006/relationships/image" Target="../media/image13.png"/><Relationship Id="rId9" Type="http://schemas.openxmlformats.org/officeDocument/2006/relationships/image" Target="../media/image12.wmf"/></Relationships>
</file>

<file path=ppt/slides/_rels/slide5.xml.rels><?xml version="1.0" encoding="UTF-8" standalone="yes"?>
<Relationships xmlns="http://schemas.openxmlformats.org/package/2006/relationships"><Relationship Id="rId8" Type="http://schemas.openxmlformats.org/officeDocument/2006/relationships/image" Target="../media/image16.wmf"/><Relationship Id="rId13" Type="http://schemas.openxmlformats.org/officeDocument/2006/relationships/oleObject" Target="../embeddings/oleObject12.bin"/><Relationship Id="rId3" Type="http://schemas.openxmlformats.org/officeDocument/2006/relationships/notesSlide" Target="../notesSlides/notesSlide3.xml"/><Relationship Id="rId7" Type="http://schemas.openxmlformats.org/officeDocument/2006/relationships/oleObject" Target="../embeddings/oleObject9.bin"/><Relationship Id="rId12" Type="http://schemas.openxmlformats.org/officeDocument/2006/relationships/image" Target="../media/image18.wmf"/><Relationship Id="rId2" Type="http://schemas.openxmlformats.org/officeDocument/2006/relationships/slideLayout" Target="../slideLayouts/slideLayout7.xml"/><Relationship Id="rId16" Type="http://schemas.openxmlformats.org/officeDocument/2006/relationships/image" Target="../media/image20.wmf"/><Relationship Id="rId1" Type="http://schemas.openxmlformats.org/officeDocument/2006/relationships/vmlDrawing" Target="../drawings/vmlDrawing4.vml"/><Relationship Id="rId6" Type="http://schemas.openxmlformats.org/officeDocument/2006/relationships/image" Target="../media/image15.wmf"/><Relationship Id="rId11" Type="http://schemas.openxmlformats.org/officeDocument/2006/relationships/oleObject" Target="../embeddings/oleObject11.bin"/><Relationship Id="rId5" Type="http://schemas.openxmlformats.org/officeDocument/2006/relationships/oleObject" Target="../embeddings/oleObject8.bin"/><Relationship Id="rId15" Type="http://schemas.openxmlformats.org/officeDocument/2006/relationships/oleObject" Target="../embeddings/oleObject13.bin"/><Relationship Id="rId10" Type="http://schemas.openxmlformats.org/officeDocument/2006/relationships/image" Target="../media/image17.wmf"/><Relationship Id="rId4" Type="http://schemas.openxmlformats.org/officeDocument/2006/relationships/image" Target="../media/image21.wmf"/><Relationship Id="rId9" Type="http://schemas.openxmlformats.org/officeDocument/2006/relationships/oleObject" Target="../embeddings/oleObject10.bin"/><Relationship Id="rId14" Type="http://schemas.openxmlformats.org/officeDocument/2006/relationships/image" Target="../media/image19.w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22.wmf"/></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17.bin"/><Relationship Id="rId13" Type="http://schemas.openxmlformats.org/officeDocument/2006/relationships/image" Target="../media/image27.emf"/><Relationship Id="rId18" Type="http://schemas.openxmlformats.org/officeDocument/2006/relationships/oleObject" Target="../embeddings/oleObject22.bin"/><Relationship Id="rId3" Type="http://schemas.openxmlformats.org/officeDocument/2006/relationships/notesSlide" Target="../notesSlides/notesSlide4.xml"/><Relationship Id="rId7" Type="http://schemas.openxmlformats.org/officeDocument/2006/relationships/image" Target="../media/image24.wmf"/><Relationship Id="rId12" Type="http://schemas.openxmlformats.org/officeDocument/2006/relationships/oleObject" Target="../embeddings/oleObject19.bin"/><Relationship Id="rId17" Type="http://schemas.openxmlformats.org/officeDocument/2006/relationships/image" Target="../media/image29.emf"/><Relationship Id="rId2" Type="http://schemas.openxmlformats.org/officeDocument/2006/relationships/slideLayout" Target="../slideLayouts/slideLayout2.xml"/><Relationship Id="rId16" Type="http://schemas.openxmlformats.org/officeDocument/2006/relationships/oleObject" Target="../embeddings/oleObject21.bin"/><Relationship Id="rId1" Type="http://schemas.openxmlformats.org/officeDocument/2006/relationships/vmlDrawing" Target="../drawings/vmlDrawing6.vml"/><Relationship Id="rId6" Type="http://schemas.openxmlformats.org/officeDocument/2006/relationships/oleObject" Target="../embeddings/oleObject16.bin"/><Relationship Id="rId11" Type="http://schemas.openxmlformats.org/officeDocument/2006/relationships/image" Target="../media/image26.wmf"/><Relationship Id="rId5" Type="http://schemas.openxmlformats.org/officeDocument/2006/relationships/image" Target="../media/image23.wmf"/><Relationship Id="rId15" Type="http://schemas.openxmlformats.org/officeDocument/2006/relationships/image" Target="../media/image28.emf"/><Relationship Id="rId10" Type="http://schemas.openxmlformats.org/officeDocument/2006/relationships/oleObject" Target="../embeddings/oleObject18.bin"/><Relationship Id="rId19" Type="http://schemas.openxmlformats.org/officeDocument/2006/relationships/image" Target="../media/image30.emf"/><Relationship Id="rId4" Type="http://schemas.openxmlformats.org/officeDocument/2006/relationships/oleObject" Target="../embeddings/oleObject15.bin"/><Relationship Id="rId9" Type="http://schemas.openxmlformats.org/officeDocument/2006/relationships/image" Target="../media/image25.wmf"/><Relationship Id="rId14" Type="http://schemas.openxmlformats.org/officeDocument/2006/relationships/oleObject" Target="../embeddings/oleObject20.bin"/></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25.bin"/><Relationship Id="rId3" Type="http://schemas.openxmlformats.org/officeDocument/2006/relationships/notesSlide" Target="../notesSlides/notesSlide5.xml"/><Relationship Id="rId7" Type="http://schemas.openxmlformats.org/officeDocument/2006/relationships/image" Target="../media/image32.emf"/><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oleObject" Target="../embeddings/oleObject24.bin"/><Relationship Id="rId5" Type="http://schemas.openxmlformats.org/officeDocument/2006/relationships/image" Target="../media/image31.emf"/><Relationship Id="rId4" Type="http://schemas.openxmlformats.org/officeDocument/2006/relationships/oleObject" Target="../embeddings/oleObject23.bin"/><Relationship Id="rId9" Type="http://schemas.openxmlformats.org/officeDocument/2006/relationships/image" Target="../media/image33.emf"/></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28.bin"/><Relationship Id="rId3" Type="http://schemas.openxmlformats.org/officeDocument/2006/relationships/notesSlide" Target="../notesSlides/notesSlide6.xml"/><Relationship Id="rId7" Type="http://schemas.openxmlformats.org/officeDocument/2006/relationships/image" Target="../media/image35.emf"/><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oleObject" Target="../embeddings/oleObject27.bin"/><Relationship Id="rId11" Type="http://schemas.openxmlformats.org/officeDocument/2006/relationships/image" Target="../media/image37.emf"/><Relationship Id="rId5" Type="http://schemas.openxmlformats.org/officeDocument/2006/relationships/image" Target="../media/image34.emf"/><Relationship Id="rId10" Type="http://schemas.openxmlformats.org/officeDocument/2006/relationships/oleObject" Target="../embeddings/oleObject29.bin"/><Relationship Id="rId4" Type="http://schemas.openxmlformats.org/officeDocument/2006/relationships/oleObject" Target="../embeddings/oleObject26.bin"/><Relationship Id="rId9" Type="http://schemas.openxmlformats.org/officeDocument/2006/relationships/image" Target="../media/image36.emf"/></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32.bin"/><Relationship Id="rId13" Type="http://schemas.openxmlformats.org/officeDocument/2006/relationships/image" Target="../media/image42.emf"/><Relationship Id="rId3" Type="http://schemas.openxmlformats.org/officeDocument/2006/relationships/notesSlide" Target="../notesSlides/notesSlide7.xml"/><Relationship Id="rId7" Type="http://schemas.openxmlformats.org/officeDocument/2006/relationships/image" Target="../media/image39.emf"/><Relationship Id="rId12" Type="http://schemas.openxmlformats.org/officeDocument/2006/relationships/oleObject" Target="../embeddings/oleObject34.bin"/><Relationship Id="rId2" Type="http://schemas.openxmlformats.org/officeDocument/2006/relationships/slideLayout" Target="../slideLayouts/slideLayout2.xml"/><Relationship Id="rId1" Type="http://schemas.openxmlformats.org/officeDocument/2006/relationships/vmlDrawing" Target="../drawings/vmlDrawing9.vml"/><Relationship Id="rId6" Type="http://schemas.openxmlformats.org/officeDocument/2006/relationships/oleObject" Target="../embeddings/oleObject31.bin"/><Relationship Id="rId11" Type="http://schemas.openxmlformats.org/officeDocument/2006/relationships/image" Target="../media/image41.wmf"/><Relationship Id="rId5" Type="http://schemas.openxmlformats.org/officeDocument/2006/relationships/image" Target="../media/image38.emf"/><Relationship Id="rId15" Type="http://schemas.openxmlformats.org/officeDocument/2006/relationships/image" Target="../media/image43.emf"/><Relationship Id="rId10" Type="http://schemas.openxmlformats.org/officeDocument/2006/relationships/oleObject" Target="../embeddings/oleObject33.bin"/><Relationship Id="rId4" Type="http://schemas.openxmlformats.org/officeDocument/2006/relationships/oleObject" Target="../embeddings/oleObject30.bin"/><Relationship Id="rId9" Type="http://schemas.openxmlformats.org/officeDocument/2006/relationships/image" Target="../media/image40.wmf"/><Relationship Id="rId14" Type="http://schemas.openxmlformats.org/officeDocument/2006/relationships/oleObject" Target="../embeddings/oleObject35.bin"/></Relationships>
</file>

<file path=ppt/slides/_rels/slide11.xml.rels><?xml version="1.0" encoding="UTF-8" standalone="yes"?>
<Relationships xmlns="http://schemas.openxmlformats.org/package/2006/relationships"><Relationship Id="rId8" Type="http://schemas.openxmlformats.org/officeDocument/2006/relationships/oleObject" Target="../embeddings/oleObject38.bin"/><Relationship Id="rId13" Type="http://schemas.openxmlformats.org/officeDocument/2006/relationships/image" Target="../media/image48.wmf"/><Relationship Id="rId3" Type="http://schemas.openxmlformats.org/officeDocument/2006/relationships/notesSlide" Target="../notesSlides/notesSlide8.xml"/><Relationship Id="rId7" Type="http://schemas.openxmlformats.org/officeDocument/2006/relationships/image" Target="../media/image45.wmf"/><Relationship Id="rId12" Type="http://schemas.openxmlformats.org/officeDocument/2006/relationships/oleObject" Target="../embeddings/oleObject40.bin"/><Relationship Id="rId17" Type="http://schemas.openxmlformats.org/officeDocument/2006/relationships/image" Target="../media/image50.wmf"/><Relationship Id="rId2" Type="http://schemas.openxmlformats.org/officeDocument/2006/relationships/slideLayout" Target="../slideLayouts/slideLayout2.xml"/><Relationship Id="rId16" Type="http://schemas.openxmlformats.org/officeDocument/2006/relationships/oleObject" Target="../embeddings/oleObject42.bin"/><Relationship Id="rId1" Type="http://schemas.openxmlformats.org/officeDocument/2006/relationships/vmlDrawing" Target="../drawings/vmlDrawing10.vml"/><Relationship Id="rId6" Type="http://schemas.openxmlformats.org/officeDocument/2006/relationships/oleObject" Target="../embeddings/oleObject37.bin"/><Relationship Id="rId11" Type="http://schemas.openxmlformats.org/officeDocument/2006/relationships/image" Target="../media/image47.wmf"/><Relationship Id="rId5" Type="http://schemas.openxmlformats.org/officeDocument/2006/relationships/image" Target="../media/image44.wmf"/><Relationship Id="rId15" Type="http://schemas.openxmlformats.org/officeDocument/2006/relationships/image" Target="../media/image49.wmf"/><Relationship Id="rId10" Type="http://schemas.openxmlformats.org/officeDocument/2006/relationships/oleObject" Target="../embeddings/oleObject39.bin"/><Relationship Id="rId4" Type="http://schemas.openxmlformats.org/officeDocument/2006/relationships/oleObject" Target="../embeddings/oleObject36.bin"/><Relationship Id="rId9" Type="http://schemas.openxmlformats.org/officeDocument/2006/relationships/image" Target="../media/image46.wmf"/><Relationship Id="rId14" Type="http://schemas.openxmlformats.org/officeDocument/2006/relationships/oleObject" Target="../embeddings/oleObject41.bin"/></Relationships>
</file>

<file path=ppt/slides/_rels/slide12.xml.rels><?xml version="1.0" encoding="UTF-8" standalone="yes"?>
<Relationships xmlns="http://schemas.openxmlformats.org/package/2006/relationships"><Relationship Id="rId8" Type="http://schemas.openxmlformats.org/officeDocument/2006/relationships/oleObject" Target="../embeddings/oleObject45.bin"/><Relationship Id="rId13" Type="http://schemas.openxmlformats.org/officeDocument/2006/relationships/image" Target="../media/image55.wmf"/><Relationship Id="rId18" Type="http://schemas.openxmlformats.org/officeDocument/2006/relationships/oleObject" Target="../embeddings/oleObject50.bin"/><Relationship Id="rId3" Type="http://schemas.openxmlformats.org/officeDocument/2006/relationships/notesSlide" Target="../notesSlides/notesSlide9.xml"/><Relationship Id="rId21" Type="http://schemas.openxmlformats.org/officeDocument/2006/relationships/image" Target="../media/image59.wmf"/><Relationship Id="rId7" Type="http://schemas.openxmlformats.org/officeDocument/2006/relationships/image" Target="../media/image52.wmf"/><Relationship Id="rId12" Type="http://schemas.openxmlformats.org/officeDocument/2006/relationships/oleObject" Target="../embeddings/oleObject47.bin"/><Relationship Id="rId17" Type="http://schemas.openxmlformats.org/officeDocument/2006/relationships/image" Target="../media/image57.wmf"/><Relationship Id="rId25" Type="http://schemas.openxmlformats.org/officeDocument/2006/relationships/image" Target="../media/image61.wmf"/><Relationship Id="rId2" Type="http://schemas.openxmlformats.org/officeDocument/2006/relationships/slideLayout" Target="../slideLayouts/slideLayout7.xml"/><Relationship Id="rId16" Type="http://schemas.openxmlformats.org/officeDocument/2006/relationships/oleObject" Target="../embeddings/oleObject49.bin"/><Relationship Id="rId20" Type="http://schemas.openxmlformats.org/officeDocument/2006/relationships/oleObject" Target="../embeddings/oleObject51.bin"/><Relationship Id="rId1" Type="http://schemas.openxmlformats.org/officeDocument/2006/relationships/vmlDrawing" Target="../drawings/vmlDrawing11.vml"/><Relationship Id="rId6" Type="http://schemas.openxmlformats.org/officeDocument/2006/relationships/oleObject" Target="../embeddings/oleObject44.bin"/><Relationship Id="rId11" Type="http://schemas.openxmlformats.org/officeDocument/2006/relationships/image" Target="../media/image54.wmf"/><Relationship Id="rId24" Type="http://schemas.openxmlformats.org/officeDocument/2006/relationships/oleObject" Target="../embeddings/oleObject53.bin"/><Relationship Id="rId5" Type="http://schemas.openxmlformats.org/officeDocument/2006/relationships/image" Target="../media/image51.wmf"/><Relationship Id="rId15" Type="http://schemas.openxmlformats.org/officeDocument/2006/relationships/image" Target="../media/image56.wmf"/><Relationship Id="rId23" Type="http://schemas.openxmlformats.org/officeDocument/2006/relationships/image" Target="../media/image60.wmf"/><Relationship Id="rId10" Type="http://schemas.openxmlformats.org/officeDocument/2006/relationships/oleObject" Target="../embeddings/oleObject46.bin"/><Relationship Id="rId19" Type="http://schemas.openxmlformats.org/officeDocument/2006/relationships/image" Target="../media/image58.wmf"/><Relationship Id="rId4" Type="http://schemas.openxmlformats.org/officeDocument/2006/relationships/oleObject" Target="../embeddings/oleObject43.bin"/><Relationship Id="rId9" Type="http://schemas.openxmlformats.org/officeDocument/2006/relationships/image" Target="../media/image53.wmf"/><Relationship Id="rId14" Type="http://schemas.openxmlformats.org/officeDocument/2006/relationships/oleObject" Target="../embeddings/oleObject48.bin"/><Relationship Id="rId22" Type="http://schemas.openxmlformats.org/officeDocument/2006/relationships/oleObject" Target="../embeddings/oleObject52.bin"/></Relationships>
</file>

<file path=ppt/slides/_rels/slide13.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8" Type="http://schemas.openxmlformats.org/officeDocument/2006/relationships/image" Target="../media/image64.emf"/><Relationship Id="rId13" Type="http://schemas.openxmlformats.org/officeDocument/2006/relationships/oleObject" Target="../embeddings/oleObject58.bin"/><Relationship Id="rId18" Type="http://schemas.openxmlformats.org/officeDocument/2006/relationships/image" Target="../media/image69.emf"/><Relationship Id="rId3" Type="http://schemas.openxmlformats.org/officeDocument/2006/relationships/notesSlide" Target="../notesSlides/notesSlide11.xml"/><Relationship Id="rId21" Type="http://schemas.openxmlformats.org/officeDocument/2006/relationships/oleObject" Target="../embeddings/oleObject62.bin"/><Relationship Id="rId7" Type="http://schemas.openxmlformats.org/officeDocument/2006/relationships/oleObject" Target="../embeddings/oleObject55.bin"/><Relationship Id="rId12" Type="http://schemas.openxmlformats.org/officeDocument/2006/relationships/image" Target="../media/image66.wmf"/><Relationship Id="rId17" Type="http://schemas.openxmlformats.org/officeDocument/2006/relationships/oleObject" Target="../embeddings/oleObject60.bin"/><Relationship Id="rId2" Type="http://schemas.openxmlformats.org/officeDocument/2006/relationships/slideLayout" Target="../slideLayouts/slideLayout2.xml"/><Relationship Id="rId16" Type="http://schemas.openxmlformats.org/officeDocument/2006/relationships/image" Target="../media/image68.emf"/><Relationship Id="rId20" Type="http://schemas.openxmlformats.org/officeDocument/2006/relationships/image" Target="../media/image70.emf"/><Relationship Id="rId1" Type="http://schemas.openxmlformats.org/officeDocument/2006/relationships/vmlDrawing" Target="../drawings/vmlDrawing12.vml"/><Relationship Id="rId6" Type="http://schemas.openxmlformats.org/officeDocument/2006/relationships/image" Target="../media/image63.emf"/><Relationship Id="rId11" Type="http://schemas.openxmlformats.org/officeDocument/2006/relationships/oleObject" Target="../embeddings/oleObject57.bin"/><Relationship Id="rId5" Type="http://schemas.openxmlformats.org/officeDocument/2006/relationships/oleObject" Target="../embeddings/oleObject54.bin"/><Relationship Id="rId15" Type="http://schemas.openxmlformats.org/officeDocument/2006/relationships/oleObject" Target="../embeddings/oleObject59.bin"/><Relationship Id="rId10" Type="http://schemas.openxmlformats.org/officeDocument/2006/relationships/image" Target="../media/image65.wmf"/><Relationship Id="rId19" Type="http://schemas.openxmlformats.org/officeDocument/2006/relationships/oleObject" Target="../embeddings/oleObject61.bin"/><Relationship Id="rId4" Type="http://schemas.openxmlformats.org/officeDocument/2006/relationships/image" Target="../media/image72.jpeg"/><Relationship Id="rId9" Type="http://schemas.openxmlformats.org/officeDocument/2006/relationships/oleObject" Target="../embeddings/oleObject56.bin"/><Relationship Id="rId14" Type="http://schemas.openxmlformats.org/officeDocument/2006/relationships/image" Target="../media/image67.wmf"/><Relationship Id="rId22" Type="http://schemas.openxmlformats.org/officeDocument/2006/relationships/image" Target="../media/image71.emf"/></Relationships>
</file>

<file path=ppt/slides/_rels/slide16.xml.rels><?xml version="1.0" encoding="UTF-8" standalone="yes"?>
<Relationships xmlns="http://schemas.openxmlformats.org/package/2006/relationships"><Relationship Id="rId8" Type="http://schemas.openxmlformats.org/officeDocument/2006/relationships/image" Target="../media/image74.wmf"/><Relationship Id="rId13" Type="http://schemas.openxmlformats.org/officeDocument/2006/relationships/oleObject" Target="../embeddings/oleObject67.bin"/><Relationship Id="rId3" Type="http://schemas.openxmlformats.org/officeDocument/2006/relationships/notesSlide" Target="../notesSlides/notesSlide12.xml"/><Relationship Id="rId7" Type="http://schemas.openxmlformats.org/officeDocument/2006/relationships/oleObject" Target="../embeddings/oleObject64.bin"/><Relationship Id="rId12" Type="http://schemas.openxmlformats.org/officeDocument/2006/relationships/image" Target="../media/image76.wmf"/><Relationship Id="rId2" Type="http://schemas.openxmlformats.org/officeDocument/2006/relationships/slideLayout" Target="../slideLayouts/slideLayout1.xml"/><Relationship Id="rId1" Type="http://schemas.openxmlformats.org/officeDocument/2006/relationships/vmlDrawing" Target="../drawings/vmlDrawing13.vml"/><Relationship Id="rId6" Type="http://schemas.openxmlformats.org/officeDocument/2006/relationships/image" Target="../media/image73.wmf"/><Relationship Id="rId11" Type="http://schemas.openxmlformats.org/officeDocument/2006/relationships/oleObject" Target="../embeddings/oleObject66.bin"/><Relationship Id="rId5" Type="http://schemas.openxmlformats.org/officeDocument/2006/relationships/oleObject" Target="../embeddings/oleObject63.bin"/><Relationship Id="rId10" Type="http://schemas.openxmlformats.org/officeDocument/2006/relationships/image" Target="../media/image75.wmf"/><Relationship Id="rId4" Type="http://schemas.openxmlformats.org/officeDocument/2006/relationships/image" Target="../media/image78.png"/><Relationship Id="rId9" Type="http://schemas.openxmlformats.org/officeDocument/2006/relationships/oleObject" Target="../embeddings/oleObject65.bin"/><Relationship Id="rId14" Type="http://schemas.openxmlformats.org/officeDocument/2006/relationships/image" Target="../media/image77.wmf"/></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68.bin"/><Relationship Id="rId2" Type="http://schemas.openxmlformats.org/officeDocument/2006/relationships/slideLayout" Target="../slideLayouts/slideLayout2.xml"/><Relationship Id="rId1" Type="http://schemas.openxmlformats.org/officeDocument/2006/relationships/vmlDrawing" Target="../drawings/vmlDrawing14.vml"/><Relationship Id="rId4" Type="http://schemas.openxmlformats.org/officeDocument/2006/relationships/image" Target="../media/image79.wmf"/></Relationships>
</file>

<file path=ppt/slides/_rels/slide18.xml.rels><?xml version="1.0" encoding="UTF-8" standalone="yes"?>
<Relationships xmlns="http://schemas.openxmlformats.org/package/2006/relationships"><Relationship Id="rId8" Type="http://schemas.openxmlformats.org/officeDocument/2006/relationships/oleObject" Target="../embeddings/oleObject71.bin"/><Relationship Id="rId3" Type="http://schemas.openxmlformats.org/officeDocument/2006/relationships/notesSlide" Target="../notesSlides/notesSlide13.xml"/><Relationship Id="rId7" Type="http://schemas.openxmlformats.org/officeDocument/2006/relationships/image" Target="../media/image81.emf"/><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oleObject" Target="../embeddings/oleObject70.bin"/><Relationship Id="rId11" Type="http://schemas.openxmlformats.org/officeDocument/2006/relationships/image" Target="../media/image83.wmf"/><Relationship Id="rId5" Type="http://schemas.openxmlformats.org/officeDocument/2006/relationships/image" Target="../media/image80.emf"/><Relationship Id="rId10" Type="http://schemas.openxmlformats.org/officeDocument/2006/relationships/oleObject" Target="../embeddings/oleObject72.bin"/><Relationship Id="rId4" Type="http://schemas.openxmlformats.org/officeDocument/2006/relationships/oleObject" Target="../embeddings/oleObject69.bin"/><Relationship Id="rId9" Type="http://schemas.openxmlformats.org/officeDocument/2006/relationships/image" Target="../media/image82.wmf"/></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vmlDrawing" Target="../drawings/vmlDrawing16.vml"/><Relationship Id="rId5" Type="http://schemas.openxmlformats.org/officeDocument/2006/relationships/image" Target="../media/image84.wmf"/><Relationship Id="rId4" Type="http://schemas.openxmlformats.org/officeDocument/2006/relationships/oleObject" Target="../embeddings/oleObject73.bin"/></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76.bin"/><Relationship Id="rId3" Type="http://schemas.openxmlformats.org/officeDocument/2006/relationships/notesSlide" Target="../notesSlides/notesSlide15.xml"/><Relationship Id="rId7" Type="http://schemas.openxmlformats.org/officeDocument/2006/relationships/image" Target="../media/image41.wmf"/><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oleObject" Target="../embeddings/oleObject75.bin"/><Relationship Id="rId11" Type="http://schemas.openxmlformats.org/officeDocument/2006/relationships/image" Target="../media/image87.wmf"/><Relationship Id="rId5" Type="http://schemas.openxmlformats.org/officeDocument/2006/relationships/image" Target="../media/image85.wmf"/><Relationship Id="rId10" Type="http://schemas.openxmlformats.org/officeDocument/2006/relationships/oleObject" Target="../embeddings/oleObject77.bin"/><Relationship Id="rId4" Type="http://schemas.openxmlformats.org/officeDocument/2006/relationships/oleObject" Target="../embeddings/oleObject74.bin"/><Relationship Id="rId9" Type="http://schemas.openxmlformats.org/officeDocument/2006/relationships/image" Target="../media/image86.wmf"/></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80.bin"/><Relationship Id="rId3" Type="http://schemas.openxmlformats.org/officeDocument/2006/relationships/notesSlide" Target="../notesSlides/notesSlide16.xml"/><Relationship Id="rId7" Type="http://schemas.openxmlformats.org/officeDocument/2006/relationships/image" Target="../media/image89.wmf"/><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oleObject" Target="../embeddings/oleObject79.bin"/><Relationship Id="rId11" Type="http://schemas.openxmlformats.org/officeDocument/2006/relationships/image" Target="../media/image91.wmf"/><Relationship Id="rId5" Type="http://schemas.openxmlformats.org/officeDocument/2006/relationships/image" Target="../media/image88.wmf"/><Relationship Id="rId10" Type="http://schemas.openxmlformats.org/officeDocument/2006/relationships/oleObject" Target="../embeddings/oleObject81.bin"/><Relationship Id="rId4" Type="http://schemas.openxmlformats.org/officeDocument/2006/relationships/oleObject" Target="../embeddings/oleObject78.bin"/><Relationship Id="rId9" Type="http://schemas.openxmlformats.org/officeDocument/2006/relationships/image" Target="../media/image90.emf"/></Relationships>
</file>

<file path=ppt/slides/_rels/slide22.xml.rels><?xml version="1.0" encoding="UTF-8" standalone="yes"?>
<Relationships xmlns="http://schemas.openxmlformats.org/package/2006/relationships"><Relationship Id="rId13" Type="http://schemas.openxmlformats.org/officeDocument/2006/relationships/oleObject" Target="../embeddings/oleObject87.bin"/><Relationship Id="rId18" Type="http://schemas.openxmlformats.org/officeDocument/2006/relationships/image" Target="../media/image99.wmf"/><Relationship Id="rId26" Type="http://schemas.openxmlformats.org/officeDocument/2006/relationships/image" Target="../media/image103.wmf"/><Relationship Id="rId39" Type="http://schemas.openxmlformats.org/officeDocument/2006/relationships/oleObject" Target="../embeddings/oleObject100.bin"/><Relationship Id="rId21" Type="http://schemas.openxmlformats.org/officeDocument/2006/relationships/oleObject" Target="../embeddings/oleObject91.bin"/><Relationship Id="rId34" Type="http://schemas.openxmlformats.org/officeDocument/2006/relationships/image" Target="../media/image107.wmf"/><Relationship Id="rId42" Type="http://schemas.openxmlformats.org/officeDocument/2006/relationships/image" Target="../media/image88.wmf"/><Relationship Id="rId7" Type="http://schemas.openxmlformats.org/officeDocument/2006/relationships/oleObject" Target="../embeddings/oleObject84.bin"/><Relationship Id="rId2" Type="http://schemas.openxmlformats.org/officeDocument/2006/relationships/slideLayout" Target="../slideLayouts/slideLayout7.xml"/><Relationship Id="rId16" Type="http://schemas.openxmlformats.org/officeDocument/2006/relationships/image" Target="../media/image98.wmf"/><Relationship Id="rId29" Type="http://schemas.openxmlformats.org/officeDocument/2006/relationships/oleObject" Target="../embeddings/oleObject95.bin"/><Relationship Id="rId1" Type="http://schemas.openxmlformats.org/officeDocument/2006/relationships/vmlDrawing" Target="../drawings/vmlDrawing19.vml"/><Relationship Id="rId6" Type="http://schemas.openxmlformats.org/officeDocument/2006/relationships/image" Target="../media/image93.wmf"/><Relationship Id="rId11" Type="http://schemas.openxmlformats.org/officeDocument/2006/relationships/oleObject" Target="../embeddings/oleObject86.bin"/><Relationship Id="rId24" Type="http://schemas.openxmlformats.org/officeDocument/2006/relationships/image" Target="../media/image102.wmf"/><Relationship Id="rId32" Type="http://schemas.openxmlformats.org/officeDocument/2006/relationships/image" Target="../media/image106.wmf"/><Relationship Id="rId37" Type="http://schemas.openxmlformats.org/officeDocument/2006/relationships/oleObject" Target="../embeddings/oleObject99.bin"/><Relationship Id="rId40" Type="http://schemas.openxmlformats.org/officeDocument/2006/relationships/image" Target="../media/image108.wmf"/><Relationship Id="rId45" Type="http://schemas.openxmlformats.org/officeDocument/2006/relationships/oleObject" Target="../embeddings/oleObject103.bin"/><Relationship Id="rId5" Type="http://schemas.openxmlformats.org/officeDocument/2006/relationships/oleObject" Target="../embeddings/oleObject83.bin"/><Relationship Id="rId15" Type="http://schemas.openxmlformats.org/officeDocument/2006/relationships/oleObject" Target="../embeddings/oleObject88.bin"/><Relationship Id="rId23" Type="http://schemas.openxmlformats.org/officeDocument/2006/relationships/oleObject" Target="../embeddings/oleObject92.bin"/><Relationship Id="rId28" Type="http://schemas.openxmlformats.org/officeDocument/2006/relationships/image" Target="../media/image104.wmf"/><Relationship Id="rId36" Type="http://schemas.openxmlformats.org/officeDocument/2006/relationships/image" Target="../media/image83.wmf"/><Relationship Id="rId10" Type="http://schemas.openxmlformats.org/officeDocument/2006/relationships/image" Target="../media/image95.wmf"/><Relationship Id="rId19" Type="http://schemas.openxmlformats.org/officeDocument/2006/relationships/oleObject" Target="../embeddings/oleObject90.bin"/><Relationship Id="rId31" Type="http://schemas.openxmlformats.org/officeDocument/2006/relationships/oleObject" Target="../embeddings/oleObject96.bin"/><Relationship Id="rId44" Type="http://schemas.openxmlformats.org/officeDocument/2006/relationships/image" Target="../media/image89.wmf"/><Relationship Id="rId4" Type="http://schemas.openxmlformats.org/officeDocument/2006/relationships/image" Target="../media/image92.wmf"/><Relationship Id="rId9" Type="http://schemas.openxmlformats.org/officeDocument/2006/relationships/oleObject" Target="../embeddings/oleObject85.bin"/><Relationship Id="rId14" Type="http://schemas.openxmlformats.org/officeDocument/2006/relationships/image" Target="../media/image97.wmf"/><Relationship Id="rId22" Type="http://schemas.openxmlformats.org/officeDocument/2006/relationships/image" Target="../media/image101.wmf"/><Relationship Id="rId27" Type="http://schemas.openxmlformats.org/officeDocument/2006/relationships/oleObject" Target="../embeddings/oleObject94.bin"/><Relationship Id="rId30" Type="http://schemas.openxmlformats.org/officeDocument/2006/relationships/image" Target="../media/image105.wmf"/><Relationship Id="rId35" Type="http://schemas.openxmlformats.org/officeDocument/2006/relationships/oleObject" Target="../embeddings/oleObject98.bin"/><Relationship Id="rId43" Type="http://schemas.openxmlformats.org/officeDocument/2006/relationships/oleObject" Target="../embeddings/oleObject102.bin"/><Relationship Id="rId8" Type="http://schemas.openxmlformats.org/officeDocument/2006/relationships/image" Target="../media/image94.wmf"/><Relationship Id="rId3" Type="http://schemas.openxmlformats.org/officeDocument/2006/relationships/oleObject" Target="../embeddings/oleObject82.bin"/><Relationship Id="rId12" Type="http://schemas.openxmlformats.org/officeDocument/2006/relationships/image" Target="../media/image96.wmf"/><Relationship Id="rId17" Type="http://schemas.openxmlformats.org/officeDocument/2006/relationships/oleObject" Target="../embeddings/oleObject89.bin"/><Relationship Id="rId25" Type="http://schemas.openxmlformats.org/officeDocument/2006/relationships/oleObject" Target="../embeddings/oleObject93.bin"/><Relationship Id="rId33" Type="http://schemas.openxmlformats.org/officeDocument/2006/relationships/oleObject" Target="../embeddings/oleObject97.bin"/><Relationship Id="rId38" Type="http://schemas.openxmlformats.org/officeDocument/2006/relationships/image" Target="../media/image85.wmf"/><Relationship Id="rId46" Type="http://schemas.openxmlformats.org/officeDocument/2006/relationships/image" Target="../media/image109.wmf"/><Relationship Id="rId20" Type="http://schemas.openxmlformats.org/officeDocument/2006/relationships/image" Target="../media/image100.wmf"/><Relationship Id="rId41" Type="http://schemas.openxmlformats.org/officeDocument/2006/relationships/oleObject" Target="../embeddings/oleObject101.bin"/></Relationships>
</file>

<file path=ppt/slides/_rels/slide23.xml.rels><?xml version="1.0" encoding="UTF-8" standalone="yes"?>
<Relationships xmlns="http://schemas.openxmlformats.org/package/2006/relationships"><Relationship Id="rId8" Type="http://schemas.openxmlformats.org/officeDocument/2006/relationships/oleObject" Target="../embeddings/oleObject106.bin"/><Relationship Id="rId13" Type="http://schemas.openxmlformats.org/officeDocument/2006/relationships/image" Target="../media/image114.wmf"/><Relationship Id="rId3" Type="http://schemas.openxmlformats.org/officeDocument/2006/relationships/notesSlide" Target="../notesSlides/notesSlide17.xml"/><Relationship Id="rId7" Type="http://schemas.openxmlformats.org/officeDocument/2006/relationships/image" Target="../media/image111.emf"/><Relationship Id="rId12" Type="http://schemas.openxmlformats.org/officeDocument/2006/relationships/oleObject" Target="../embeddings/oleObject108.bin"/><Relationship Id="rId17" Type="http://schemas.openxmlformats.org/officeDocument/2006/relationships/image" Target="../media/image116.wmf"/><Relationship Id="rId2" Type="http://schemas.openxmlformats.org/officeDocument/2006/relationships/slideLayout" Target="../slideLayouts/slideLayout2.xml"/><Relationship Id="rId16" Type="http://schemas.openxmlformats.org/officeDocument/2006/relationships/oleObject" Target="../embeddings/oleObject110.bin"/><Relationship Id="rId1" Type="http://schemas.openxmlformats.org/officeDocument/2006/relationships/vmlDrawing" Target="../drawings/vmlDrawing20.vml"/><Relationship Id="rId6" Type="http://schemas.openxmlformats.org/officeDocument/2006/relationships/oleObject" Target="../embeddings/oleObject105.bin"/><Relationship Id="rId11" Type="http://schemas.openxmlformats.org/officeDocument/2006/relationships/image" Target="../media/image113.wmf"/><Relationship Id="rId5" Type="http://schemas.openxmlformats.org/officeDocument/2006/relationships/image" Target="../media/image110.wmf"/><Relationship Id="rId15" Type="http://schemas.openxmlformats.org/officeDocument/2006/relationships/image" Target="../media/image115.wmf"/><Relationship Id="rId10" Type="http://schemas.openxmlformats.org/officeDocument/2006/relationships/oleObject" Target="../embeddings/oleObject107.bin"/><Relationship Id="rId4" Type="http://schemas.openxmlformats.org/officeDocument/2006/relationships/oleObject" Target="../embeddings/oleObject104.bin"/><Relationship Id="rId9" Type="http://schemas.openxmlformats.org/officeDocument/2006/relationships/image" Target="../media/image112.wmf"/><Relationship Id="rId14" Type="http://schemas.openxmlformats.org/officeDocument/2006/relationships/oleObject" Target="../embeddings/oleObject109.bin"/></Relationships>
</file>

<file path=ppt/slides/_rels/slide24.xml.rels><?xml version="1.0" encoding="UTF-8" standalone="yes"?>
<Relationships xmlns="http://schemas.openxmlformats.org/package/2006/relationships"><Relationship Id="rId8" Type="http://schemas.openxmlformats.org/officeDocument/2006/relationships/image" Target="../media/image118.emf"/><Relationship Id="rId13" Type="http://schemas.openxmlformats.org/officeDocument/2006/relationships/oleObject" Target="../embeddings/oleObject115.bin"/><Relationship Id="rId18" Type="http://schemas.openxmlformats.org/officeDocument/2006/relationships/image" Target="../media/image123.wmf"/><Relationship Id="rId26" Type="http://schemas.openxmlformats.org/officeDocument/2006/relationships/image" Target="../media/image127.wmf"/><Relationship Id="rId3" Type="http://schemas.openxmlformats.org/officeDocument/2006/relationships/notesSlide" Target="../notesSlides/notesSlide18.xml"/><Relationship Id="rId21" Type="http://schemas.openxmlformats.org/officeDocument/2006/relationships/oleObject" Target="../embeddings/oleObject119.bin"/><Relationship Id="rId7" Type="http://schemas.openxmlformats.org/officeDocument/2006/relationships/oleObject" Target="../embeddings/oleObject112.bin"/><Relationship Id="rId12" Type="http://schemas.openxmlformats.org/officeDocument/2006/relationships/image" Target="../media/image120.wmf"/><Relationship Id="rId17" Type="http://schemas.openxmlformats.org/officeDocument/2006/relationships/oleObject" Target="../embeddings/oleObject117.bin"/><Relationship Id="rId25" Type="http://schemas.openxmlformats.org/officeDocument/2006/relationships/oleObject" Target="../embeddings/oleObject121.bin"/><Relationship Id="rId2" Type="http://schemas.openxmlformats.org/officeDocument/2006/relationships/slideLayout" Target="../slideLayouts/slideLayout2.xml"/><Relationship Id="rId16" Type="http://schemas.openxmlformats.org/officeDocument/2006/relationships/image" Target="../media/image122.wmf"/><Relationship Id="rId20" Type="http://schemas.openxmlformats.org/officeDocument/2006/relationships/image" Target="../media/image124.wmf"/><Relationship Id="rId1" Type="http://schemas.openxmlformats.org/officeDocument/2006/relationships/vmlDrawing" Target="../drawings/vmlDrawing21.vml"/><Relationship Id="rId6" Type="http://schemas.openxmlformats.org/officeDocument/2006/relationships/image" Target="../media/image117.wmf"/><Relationship Id="rId11" Type="http://schemas.openxmlformats.org/officeDocument/2006/relationships/oleObject" Target="../embeddings/oleObject114.bin"/><Relationship Id="rId24" Type="http://schemas.openxmlformats.org/officeDocument/2006/relationships/image" Target="../media/image126.wmf"/><Relationship Id="rId5" Type="http://schemas.openxmlformats.org/officeDocument/2006/relationships/oleObject" Target="../embeddings/oleObject111.bin"/><Relationship Id="rId15" Type="http://schemas.openxmlformats.org/officeDocument/2006/relationships/oleObject" Target="../embeddings/oleObject116.bin"/><Relationship Id="rId23" Type="http://schemas.openxmlformats.org/officeDocument/2006/relationships/oleObject" Target="../embeddings/oleObject120.bin"/><Relationship Id="rId10" Type="http://schemas.openxmlformats.org/officeDocument/2006/relationships/image" Target="../media/image119.wmf"/><Relationship Id="rId19" Type="http://schemas.openxmlformats.org/officeDocument/2006/relationships/oleObject" Target="../embeddings/oleObject118.bin"/><Relationship Id="rId4" Type="http://schemas.openxmlformats.org/officeDocument/2006/relationships/image" Target="../media/image128.jpeg"/><Relationship Id="rId9" Type="http://schemas.openxmlformats.org/officeDocument/2006/relationships/oleObject" Target="../embeddings/oleObject113.bin"/><Relationship Id="rId14" Type="http://schemas.openxmlformats.org/officeDocument/2006/relationships/image" Target="../media/image121.wmf"/><Relationship Id="rId22" Type="http://schemas.openxmlformats.org/officeDocument/2006/relationships/image" Target="../media/image125.wmf"/></Relationships>
</file>

<file path=ppt/slides/_rels/slide25.xml.rels><?xml version="1.0" encoding="UTF-8" standalone="yes"?>
<Relationships xmlns="http://schemas.openxmlformats.org/package/2006/relationships"><Relationship Id="rId8" Type="http://schemas.openxmlformats.org/officeDocument/2006/relationships/image" Target="../media/image131.wmf"/><Relationship Id="rId3" Type="http://schemas.openxmlformats.org/officeDocument/2006/relationships/oleObject" Target="../embeddings/oleObject122.bin"/><Relationship Id="rId7" Type="http://schemas.openxmlformats.org/officeDocument/2006/relationships/oleObject" Target="../embeddings/oleObject124.bin"/><Relationship Id="rId2" Type="http://schemas.openxmlformats.org/officeDocument/2006/relationships/slideLayout" Target="../slideLayouts/slideLayout2.xml"/><Relationship Id="rId1" Type="http://schemas.openxmlformats.org/officeDocument/2006/relationships/vmlDrawing" Target="../drawings/vmlDrawing22.vml"/><Relationship Id="rId6" Type="http://schemas.openxmlformats.org/officeDocument/2006/relationships/image" Target="../media/image130.wmf"/><Relationship Id="rId11" Type="http://schemas.openxmlformats.org/officeDocument/2006/relationships/image" Target="../media/image128.jpeg"/><Relationship Id="rId5" Type="http://schemas.openxmlformats.org/officeDocument/2006/relationships/oleObject" Target="../embeddings/oleObject123.bin"/><Relationship Id="rId10" Type="http://schemas.openxmlformats.org/officeDocument/2006/relationships/image" Target="../media/image132.wmf"/><Relationship Id="rId4" Type="http://schemas.openxmlformats.org/officeDocument/2006/relationships/image" Target="../media/image129.wmf"/><Relationship Id="rId9" Type="http://schemas.openxmlformats.org/officeDocument/2006/relationships/oleObject" Target="../embeddings/oleObject125.bin"/></Relationships>
</file>

<file path=ppt/slides/_rels/slide26.xml.rels><?xml version="1.0" encoding="UTF-8" standalone="yes"?>
<Relationships xmlns="http://schemas.openxmlformats.org/package/2006/relationships"><Relationship Id="rId8" Type="http://schemas.openxmlformats.org/officeDocument/2006/relationships/oleObject" Target="../embeddings/oleObject128.bin"/><Relationship Id="rId3" Type="http://schemas.openxmlformats.org/officeDocument/2006/relationships/notesSlide" Target="../notesSlides/notesSlide19.xml"/><Relationship Id="rId7" Type="http://schemas.openxmlformats.org/officeDocument/2006/relationships/image" Target="../media/image134.wmf"/><Relationship Id="rId2" Type="http://schemas.openxmlformats.org/officeDocument/2006/relationships/slideLayout" Target="../slideLayouts/slideLayout2.xml"/><Relationship Id="rId1" Type="http://schemas.openxmlformats.org/officeDocument/2006/relationships/vmlDrawing" Target="../drawings/vmlDrawing23.vml"/><Relationship Id="rId6" Type="http://schemas.openxmlformats.org/officeDocument/2006/relationships/oleObject" Target="../embeddings/oleObject127.bin"/><Relationship Id="rId5" Type="http://schemas.openxmlformats.org/officeDocument/2006/relationships/image" Target="../media/image133.wmf"/><Relationship Id="rId4" Type="http://schemas.openxmlformats.org/officeDocument/2006/relationships/oleObject" Target="../embeddings/oleObject126.bin"/><Relationship Id="rId9" Type="http://schemas.openxmlformats.org/officeDocument/2006/relationships/image" Target="../media/image135.wmf"/></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vmlDrawing" Target="../drawings/vmlDrawing24.vml"/><Relationship Id="rId5" Type="http://schemas.openxmlformats.org/officeDocument/2006/relationships/image" Target="../media/image136.emf"/><Relationship Id="rId4" Type="http://schemas.openxmlformats.org/officeDocument/2006/relationships/oleObject" Target="../embeddings/oleObject129.bin"/></Relationships>
</file>

<file path=ppt/slides/_rels/slide28.xml.rels><?xml version="1.0" encoding="UTF-8" standalone="yes"?>
<Relationships xmlns="http://schemas.openxmlformats.org/package/2006/relationships"><Relationship Id="rId8" Type="http://schemas.openxmlformats.org/officeDocument/2006/relationships/oleObject" Target="../embeddings/oleObject132.bin"/><Relationship Id="rId3" Type="http://schemas.openxmlformats.org/officeDocument/2006/relationships/notesSlide" Target="../notesSlides/notesSlide21.xml"/><Relationship Id="rId7" Type="http://schemas.openxmlformats.org/officeDocument/2006/relationships/image" Target="../media/image138.wmf"/><Relationship Id="rId2" Type="http://schemas.openxmlformats.org/officeDocument/2006/relationships/slideLayout" Target="../slideLayouts/slideLayout2.xml"/><Relationship Id="rId1" Type="http://schemas.openxmlformats.org/officeDocument/2006/relationships/vmlDrawing" Target="../drawings/vmlDrawing25.vml"/><Relationship Id="rId6" Type="http://schemas.openxmlformats.org/officeDocument/2006/relationships/oleObject" Target="../embeddings/oleObject131.bin"/><Relationship Id="rId5" Type="http://schemas.openxmlformats.org/officeDocument/2006/relationships/image" Target="../media/image137.wmf"/><Relationship Id="rId4" Type="http://schemas.openxmlformats.org/officeDocument/2006/relationships/oleObject" Target="../embeddings/oleObject130.bin"/><Relationship Id="rId9" Type="http://schemas.openxmlformats.org/officeDocument/2006/relationships/image" Target="../media/image139.wmf"/></Relationships>
</file>

<file path=ppt/slides/_rels/slide29.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41.png"/></Relationships>
</file>

<file path=ppt/slides/_rels/slide30.xml.rels><?xml version="1.0" encoding="UTF-8" standalone="yes"?>
<Relationships xmlns="http://schemas.openxmlformats.org/package/2006/relationships"><Relationship Id="rId8" Type="http://schemas.openxmlformats.org/officeDocument/2006/relationships/oleObject" Target="../embeddings/oleObject135.bin"/><Relationship Id="rId13" Type="http://schemas.openxmlformats.org/officeDocument/2006/relationships/image" Target="../media/image146.emf"/><Relationship Id="rId3" Type="http://schemas.openxmlformats.org/officeDocument/2006/relationships/notesSlide" Target="../notesSlides/notesSlide23.xml"/><Relationship Id="rId7" Type="http://schemas.openxmlformats.org/officeDocument/2006/relationships/image" Target="../media/image143.wmf"/><Relationship Id="rId12" Type="http://schemas.openxmlformats.org/officeDocument/2006/relationships/oleObject" Target="../embeddings/oleObject137.bin"/><Relationship Id="rId17" Type="http://schemas.openxmlformats.org/officeDocument/2006/relationships/image" Target="../media/image148.emf"/><Relationship Id="rId2" Type="http://schemas.openxmlformats.org/officeDocument/2006/relationships/slideLayout" Target="../slideLayouts/slideLayout2.xml"/><Relationship Id="rId16" Type="http://schemas.openxmlformats.org/officeDocument/2006/relationships/oleObject" Target="../embeddings/oleObject139.bin"/><Relationship Id="rId1" Type="http://schemas.openxmlformats.org/officeDocument/2006/relationships/vmlDrawing" Target="../drawings/vmlDrawing26.vml"/><Relationship Id="rId6" Type="http://schemas.openxmlformats.org/officeDocument/2006/relationships/oleObject" Target="../embeddings/oleObject134.bin"/><Relationship Id="rId11" Type="http://schemas.openxmlformats.org/officeDocument/2006/relationships/image" Target="../media/image145.emf"/><Relationship Id="rId5" Type="http://schemas.openxmlformats.org/officeDocument/2006/relationships/image" Target="../media/image142.wmf"/><Relationship Id="rId15" Type="http://schemas.openxmlformats.org/officeDocument/2006/relationships/image" Target="../media/image147.emf"/><Relationship Id="rId10" Type="http://schemas.openxmlformats.org/officeDocument/2006/relationships/oleObject" Target="../embeddings/oleObject136.bin"/><Relationship Id="rId4" Type="http://schemas.openxmlformats.org/officeDocument/2006/relationships/oleObject" Target="../embeddings/oleObject133.bin"/><Relationship Id="rId9" Type="http://schemas.openxmlformats.org/officeDocument/2006/relationships/image" Target="../media/image144.emf"/><Relationship Id="rId14" Type="http://schemas.openxmlformats.org/officeDocument/2006/relationships/oleObject" Target="../embeddings/oleObject138.bin"/></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142.bin"/><Relationship Id="rId13" Type="http://schemas.openxmlformats.org/officeDocument/2006/relationships/image" Target="../media/image153.wmf"/><Relationship Id="rId3" Type="http://schemas.openxmlformats.org/officeDocument/2006/relationships/notesSlide" Target="../notesSlides/notesSlide24.xml"/><Relationship Id="rId7" Type="http://schemas.openxmlformats.org/officeDocument/2006/relationships/image" Target="../media/image150.wmf"/><Relationship Id="rId12" Type="http://schemas.openxmlformats.org/officeDocument/2006/relationships/oleObject" Target="../embeddings/oleObject144.bin"/><Relationship Id="rId2" Type="http://schemas.openxmlformats.org/officeDocument/2006/relationships/slideLayout" Target="../slideLayouts/slideLayout2.xml"/><Relationship Id="rId1" Type="http://schemas.openxmlformats.org/officeDocument/2006/relationships/vmlDrawing" Target="../drawings/vmlDrawing27.vml"/><Relationship Id="rId6" Type="http://schemas.openxmlformats.org/officeDocument/2006/relationships/oleObject" Target="../embeddings/oleObject141.bin"/><Relationship Id="rId11" Type="http://schemas.openxmlformats.org/officeDocument/2006/relationships/image" Target="../media/image152.wmf"/><Relationship Id="rId5" Type="http://schemas.openxmlformats.org/officeDocument/2006/relationships/image" Target="../media/image149.wmf"/><Relationship Id="rId15" Type="http://schemas.openxmlformats.org/officeDocument/2006/relationships/image" Target="../media/image154.wmf"/><Relationship Id="rId10" Type="http://schemas.openxmlformats.org/officeDocument/2006/relationships/oleObject" Target="../embeddings/oleObject143.bin"/><Relationship Id="rId4" Type="http://schemas.openxmlformats.org/officeDocument/2006/relationships/oleObject" Target="../embeddings/oleObject140.bin"/><Relationship Id="rId9" Type="http://schemas.openxmlformats.org/officeDocument/2006/relationships/image" Target="../media/image151.wmf"/><Relationship Id="rId14" Type="http://schemas.openxmlformats.org/officeDocument/2006/relationships/oleObject" Target="../embeddings/oleObject145.bin"/></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6.xml"/><Relationship Id="rId7" Type="http://schemas.openxmlformats.org/officeDocument/2006/relationships/image" Target="../media/image156.wmf"/><Relationship Id="rId2" Type="http://schemas.openxmlformats.org/officeDocument/2006/relationships/slideLayout" Target="../slideLayouts/slideLayout2.xml"/><Relationship Id="rId1" Type="http://schemas.openxmlformats.org/officeDocument/2006/relationships/vmlDrawing" Target="../drawings/vmlDrawing28.vml"/><Relationship Id="rId6" Type="http://schemas.openxmlformats.org/officeDocument/2006/relationships/oleObject" Target="../embeddings/oleObject147.bin"/><Relationship Id="rId5" Type="http://schemas.openxmlformats.org/officeDocument/2006/relationships/image" Target="../media/image155.wmf"/><Relationship Id="rId4" Type="http://schemas.openxmlformats.org/officeDocument/2006/relationships/oleObject" Target="../embeddings/oleObject146.bin"/></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150.bin"/><Relationship Id="rId13" Type="http://schemas.openxmlformats.org/officeDocument/2006/relationships/image" Target="../media/image161.wmf"/><Relationship Id="rId3" Type="http://schemas.openxmlformats.org/officeDocument/2006/relationships/notesSlide" Target="../notesSlides/notesSlide27.xml"/><Relationship Id="rId7" Type="http://schemas.openxmlformats.org/officeDocument/2006/relationships/image" Target="../media/image158.emf"/><Relationship Id="rId12" Type="http://schemas.openxmlformats.org/officeDocument/2006/relationships/oleObject" Target="../embeddings/oleObject152.bin"/><Relationship Id="rId17" Type="http://schemas.openxmlformats.org/officeDocument/2006/relationships/image" Target="../media/image163.wmf"/><Relationship Id="rId2" Type="http://schemas.openxmlformats.org/officeDocument/2006/relationships/slideLayout" Target="../slideLayouts/slideLayout2.xml"/><Relationship Id="rId16" Type="http://schemas.openxmlformats.org/officeDocument/2006/relationships/oleObject" Target="../embeddings/oleObject154.bin"/><Relationship Id="rId1" Type="http://schemas.openxmlformats.org/officeDocument/2006/relationships/vmlDrawing" Target="../drawings/vmlDrawing29.vml"/><Relationship Id="rId6" Type="http://schemas.openxmlformats.org/officeDocument/2006/relationships/oleObject" Target="../embeddings/oleObject149.bin"/><Relationship Id="rId11" Type="http://schemas.openxmlformats.org/officeDocument/2006/relationships/image" Target="../media/image160.wmf"/><Relationship Id="rId5" Type="http://schemas.openxmlformats.org/officeDocument/2006/relationships/image" Target="../media/image157.wmf"/><Relationship Id="rId15" Type="http://schemas.openxmlformats.org/officeDocument/2006/relationships/image" Target="../media/image162.wmf"/><Relationship Id="rId10" Type="http://schemas.openxmlformats.org/officeDocument/2006/relationships/oleObject" Target="../embeddings/oleObject151.bin"/><Relationship Id="rId4" Type="http://schemas.openxmlformats.org/officeDocument/2006/relationships/oleObject" Target="../embeddings/oleObject148.bin"/><Relationship Id="rId9" Type="http://schemas.openxmlformats.org/officeDocument/2006/relationships/image" Target="../media/image159.wmf"/><Relationship Id="rId14" Type="http://schemas.openxmlformats.org/officeDocument/2006/relationships/oleObject" Target="../embeddings/oleObject153.bin"/></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8" Type="http://schemas.openxmlformats.org/officeDocument/2006/relationships/oleObject" Target="../embeddings/oleObject157.bin"/><Relationship Id="rId3" Type="http://schemas.openxmlformats.org/officeDocument/2006/relationships/notesSlide" Target="../notesSlides/notesSlide29.xml"/><Relationship Id="rId7" Type="http://schemas.openxmlformats.org/officeDocument/2006/relationships/image" Target="../media/image165.wmf"/><Relationship Id="rId2" Type="http://schemas.openxmlformats.org/officeDocument/2006/relationships/slideLayout" Target="../slideLayouts/slideLayout2.xml"/><Relationship Id="rId1" Type="http://schemas.openxmlformats.org/officeDocument/2006/relationships/vmlDrawing" Target="../drawings/vmlDrawing30.vml"/><Relationship Id="rId6" Type="http://schemas.openxmlformats.org/officeDocument/2006/relationships/oleObject" Target="../embeddings/oleObject156.bin"/><Relationship Id="rId5" Type="http://schemas.openxmlformats.org/officeDocument/2006/relationships/image" Target="../media/image164.wmf"/><Relationship Id="rId4" Type="http://schemas.openxmlformats.org/officeDocument/2006/relationships/oleObject" Target="../embeddings/oleObject155.bin"/><Relationship Id="rId9" Type="http://schemas.openxmlformats.org/officeDocument/2006/relationships/image" Target="../media/image166.wmf"/></Relationships>
</file>

<file path=ppt/slides/_rels/slide37.xml.rels><?xml version="1.0" encoding="UTF-8" standalone="yes"?>
<Relationships xmlns="http://schemas.openxmlformats.org/package/2006/relationships"><Relationship Id="rId13" Type="http://schemas.openxmlformats.org/officeDocument/2006/relationships/image" Target="../media/image171.wmf"/><Relationship Id="rId18" Type="http://schemas.openxmlformats.org/officeDocument/2006/relationships/oleObject" Target="../embeddings/oleObject165.bin"/><Relationship Id="rId26" Type="http://schemas.openxmlformats.org/officeDocument/2006/relationships/image" Target="../media/image177.wmf"/><Relationship Id="rId39" Type="http://schemas.openxmlformats.org/officeDocument/2006/relationships/oleObject" Target="../embeddings/oleObject176.bin"/><Relationship Id="rId21" Type="http://schemas.openxmlformats.org/officeDocument/2006/relationships/oleObject" Target="../embeddings/oleObject167.bin"/><Relationship Id="rId34" Type="http://schemas.openxmlformats.org/officeDocument/2006/relationships/image" Target="../media/image181.wmf"/><Relationship Id="rId42" Type="http://schemas.openxmlformats.org/officeDocument/2006/relationships/image" Target="../media/image185.wmf"/><Relationship Id="rId47" Type="http://schemas.openxmlformats.org/officeDocument/2006/relationships/oleObject" Target="../embeddings/oleObject180.bin"/><Relationship Id="rId50" Type="http://schemas.openxmlformats.org/officeDocument/2006/relationships/oleObject" Target="../embeddings/oleObject182.bin"/><Relationship Id="rId7" Type="http://schemas.openxmlformats.org/officeDocument/2006/relationships/image" Target="../media/image168.wmf"/><Relationship Id="rId2" Type="http://schemas.openxmlformats.org/officeDocument/2006/relationships/slideLayout" Target="../slideLayouts/slideLayout2.xml"/><Relationship Id="rId16" Type="http://schemas.openxmlformats.org/officeDocument/2006/relationships/oleObject" Target="../embeddings/oleObject164.bin"/><Relationship Id="rId29" Type="http://schemas.openxmlformats.org/officeDocument/2006/relationships/oleObject" Target="../embeddings/oleObject171.bin"/><Relationship Id="rId11" Type="http://schemas.openxmlformats.org/officeDocument/2006/relationships/image" Target="../media/image170.wmf"/><Relationship Id="rId24" Type="http://schemas.openxmlformats.org/officeDocument/2006/relationships/image" Target="../media/image176.wmf"/><Relationship Id="rId32" Type="http://schemas.openxmlformats.org/officeDocument/2006/relationships/image" Target="../media/image180.wmf"/><Relationship Id="rId37" Type="http://schemas.openxmlformats.org/officeDocument/2006/relationships/oleObject" Target="../embeddings/oleObject175.bin"/><Relationship Id="rId40" Type="http://schemas.openxmlformats.org/officeDocument/2006/relationships/image" Target="../media/image184.wmf"/><Relationship Id="rId45" Type="http://schemas.openxmlformats.org/officeDocument/2006/relationships/oleObject" Target="../embeddings/oleObject179.bin"/><Relationship Id="rId53" Type="http://schemas.openxmlformats.org/officeDocument/2006/relationships/image" Target="../media/image190.wmf"/><Relationship Id="rId5" Type="http://schemas.openxmlformats.org/officeDocument/2006/relationships/image" Target="../media/image167.wmf"/><Relationship Id="rId10" Type="http://schemas.openxmlformats.org/officeDocument/2006/relationships/oleObject" Target="../embeddings/oleObject161.bin"/><Relationship Id="rId19" Type="http://schemas.openxmlformats.org/officeDocument/2006/relationships/oleObject" Target="../embeddings/oleObject166.bin"/><Relationship Id="rId31" Type="http://schemas.openxmlformats.org/officeDocument/2006/relationships/oleObject" Target="../embeddings/oleObject172.bin"/><Relationship Id="rId44" Type="http://schemas.openxmlformats.org/officeDocument/2006/relationships/image" Target="../media/image186.wmf"/><Relationship Id="rId52" Type="http://schemas.openxmlformats.org/officeDocument/2006/relationships/oleObject" Target="../embeddings/oleObject183.bin"/><Relationship Id="rId4" Type="http://schemas.openxmlformats.org/officeDocument/2006/relationships/oleObject" Target="../embeddings/oleObject158.bin"/><Relationship Id="rId9" Type="http://schemas.openxmlformats.org/officeDocument/2006/relationships/image" Target="../media/image169.wmf"/><Relationship Id="rId14" Type="http://schemas.openxmlformats.org/officeDocument/2006/relationships/oleObject" Target="../embeddings/oleObject163.bin"/><Relationship Id="rId22" Type="http://schemas.openxmlformats.org/officeDocument/2006/relationships/image" Target="../media/image175.wmf"/><Relationship Id="rId27" Type="http://schemas.openxmlformats.org/officeDocument/2006/relationships/oleObject" Target="../embeddings/oleObject170.bin"/><Relationship Id="rId30" Type="http://schemas.openxmlformats.org/officeDocument/2006/relationships/image" Target="../media/image179.wmf"/><Relationship Id="rId35" Type="http://schemas.openxmlformats.org/officeDocument/2006/relationships/oleObject" Target="../embeddings/oleObject174.bin"/><Relationship Id="rId43" Type="http://schemas.openxmlformats.org/officeDocument/2006/relationships/oleObject" Target="../embeddings/oleObject178.bin"/><Relationship Id="rId48" Type="http://schemas.openxmlformats.org/officeDocument/2006/relationships/oleObject" Target="../embeddings/oleObject181.bin"/><Relationship Id="rId8" Type="http://schemas.openxmlformats.org/officeDocument/2006/relationships/oleObject" Target="../embeddings/oleObject160.bin"/><Relationship Id="rId51" Type="http://schemas.openxmlformats.org/officeDocument/2006/relationships/image" Target="../media/image189.wmf"/><Relationship Id="rId3" Type="http://schemas.openxmlformats.org/officeDocument/2006/relationships/notesSlide" Target="../notesSlides/notesSlide30.xml"/><Relationship Id="rId12" Type="http://schemas.openxmlformats.org/officeDocument/2006/relationships/oleObject" Target="../embeddings/oleObject162.bin"/><Relationship Id="rId17" Type="http://schemas.openxmlformats.org/officeDocument/2006/relationships/image" Target="../media/image173.wmf"/><Relationship Id="rId25" Type="http://schemas.openxmlformats.org/officeDocument/2006/relationships/oleObject" Target="../embeddings/oleObject169.bin"/><Relationship Id="rId33" Type="http://schemas.openxmlformats.org/officeDocument/2006/relationships/oleObject" Target="../embeddings/oleObject173.bin"/><Relationship Id="rId38" Type="http://schemas.openxmlformats.org/officeDocument/2006/relationships/image" Target="../media/image183.wmf"/><Relationship Id="rId46" Type="http://schemas.openxmlformats.org/officeDocument/2006/relationships/image" Target="../media/image187.wmf"/><Relationship Id="rId20" Type="http://schemas.openxmlformats.org/officeDocument/2006/relationships/image" Target="../media/image174.wmf"/><Relationship Id="rId41" Type="http://schemas.openxmlformats.org/officeDocument/2006/relationships/oleObject" Target="../embeddings/oleObject177.bin"/><Relationship Id="rId1" Type="http://schemas.openxmlformats.org/officeDocument/2006/relationships/vmlDrawing" Target="../drawings/vmlDrawing31.vml"/><Relationship Id="rId6" Type="http://schemas.openxmlformats.org/officeDocument/2006/relationships/oleObject" Target="../embeddings/oleObject159.bin"/><Relationship Id="rId15" Type="http://schemas.openxmlformats.org/officeDocument/2006/relationships/image" Target="../media/image172.wmf"/><Relationship Id="rId23" Type="http://schemas.openxmlformats.org/officeDocument/2006/relationships/oleObject" Target="../embeddings/oleObject168.bin"/><Relationship Id="rId28" Type="http://schemas.openxmlformats.org/officeDocument/2006/relationships/image" Target="../media/image178.wmf"/><Relationship Id="rId36" Type="http://schemas.openxmlformats.org/officeDocument/2006/relationships/image" Target="../media/image182.wmf"/><Relationship Id="rId49" Type="http://schemas.openxmlformats.org/officeDocument/2006/relationships/image" Target="../media/image188.wmf"/></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186.bin"/><Relationship Id="rId13" Type="http://schemas.openxmlformats.org/officeDocument/2006/relationships/image" Target="../media/image195.wmf"/><Relationship Id="rId3" Type="http://schemas.openxmlformats.org/officeDocument/2006/relationships/notesSlide" Target="../notesSlides/notesSlide31.xml"/><Relationship Id="rId7" Type="http://schemas.openxmlformats.org/officeDocument/2006/relationships/image" Target="../media/image192.wmf"/><Relationship Id="rId12" Type="http://schemas.openxmlformats.org/officeDocument/2006/relationships/oleObject" Target="../embeddings/oleObject188.bin"/><Relationship Id="rId17" Type="http://schemas.openxmlformats.org/officeDocument/2006/relationships/image" Target="../media/image197.wmf"/><Relationship Id="rId2" Type="http://schemas.openxmlformats.org/officeDocument/2006/relationships/slideLayout" Target="../slideLayouts/slideLayout2.xml"/><Relationship Id="rId16" Type="http://schemas.openxmlformats.org/officeDocument/2006/relationships/oleObject" Target="../embeddings/oleObject190.bin"/><Relationship Id="rId1" Type="http://schemas.openxmlformats.org/officeDocument/2006/relationships/vmlDrawing" Target="../drawings/vmlDrawing32.vml"/><Relationship Id="rId6" Type="http://schemas.openxmlformats.org/officeDocument/2006/relationships/oleObject" Target="../embeddings/oleObject185.bin"/><Relationship Id="rId11" Type="http://schemas.openxmlformats.org/officeDocument/2006/relationships/image" Target="../media/image194.wmf"/><Relationship Id="rId5" Type="http://schemas.openxmlformats.org/officeDocument/2006/relationships/image" Target="../media/image191.wmf"/><Relationship Id="rId15" Type="http://schemas.openxmlformats.org/officeDocument/2006/relationships/image" Target="../media/image196.wmf"/><Relationship Id="rId10" Type="http://schemas.openxmlformats.org/officeDocument/2006/relationships/oleObject" Target="../embeddings/oleObject187.bin"/><Relationship Id="rId4" Type="http://schemas.openxmlformats.org/officeDocument/2006/relationships/oleObject" Target="../embeddings/oleObject184.bin"/><Relationship Id="rId9" Type="http://schemas.openxmlformats.org/officeDocument/2006/relationships/image" Target="../media/image193.wmf"/><Relationship Id="rId14" Type="http://schemas.openxmlformats.org/officeDocument/2006/relationships/oleObject" Target="../embeddings/oleObject189.bin"/></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193.bin"/><Relationship Id="rId3" Type="http://schemas.openxmlformats.org/officeDocument/2006/relationships/notesSlide" Target="../notesSlides/notesSlide32.xml"/><Relationship Id="rId7" Type="http://schemas.openxmlformats.org/officeDocument/2006/relationships/image" Target="../media/image199.wmf"/><Relationship Id="rId2" Type="http://schemas.openxmlformats.org/officeDocument/2006/relationships/slideLayout" Target="../slideLayouts/slideLayout2.xml"/><Relationship Id="rId1" Type="http://schemas.openxmlformats.org/officeDocument/2006/relationships/vmlDrawing" Target="../drawings/vmlDrawing33.vml"/><Relationship Id="rId6" Type="http://schemas.openxmlformats.org/officeDocument/2006/relationships/oleObject" Target="../embeddings/oleObject192.bin"/><Relationship Id="rId5" Type="http://schemas.openxmlformats.org/officeDocument/2006/relationships/image" Target="../media/image198.wmf"/><Relationship Id="rId4" Type="http://schemas.openxmlformats.org/officeDocument/2006/relationships/oleObject" Target="../embeddings/oleObject191.bin"/><Relationship Id="rId9" Type="http://schemas.openxmlformats.org/officeDocument/2006/relationships/image" Target="../media/image200.wmf"/></Relationships>
</file>

<file path=ppt/slides/_rels/slide40.xml.rels><?xml version="1.0" encoding="UTF-8" standalone="yes"?>
<Relationships xmlns="http://schemas.openxmlformats.org/package/2006/relationships"><Relationship Id="rId8" Type="http://schemas.openxmlformats.org/officeDocument/2006/relationships/oleObject" Target="../embeddings/oleObject196.bin"/><Relationship Id="rId3" Type="http://schemas.openxmlformats.org/officeDocument/2006/relationships/notesSlide" Target="../notesSlides/notesSlide33.xml"/><Relationship Id="rId7" Type="http://schemas.openxmlformats.org/officeDocument/2006/relationships/image" Target="../media/image202.wmf"/><Relationship Id="rId2" Type="http://schemas.openxmlformats.org/officeDocument/2006/relationships/slideLayout" Target="../slideLayouts/slideLayout2.xml"/><Relationship Id="rId1" Type="http://schemas.openxmlformats.org/officeDocument/2006/relationships/vmlDrawing" Target="../drawings/vmlDrawing34.vml"/><Relationship Id="rId6" Type="http://schemas.openxmlformats.org/officeDocument/2006/relationships/oleObject" Target="../embeddings/oleObject195.bin"/><Relationship Id="rId5" Type="http://schemas.openxmlformats.org/officeDocument/2006/relationships/image" Target="../media/image201.wmf"/><Relationship Id="rId4" Type="http://schemas.openxmlformats.org/officeDocument/2006/relationships/oleObject" Target="../embeddings/oleObject194.bin"/><Relationship Id="rId9" Type="http://schemas.openxmlformats.org/officeDocument/2006/relationships/image" Target="../media/image203.wmf"/></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notesSlide" Target="../notesSlides/notesSlide35.xml"/><Relationship Id="rId2" Type="http://schemas.openxmlformats.org/officeDocument/2006/relationships/slideLayout" Target="../slideLayouts/slideLayout2.xml"/><Relationship Id="rId1" Type="http://schemas.openxmlformats.org/officeDocument/2006/relationships/vmlDrawing" Target="../drawings/vmlDrawing35.vml"/><Relationship Id="rId5" Type="http://schemas.openxmlformats.org/officeDocument/2006/relationships/image" Target="../media/image204.wmf"/><Relationship Id="rId4" Type="http://schemas.openxmlformats.org/officeDocument/2006/relationships/oleObject" Target="../embeddings/oleObject197.bin"/></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36.xml"/><Relationship Id="rId7" Type="http://schemas.openxmlformats.org/officeDocument/2006/relationships/image" Target="../media/image206.emf"/><Relationship Id="rId2" Type="http://schemas.openxmlformats.org/officeDocument/2006/relationships/slideLayout" Target="../slideLayouts/slideLayout2.xml"/><Relationship Id="rId1" Type="http://schemas.openxmlformats.org/officeDocument/2006/relationships/vmlDrawing" Target="../drawings/vmlDrawing36.vml"/><Relationship Id="rId6" Type="http://schemas.openxmlformats.org/officeDocument/2006/relationships/oleObject" Target="../embeddings/oleObject199.bin"/><Relationship Id="rId5" Type="http://schemas.openxmlformats.org/officeDocument/2006/relationships/image" Target="../media/image205.emf"/><Relationship Id="rId4" Type="http://schemas.openxmlformats.org/officeDocument/2006/relationships/oleObject" Target="../embeddings/oleObject198.bin"/></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202.bin"/><Relationship Id="rId13" Type="http://schemas.openxmlformats.org/officeDocument/2006/relationships/image" Target="../media/image211.emf"/><Relationship Id="rId18" Type="http://schemas.openxmlformats.org/officeDocument/2006/relationships/oleObject" Target="../embeddings/oleObject207.bin"/><Relationship Id="rId26" Type="http://schemas.openxmlformats.org/officeDocument/2006/relationships/oleObject" Target="../embeddings/oleObject211.bin"/><Relationship Id="rId3" Type="http://schemas.openxmlformats.org/officeDocument/2006/relationships/notesSlide" Target="../notesSlides/notesSlide38.xml"/><Relationship Id="rId21" Type="http://schemas.openxmlformats.org/officeDocument/2006/relationships/image" Target="../media/image215.emf"/><Relationship Id="rId7" Type="http://schemas.openxmlformats.org/officeDocument/2006/relationships/image" Target="../media/image208.emf"/><Relationship Id="rId12" Type="http://schemas.openxmlformats.org/officeDocument/2006/relationships/oleObject" Target="../embeddings/oleObject204.bin"/><Relationship Id="rId17" Type="http://schemas.openxmlformats.org/officeDocument/2006/relationships/image" Target="../media/image213.emf"/><Relationship Id="rId25" Type="http://schemas.openxmlformats.org/officeDocument/2006/relationships/image" Target="../media/image217.emf"/><Relationship Id="rId2" Type="http://schemas.openxmlformats.org/officeDocument/2006/relationships/slideLayout" Target="../slideLayouts/slideLayout7.xml"/><Relationship Id="rId16" Type="http://schemas.openxmlformats.org/officeDocument/2006/relationships/oleObject" Target="../embeddings/oleObject206.bin"/><Relationship Id="rId20" Type="http://schemas.openxmlformats.org/officeDocument/2006/relationships/oleObject" Target="../embeddings/oleObject208.bin"/><Relationship Id="rId1" Type="http://schemas.openxmlformats.org/officeDocument/2006/relationships/vmlDrawing" Target="../drawings/vmlDrawing37.vml"/><Relationship Id="rId6" Type="http://schemas.openxmlformats.org/officeDocument/2006/relationships/oleObject" Target="../embeddings/oleObject201.bin"/><Relationship Id="rId11" Type="http://schemas.openxmlformats.org/officeDocument/2006/relationships/image" Target="../media/image210.emf"/><Relationship Id="rId24" Type="http://schemas.openxmlformats.org/officeDocument/2006/relationships/oleObject" Target="../embeddings/oleObject210.bin"/><Relationship Id="rId5" Type="http://schemas.openxmlformats.org/officeDocument/2006/relationships/image" Target="../media/image207.emf"/><Relationship Id="rId15" Type="http://schemas.openxmlformats.org/officeDocument/2006/relationships/image" Target="../media/image212.emf"/><Relationship Id="rId23" Type="http://schemas.openxmlformats.org/officeDocument/2006/relationships/image" Target="../media/image216.emf"/><Relationship Id="rId10" Type="http://schemas.openxmlformats.org/officeDocument/2006/relationships/oleObject" Target="../embeddings/oleObject203.bin"/><Relationship Id="rId19" Type="http://schemas.openxmlformats.org/officeDocument/2006/relationships/image" Target="../media/image214.emf"/><Relationship Id="rId4" Type="http://schemas.openxmlformats.org/officeDocument/2006/relationships/oleObject" Target="../embeddings/oleObject200.bin"/><Relationship Id="rId9" Type="http://schemas.openxmlformats.org/officeDocument/2006/relationships/image" Target="../media/image209.emf"/><Relationship Id="rId14" Type="http://schemas.openxmlformats.org/officeDocument/2006/relationships/oleObject" Target="../embeddings/oleObject205.bin"/><Relationship Id="rId22" Type="http://schemas.openxmlformats.org/officeDocument/2006/relationships/oleObject" Target="../embeddings/oleObject209.bin"/><Relationship Id="rId27" Type="http://schemas.openxmlformats.org/officeDocument/2006/relationships/image" Target="../media/image218.emf"/></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214.bin"/><Relationship Id="rId3" Type="http://schemas.openxmlformats.org/officeDocument/2006/relationships/notesSlide" Target="../notesSlides/notesSlide39.xml"/><Relationship Id="rId7" Type="http://schemas.openxmlformats.org/officeDocument/2006/relationships/image" Target="../media/image220.wmf"/><Relationship Id="rId2" Type="http://schemas.openxmlformats.org/officeDocument/2006/relationships/slideLayout" Target="../slideLayouts/slideLayout2.xml"/><Relationship Id="rId1" Type="http://schemas.openxmlformats.org/officeDocument/2006/relationships/vmlDrawing" Target="../drawings/vmlDrawing38.vml"/><Relationship Id="rId6" Type="http://schemas.openxmlformats.org/officeDocument/2006/relationships/oleObject" Target="../embeddings/oleObject213.bin"/><Relationship Id="rId11" Type="http://schemas.openxmlformats.org/officeDocument/2006/relationships/image" Target="../media/image222.wmf"/><Relationship Id="rId5" Type="http://schemas.openxmlformats.org/officeDocument/2006/relationships/image" Target="../media/image219.wmf"/><Relationship Id="rId10" Type="http://schemas.openxmlformats.org/officeDocument/2006/relationships/oleObject" Target="../embeddings/oleObject215.bin"/><Relationship Id="rId4" Type="http://schemas.openxmlformats.org/officeDocument/2006/relationships/oleObject" Target="../embeddings/oleObject212.bin"/><Relationship Id="rId9" Type="http://schemas.openxmlformats.org/officeDocument/2006/relationships/image" Target="../media/image221.wmf"/></Relationships>
</file>

<file path=ppt/slides/_rels/slide47.xml.rels><?xml version="1.0" encoding="UTF-8" standalone="yes"?>
<Relationships xmlns="http://schemas.openxmlformats.org/package/2006/relationships"><Relationship Id="rId8" Type="http://schemas.openxmlformats.org/officeDocument/2006/relationships/image" Target="../media/image225.wmf"/><Relationship Id="rId3" Type="http://schemas.openxmlformats.org/officeDocument/2006/relationships/oleObject" Target="../embeddings/oleObject216.bin"/><Relationship Id="rId7" Type="http://schemas.openxmlformats.org/officeDocument/2006/relationships/oleObject" Target="../embeddings/oleObject218.bin"/><Relationship Id="rId12" Type="http://schemas.openxmlformats.org/officeDocument/2006/relationships/image" Target="../media/image227.wmf"/><Relationship Id="rId2" Type="http://schemas.openxmlformats.org/officeDocument/2006/relationships/slideLayout" Target="../slideLayouts/slideLayout2.xml"/><Relationship Id="rId1" Type="http://schemas.openxmlformats.org/officeDocument/2006/relationships/vmlDrawing" Target="../drawings/vmlDrawing39.vml"/><Relationship Id="rId6" Type="http://schemas.openxmlformats.org/officeDocument/2006/relationships/image" Target="../media/image224.wmf"/><Relationship Id="rId11" Type="http://schemas.openxmlformats.org/officeDocument/2006/relationships/oleObject" Target="../embeddings/oleObject220.bin"/><Relationship Id="rId5" Type="http://schemas.openxmlformats.org/officeDocument/2006/relationships/oleObject" Target="../embeddings/oleObject217.bin"/><Relationship Id="rId10" Type="http://schemas.openxmlformats.org/officeDocument/2006/relationships/image" Target="../media/image226.wmf"/><Relationship Id="rId4" Type="http://schemas.openxmlformats.org/officeDocument/2006/relationships/image" Target="../media/image223.wmf"/><Relationship Id="rId9" Type="http://schemas.openxmlformats.org/officeDocument/2006/relationships/oleObject" Target="../embeddings/oleObject219.bin"/></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221.bin"/><Relationship Id="rId2" Type="http://schemas.openxmlformats.org/officeDocument/2006/relationships/slideLayout" Target="../slideLayouts/slideLayout2.xml"/><Relationship Id="rId1" Type="http://schemas.openxmlformats.org/officeDocument/2006/relationships/vmlDrawing" Target="../drawings/vmlDrawing40.vml"/><Relationship Id="rId6" Type="http://schemas.openxmlformats.org/officeDocument/2006/relationships/image" Target="../media/image229.wmf"/><Relationship Id="rId5" Type="http://schemas.openxmlformats.org/officeDocument/2006/relationships/oleObject" Target="../embeddings/oleObject222.bin"/><Relationship Id="rId4" Type="http://schemas.openxmlformats.org/officeDocument/2006/relationships/image" Target="../media/image228.wmf"/></Relationships>
</file>

<file path=ppt/slides/_rels/slide49.xml.rels><?xml version="1.0" encoding="UTF-8" standalone="yes"?>
<Relationships xmlns="http://schemas.openxmlformats.org/package/2006/relationships"><Relationship Id="rId3" Type="http://schemas.openxmlformats.org/officeDocument/2006/relationships/notesSlide" Target="../notesSlides/notesSlide40.xml"/><Relationship Id="rId7" Type="http://schemas.openxmlformats.org/officeDocument/2006/relationships/image" Target="../media/image231.wmf"/><Relationship Id="rId2" Type="http://schemas.openxmlformats.org/officeDocument/2006/relationships/slideLayout" Target="../slideLayouts/slideLayout7.xml"/><Relationship Id="rId1" Type="http://schemas.openxmlformats.org/officeDocument/2006/relationships/vmlDrawing" Target="../drawings/vmlDrawing41.vml"/><Relationship Id="rId6" Type="http://schemas.openxmlformats.org/officeDocument/2006/relationships/oleObject" Target="../embeddings/oleObject224.bin"/><Relationship Id="rId5" Type="http://schemas.openxmlformats.org/officeDocument/2006/relationships/image" Target="../media/image230.wmf"/><Relationship Id="rId4" Type="http://schemas.openxmlformats.org/officeDocument/2006/relationships/oleObject" Target="../embeddings/oleObject223.bin"/></Relationships>
</file>

<file path=ppt/slides/_rels/slide50.xml.rels><?xml version="1.0" encoding="UTF-8" standalone="yes"?>
<Relationships xmlns="http://schemas.openxmlformats.org/package/2006/relationships"><Relationship Id="rId3" Type="http://schemas.openxmlformats.org/officeDocument/2006/relationships/notesSlide" Target="../notesSlides/notesSlide41.xml"/><Relationship Id="rId2" Type="http://schemas.openxmlformats.org/officeDocument/2006/relationships/slideLayout" Target="../slideLayouts/slideLayout2.xml"/><Relationship Id="rId1" Type="http://schemas.openxmlformats.org/officeDocument/2006/relationships/vmlDrawing" Target="../drawings/vmlDrawing42.vml"/><Relationship Id="rId5" Type="http://schemas.openxmlformats.org/officeDocument/2006/relationships/image" Target="../media/image232.wmf"/><Relationship Id="rId4" Type="http://schemas.openxmlformats.org/officeDocument/2006/relationships/oleObject" Target="../embeddings/oleObject225.bin"/></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226.bin"/><Relationship Id="rId2" Type="http://schemas.openxmlformats.org/officeDocument/2006/relationships/slideLayout" Target="../slideLayouts/slideLayout2.xml"/><Relationship Id="rId1" Type="http://schemas.openxmlformats.org/officeDocument/2006/relationships/vmlDrawing" Target="../drawings/vmlDrawing43.vml"/><Relationship Id="rId6" Type="http://schemas.openxmlformats.org/officeDocument/2006/relationships/image" Target="../media/image234.emf"/><Relationship Id="rId5" Type="http://schemas.openxmlformats.org/officeDocument/2006/relationships/oleObject" Target="../embeddings/oleObject227.bin"/><Relationship Id="rId4" Type="http://schemas.openxmlformats.org/officeDocument/2006/relationships/image" Target="../media/image233.wmf"/></Relationships>
</file>

<file path=ppt/slides/_rels/slide52.xml.rels><?xml version="1.0" encoding="UTF-8" standalone="yes"?>
<Relationships xmlns="http://schemas.openxmlformats.org/package/2006/relationships"><Relationship Id="rId3" Type="http://schemas.openxmlformats.org/officeDocument/2006/relationships/image" Target="../media/image235.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8" Type="http://schemas.openxmlformats.org/officeDocument/2006/relationships/oleObject" Target="../embeddings/oleObject230.bin"/><Relationship Id="rId13" Type="http://schemas.openxmlformats.org/officeDocument/2006/relationships/image" Target="../media/image240.wmf"/><Relationship Id="rId3" Type="http://schemas.openxmlformats.org/officeDocument/2006/relationships/notesSlide" Target="../notesSlides/notesSlide43.xml"/><Relationship Id="rId7" Type="http://schemas.openxmlformats.org/officeDocument/2006/relationships/image" Target="../media/image237.wmf"/><Relationship Id="rId12" Type="http://schemas.openxmlformats.org/officeDocument/2006/relationships/oleObject" Target="../embeddings/oleObject232.bin"/><Relationship Id="rId2" Type="http://schemas.openxmlformats.org/officeDocument/2006/relationships/slideLayout" Target="../slideLayouts/slideLayout7.xml"/><Relationship Id="rId1" Type="http://schemas.openxmlformats.org/officeDocument/2006/relationships/vmlDrawing" Target="../drawings/vmlDrawing44.vml"/><Relationship Id="rId6" Type="http://schemas.openxmlformats.org/officeDocument/2006/relationships/oleObject" Target="../embeddings/oleObject229.bin"/><Relationship Id="rId11" Type="http://schemas.openxmlformats.org/officeDocument/2006/relationships/image" Target="../media/image239.wmf"/><Relationship Id="rId5" Type="http://schemas.openxmlformats.org/officeDocument/2006/relationships/image" Target="../media/image236.wmf"/><Relationship Id="rId15" Type="http://schemas.openxmlformats.org/officeDocument/2006/relationships/image" Target="../media/image241.wmf"/><Relationship Id="rId10" Type="http://schemas.openxmlformats.org/officeDocument/2006/relationships/oleObject" Target="../embeddings/oleObject231.bin"/><Relationship Id="rId4" Type="http://schemas.openxmlformats.org/officeDocument/2006/relationships/oleObject" Target="../embeddings/oleObject228.bin"/><Relationship Id="rId9" Type="http://schemas.openxmlformats.org/officeDocument/2006/relationships/image" Target="../media/image238.wmf"/><Relationship Id="rId14" Type="http://schemas.openxmlformats.org/officeDocument/2006/relationships/oleObject" Target="../embeddings/oleObject233.bin"/></Relationships>
</file>

<file path=ppt/slides/_rels/slide54.xml.rels><?xml version="1.0" encoding="UTF-8" standalone="yes"?>
<Relationships xmlns="http://schemas.openxmlformats.org/package/2006/relationships"><Relationship Id="rId8" Type="http://schemas.openxmlformats.org/officeDocument/2006/relationships/oleObject" Target="../embeddings/oleObject236.bin"/><Relationship Id="rId13" Type="http://schemas.openxmlformats.org/officeDocument/2006/relationships/image" Target="../media/image246.wmf"/><Relationship Id="rId18" Type="http://schemas.openxmlformats.org/officeDocument/2006/relationships/oleObject" Target="../embeddings/oleObject241.bin"/><Relationship Id="rId3" Type="http://schemas.openxmlformats.org/officeDocument/2006/relationships/notesSlide" Target="../notesSlides/notesSlide44.xml"/><Relationship Id="rId7" Type="http://schemas.openxmlformats.org/officeDocument/2006/relationships/image" Target="../media/image243.wmf"/><Relationship Id="rId12" Type="http://schemas.openxmlformats.org/officeDocument/2006/relationships/oleObject" Target="../embeddings/oleObject238.bin"/><Relationship Id="rId17" Type="http://schemas.openxmlformats.org/officeDocument/2006/relationships/image" Target="../media/image248.wmf"/><Relationship Id="rId2" Type="http://schemas.openxmlformats.org/officeDocument/2006/relationships/slideLayout" Target="../slideLayouts/slideLayout2.xml"/><Relationship Id="rId16" Type="http://schemas.openxmlformats.org/officeDocument/2006/relationships/oleObject" Target="../embeddings/oleObject240.bin"/><Relationship Id="rId1" Type="http://schemas.openxmlformats.org/officeDocument/2006/relationships/vmlDrawing" Target="../drawings/vmlDrawing45.vml"/><Relationship Id="rId6" Type="http://schemas.openxmlformats.org/officeDocument/2006/relationships/oleObject" Target="../embeddings/oleObject235.bin"/><Relationship Id="rId11" Type="http://schemas.openxmlformats.org/officeDocument/2006/relationships/image" Target="../media/image245.wmf"/><Relationship Id="rId5" Type="http://schemas.openxmlformats.org/officeDocument/2006/relationships/image" Target="../media/image242.wmf"/><Relationship Id="rId15" Type="http://schemas.openxmlformats.org/officeDocument/2006/relationships/image" Target="../media/image247.wmf"/><Relationship Id="rId10" Type="http://schemas.openxmlformats.org/officeDocument/2006/relationships/oleObject" Target="../embeddings/oleObject237.bin"/><Relationship Id="rId4" Type="http://schemas.openxmlformats.org/officeDocument/2006/relationships/oleObject" Target="../embeddings/oleObject234.bin"/><Relationship Id="rId9" Type="http://schemas.openxmlformats.org/officeDocument/2006/relationships/image" Target="../media/image244.wmf"/><Relationship Id="rId14" Type="http://schemas.openxmlformats.org/officeDocument/2006/relationships/oleObject" Target="../embeddings/oleObject239.bin"/></Relationships>
</file>

<file path=ppt/slides/_rels/slide55.xml.rels><?xml version="1.0" encoding="UTF-8" standalone="yes"?>
<Relationships xmlns="http://schemas.openxmlformats.org/package/2006/relationships"><Relationship Id="rId3" Type="http://schemas.openxmlformats.org/officeDocument/2006/relationships/notesSlide" Target="../notesSlides/notesSlide45.xml"/><Relationship Id="rId7" Type="http://schemas.openxmlformats.org/officeDocument/2006/relationships/image" Target="../media/image250.wmf"/><Relationship Id="rId2" Type="http://schemas.openxmlformats.org/officeDocument/2006/relationships/slideLayout" Target="../slideLayouts/slideLayout2.xml"/><Relationship Id="rId1" Type="http://schemas.openxmlformats.org/officeDocument/2006/relationships/vmlDrawing" Target="../drawings/vmlDrawing46.vml"/><Relationship Id="rId6" Type="http://schemas.openxmlformats.org/officeDocument/2006/relationships/oleObject" Target="../embeddings/oleObject243.bin"/><Relationship Id="rId5" Type="http://schemas.openxmlformats.org/officeDocument/2006/relationships/image" Target="../media/image249.wmf"/><Relationship Id="rId4" Type="http://schemas.openxmlformats.org/officeDocument/2006/relationships/oleObject" Target="../embeddings/oleObject242.bin"/></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notesSlide" Target="../notesSlides/notesSlide47.xml"/><Relationship Id="rId7" Type="http://schemas.openxmlformats.org/officeDocument/2006/relationships/image" Target="../media/image252.wmf"/><Relationship Id="rId2" Type="http://schemas.openxmlformats.org/officeDocument/2006/relationships/slideLayout" Target="../slideLayouts/slideLayout2.xml"/><Relationship Id="rId1" Type="http://schemas.openxmlformats.org/officeDocument/2006/relationships/vmlDrawing" Target="../drawings/vmlDrawing47.vml"/><Relationship Id="rId6" Type="http://schemas.openxmlformats.org/officeDocument/2006/relationships/oleObject" Target="../embeddings/oleObject245.bin"/><Relationship Id="rId5" Type="http://schemas.openxmlformats.org/officeDocument/2006/relationships/image" Target="../media/image251.wmf"/><Relationship Id="rId4" Type="http://schemas.openxmlformats.org/officeDocument/2006/relationships/oleObject" Target="../embeddings/oleObject244.bin"/></Relationships>
</file>

<file path=ppt/slides/_rels/slide58.xml.rels><?xml version="1.0" encoding="UTF-8" standalone="yes"?>
<Relationships xmlns="http://schemas.openxmlformats.org/package/2006/relationships"><Relationship Id="rId8" Type="http://schemas.openxmlformats.org/officeDocument/2006/relationships/oleObject" Target="../embeddings/oleObject248.bin"/><Relationship Id="rId3" Type="http://schemas.openxmlformats.org/officeDocument/2006/relationships/notesSlide" Target="../notesSlides/notesSlide48.xml"/><Relationship Id="rId7" Type="http://schemas.openxmlformats.org/officeDocument/2006/relationships/image" Target="../media/image254.wmf"/><Relationship Id="rId2" Type="http://schemas.openxmlformats.org/officeDocument/2006/relationships/slideLayout" Target="../slideLayouts/slideLayout2.xml"/><Relationship Id="rId1" Type="http://schemas.openxmlformats.org/officeDocument/2006/relationships/vmlDrawing" Target="../drawings/vmlDrawing48.vml"/><Relationship Id="rId6" Type="http://schemas.openxmlformats.org/officeDocument/2006/relationships/oleObject" Target="../embeddings/oleObject247.bin"/><Relationship Id="rId5" Type="http://schemas.openxmlformats.org/officeDocument/2006/relationships/image" Target="../media/image253.wmf"/><Relationship Id="rId4" Type="http://schemas.openxmlformats.org/officeDocument/2006/relationships/oleObject" Target="../embeddings/oleObject246.bin"/><Relationship Id="rId9" Type="http://schemas.openxmlformats.org/officeDocument/2006/relationships/image" Target="../media/image244.wmf"/></Relationships>
</file>

<file path=ppt/slides/_rels/slide59.xml.rels><?xml version="1.0" encoding="UTF-8" standalone="yes"?>
<Relationships xmlns="http://schemas.openxmlformats.org/package/2006/relationships"><Relationship Id="rId3" Type="http://schemas.openxmlformats.org/officeDocument/2006/relationships/oleObject" Target="../embeddings/oleObject249.bin"/><Relationship Id="rId2" Type="http://schemas.openxmlformats.org/officeDocument/2006/relationships/slideLayout" Target="../slideLayouts/slideLayout2.xml"/><Relationship Id="rId1" Type="http://schemas.openxmlformats.org/officeDocument/2006/relationships/vmlDrawing" Target="../drawings/vmlDrawing49.vml"/><Relationship Id="rId4" Type="http://schemas.openxmlformats.org/officeDocument/2006/relationships/image" Target="../media/image255.emf"/></Relationships>
</file>

<file path=ppt/slides/_rels/slide60.xml.rels><?xml version="1.0" encoding="UTF-8" standalone="yes"?>
<Relationships xmlns="http://schemas.openxmlformats.org/package/2006/relationships"><Relationship Id="rId3" Type="http://schemas.openxmlformats.org/officeDocument/2006/relationships/notesSlide" Target="../notesSlides/notesSlide49.xml"/><Relationship Id="rId7" Type="http://schemas.openxmlformats.org/officeDocument/2006/relationships/image" Target="../media/image257.wmf"/><Relationship Id="rId2" Type="http://schemas.openxmlformats.org/officeDocument/2006/relationships/slideLayout" Target="../slideLayouts/slideLayout2.xml"/><Relationship Id="rId1" Type="http://schemas.openxmlformats.org/officeDocument/2006/relationships/vmlDrawing" Target="../drawings/vmlDrawing50.vml"/><Relationship Id="rId6" Type="http://schemas.openxmlformats.org/officeDocument/2006/relationships/oleObject" Target="../embeddings/oleObject251.bin"/><Relationship Id="rId5" Type="http://schemas.openxmlformats.org/officeDocument/2006/relationships/image" Target="../media/image256.wmf"/><Relationship Id="rId4" Type="http://schemas.openxmlformats.org/officeDocument/2006/relationships/oleObject" Target="../embeddings/oleObject250.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TextBox 3"/>
          <p:cNvSpPr txBox="1">
            <a:spLocks noChangeArrowheads="1"/>
          </p:cNvSpPr>
          <p:nvPr/>
        </p:nvSpPr>
        <p:spPr bwMode="auto">
          <a:xfrm>
            <a:off x="1071563" y="2630488"/>
            <a:ext cx="1008062"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latin typeface="Calibri" panose="020F0502020204030204" pitchFamily="34" charset="0"/>
              </a:rPr>
              <a:t>考试</a:t>
            </a:r>
          </a:p>
        </p:txBody>
      </p:sp>
      <p:sp>
        <p:nvSpPr>
          <p:cNvPr id="53251" name="TextBox 3"/>
          <p:cNvSpPr txBox="1">
            <a:spLocks noChangeArrowheads="1"/>
          </p:cNvSpPr>
          <p:nvPr/>
        </p:nvSpPr>
        <p:spPr bwMode="auto">
          <a:xfrm>
            <a:off x="2492375" y="1023938"/>
            <a:ext cx="63150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latin typeface="Calibri" panose="020F0502020204030204" pitchFamily="34" charset="0"/>
              </a:rPr>
              <a:t>平时成绩（</a:t>
            </a:r>
            <a:r>
              <a:rPr lang="en-US" altLang="zh-CN" sz="3200" b="1">
                <a:latin typeface="Calibri" panose="020F0502020204030204" pitchFamily="34" charset="0"/>
              </a:rPr>
              <a:t>30 %</a:t>
            </a:r>
            <a:r>
              <a:rPr lang="zh-CN" altLang="en-US" sz="3200" b="1">
                <a:latin typeface="Calibri" panose="020F0502020204030204" pitchFamily="34" charset="0"/>
              </a:rPr>
              <a:t>）</a:t>
            </a:r>
            <a:r>
              <a:rPr lang="en-US" altLang="zh-CN" sz="3200" b="1">
                <a:latin typeface="Calibri" panose="020F0502020204030204" pitchFamily="34" charset="0"/>
              </a:rPr>
              <a:t>+ </a:t>
            </a:r>
            <a:r>
              <a:rPr lang="zh-CN" altLang="en-US" sz="3200" b="1">
                <a:latin typeface="Calibri" panose="020F0502020204030204" pitchFamily="34" charset="0"/>
              </a:rPr>
              <a:t> 考试（</a:t>
            </a:r>
            <a:r>
              <a:rPr lang="en-US" altLang="zh-CN" sz="3200" b="1">
                <a:latin typeface="Calibri" panose="020F0502020204030204" pitchFamily="34" charset="0"/>
              </a:rPr>
              <a:t>70 %</a:t>
            </a:r>
            <a:r>
              <a:rPr lang="zh-CN" altLang="en-US" sz="3200" b="1">
                <a:latin typeface="Calibri" panose="020F0502020204030204" pitchFamily="34" charset="0"/>
              </a:rPr>
              <a:t>）</a:t>
            </a:r>
          </a:p>
        </p:txBody>
      </p:sp>
      <p:sp>
        <p:nvSpPr>
          <p:cNvPr id="53252" name="TextBox 3"/>
          <p:cNvSpPr txBox="1">
            <a:spLocks noChangeArrowheads="1"/>
          </p:cNvSpPr>
          <p:nvPr/>
        </p:nvSpPr>
        <p:spPr bwMode="auto">
          <a:xfrm>
            <a:off x="2500313" y="2630488"/>
            <a:ext cx="63150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latin typeface="Calibri" panose="020F0502020204030204" pitchFamily="34" charset="0"/>
              </a:rPr>
              <a:t>单选题（</a:t>
            </a:r>
            <a:r>
              <a:rPr lang="en-US" altLang="zh-CN" sz="3200" b="1">
                <a:latin typeface="Calibri" panose="020F0502020204030204" pitchFamily="34" charset="0"/>
              </a:rPr>
              <a:t>40 %</a:t>
            </a:r>
            <a:r>
              <a:rPr lang="zh-CN" altLang="en-US" sz="3200" b="1">
                <a:latin typeface="Calibri" panose="020F0502020204030204" pitchFamily="34" charset="0"/>
              </a:rPr>
              <a:t>）</a:t>
            </a:r>
            <a:r>
              <a:rPr lang="en-US" altLang="zh-CN" sz="3200" b="1">
                <a:latin typeface="Calibri" panose="020F0502020204030204" pitchFamily="34" charset="0"/>
              </a:rPr>
              <a:t>+  </a:t>
            </a:r>
            <a:r>
              <a:rPr lang="zh-CN" altLang="en-US" sz="3200" b="1">
                <a:latin typeface="Calibri" panose="020F0502020204030204" pitchFamily="34" charset="0"/>
              </a:rPr>
              <a:t>计算题（</a:t>
            </a:r>
            <a:r>
              <a:rPr lang="en-US" altLang="zh-CN" sz="3200" b="1">
                <a:latin typeface="Calibri" panose="020F0502020204030204" pitchFamily="34" charset="0"/>
              </a:rPr>
              <a:t>60 %</a:t>
            </a:r>
            <a:r>
              <a:rPr lang="zh-CN" altLang="en-US" sz="3200" b="1">
                <a:latin typeface="Calibri" panose="020F0502020204030204" pitchFamily="34" charset="0"/>
              </a:rPr>
              <a:t>）</a:t>
            </a:r>
          </a:p>
        </p:txBody>
      </p:sp>
      <p:sp>
        <p:nvSpPr>
          <p:cNvPr id="53253" name="TextBox 6"/>
          <p:cNvSpPr txBox="1">
            <a:spLocks noChangeArrowheads="1"/>
          </p:cNvSpPr>
          <p:nvPr/>
        </p:nvSpPr>
        <p:spPr bwMode="auto">
          <a:xfrm>
            <a:off x="1063625" y="1000125"/>
            <a:ext cx="10096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latin typeface="Calibri" panose="020F0502020204030204" pitchFamily="34" charset="0"/>
              </a:rPr>
              <a:t>成绩</a:t>
            </a:r>
          </a:p>
        </p:txBody>
      </p:sp>
      <p:sp>
        <p:nvSpPr>
          <p:cNvPr id="53254" name="TextBox 7"/>
          <p:cNvSpPr txBox="1">
            <a:spLocks noChangeArrowheads="1"/>
          </p:cNvSpPr>
          <p:nvPr/>
        </p:nvSpPr>
        <p:spPr bwMode="auto">
          <a:xfrm>
            <a:off x="2500313" y="4773613"/>
            <a:ext cx="18319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latin typeface="Calibri" panose="020F0502020204030204" pitchFamily="34" charset="0"/>
              </a:rPr>
              <a:t>带计算器</a:t>
            </a:r>
          </a:p>
        </p:txBody>
      </p:sp>
      <p:sp>
        <p:nvSpPr>
          <p:cNvPr id="53255" name="TextBox 9"/>
          <p:cNvSpPr txBox="1">
            <a:spLocks noChangeArrowheads="1"/>
          </p:cNvSpPr>
          <p:nvPr/>
        </p:nvSpPr>
        <p:spPr bwMode="auto">
          <a:xfrm>
            <a:off x="2500313" y="3714750"/>
            <a:ext cx="183197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200" b="1">
                <a:latin typeface="Calibri" panose="020F0502020204030204" pitchFamily="34" charset="0"/>
              </a:rPr>
              <a:t>范围：书</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9" name="TextBox 3"/>
          <p:cNvSpPr txBox="1">
            <a:spLocks noChangeArrowheads="1"/>
          </p:cNvSpPr>
          <p:nvPr/>
        </p:nvSpPr>
        <p:spPr bwMode="auto">
          <a:xfrm>
            <a:off x="3071813" y="428625"/>
            <a:ext cx="26860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第</a:t>
            </a:r>
            <a:r>
              <a:rPr lang="en-US" altLang="zh-CN" sz="2800" b="1">
                <a:latin typeface="Calibri" panose="020F0502020204030204" pitchFamily="34" charset="0"/>
              </a:rPr>
              <a:t>1</a:t>
            </a:r>
            <a:r>
              <a:rPr lang="zh-CN" altLang="en-US" sz="2800" b="1">
                <a:latin typeface="Calibri" panose="020F0502020204030204" pitchFamily="34" charset="0"/>
              </a:rPr>
              <a:t>章  质点力学</a:t>
            </a:r>
          </a:p>
        </p:txBody>
      </p:sp>
      <p:sp>
        <p:nvSpPr>
          <p:cNvPr id="1030" name="TextBox 5"/>
          <p:cNvSpPr txBox="1">
            <a:spLocks noChangeArrowheads="1"/>
          </p:cNvSpPr>
          <p:nvPr/>
        </p:nvSpPr>
        <p:spPr bwMode="auto">
          <a:xfrm>
            <a:off x="593725" y="2046288"/>
            <a:ext cx="1620838"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位置矢量</a:t>
            </a:r>
          </a:p>
        </p:txBody>
      </p:sp>
      <p:sp>
        <p:nvSpPr>
          <p:cNvPr id="1031" name="TextBox 6"/>
          <p:cNvSpPr txBox="1">
            <a:spLocks noChangeArrowheads="1"/>
          </p:cNvSpPr>
          <p:nvPr/>
        </p:nvSpPr>
        <p:spPr bwMode="auto">
          <a:xfrm>
            <a:off x="357188" y="1262063"/>
            <a:ext cx="25193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latin typeface="Calibri" panose="020F0502020204030204" pitchFamily="34" charset="0"/>
              </a:rPr>
              <a:t>1.1 </a:t>
            </a:r>
            <a:r>
              <a:rPr lang="zh-CN" altLang="en-US" sz="2800" b="1">
                <a:latin typeface="Calibri" panose="020F0502020204030204" pitchFamily="34" charset="0"/>
              </a:rPr>
              <a:t>质点运动学</a:t>
            </a:r>
          </a:p>
        </p:txBody>
      </p:sp>
      <p:sp>
        <p:nvSpPr>
          <p:cNvPr id="1032" name="TextBox 7"/>
          <p:cNvSpPr txBox="1">
            <a:spLocks noChangeArrowheads="1"/>
          </p:cNvSpPr>
          <p:nvPr/>
        </p:nvSpPr>
        <p:spPr bwMode="auto">
          <a:xfrm>
            <a:off x="593725" y="2943225"/>
            <a:ext cx="903288"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速度</a:t>
            </a:r>
          </a:p>
        </p:txBody>
      </p:sp>
      <p:graphicFrame>
        <p:nvGraphicFramePr>
          <p:cNvPr id="7197" name="Object 29"/>
          <p:cNvGraphicFramePr>
            <a:graphicFrameLocks noChangeAspect="1"/>
          </p:cNvGraphicFramePr>
          <p:nvPr/>
        </p:nvGraphicFramePr>
        <p:xfrm>
          <a:off x="2952750" y="2000250"/>
          <a:ext cx="3690938" cy="546100"/>
        </p:xfrm>
        <a:graphic>
          <a:graphicData uri="http://schemas.openxmlformats.org/presentationml/2006/ole">
            <mc:AlternateContent xmlns:mc="http://schemas.openxmlformats.org/markup-compatibility/2006">
              <mc:Choice xmlns:v="urn:schemas-microsoft-com:vml" Requires="v">
                <p:oleObj spid="_x0000_s1066" name="Equation" r:id="rId3" imgW="1663560" imgH="228600" progId="Equation.DSMT4">
                  <p:embed/>
                </p:oleObj>
              </mc:Choice>
              <mc:Fallback>
                <p:oleObj name="Equation" r:id="rId3" imgW="1663560" imgH="228600" progId="Equation.DSMT4">
                  <p:embed/>
                  <p:pic>
                    <p:nvPicPr>
                      <p:cNvPr id="0" name="Object 2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52750" y="2000250"/>
                        <a:ext cx="3690938" cy="54610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2327" name="Object 55"/>
          <p:cNvGraphicFramePr>
            <a:graphicFrameLocks noChangeAspect="1"/>
          </p:cNvGraphicFramePr>
          <p:nvPr/>
        </p:nvGraphicFramePr>
        <p:xfrm>
          <a:off x="3429000" y="2714625"/>
          <a:ext cx="1500188" cy="942975"/>
        </p:xfrm>
        <a:graphic>
          <a:graphicData uri="http://schemas.openxmlformats.org/presentationml/2006/ole">
            <mc:AlternateContent xmlns:mc="http://schemas.openxmlformats.org/markup-compatibility/2006">
              <mc:Choice xmlns:v="urn:schemas-microsoft-com:vml" Requires="v">
                <p:oleObj spid="_x0000_s1067" name="Equation" r:id="rId5" imgW="622080" imgH="393480" progId="Equation.DSMT4">
                  <p:embed/>
                </p:oleObj>
              </mc:Choice>
              <mc:Fallback>
                <p:oleObj name="Equation" r:id="rId5" imgW="622080" imgH="393480" progId="Equation.DSMT4">
                  <p:embed/>
                  <p:pic>
                    <p:nvPicPr>
                      <p:cNvPr id="0" name="Object 5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29000" y="2714625"/>
                        <a:ext cx="1500188" cy="942975"/>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33" name="TextBox 10"/>
          <p:cNvSpPr txBox="1">
            <a:spLocks noChangeArrowheads="1"/>
          </p:cNvSpPr>
          <p:nvPr/>
        </p:nvSpPr>
        <p:spPr bwMode="auto">
          <a:xfrm>
            <a:off x="596900" y="3929063"/>
            <a:ext cx="1266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加速度</a:t>
            </a:r>
          </a:p>
        </p:txBody>
      </p:sp>
      <p:graphicFrame>
        <p:nvGraphicFramePr>
          <p:cNvPr id="184378" name="Object 58"/>
          <p:cNvGraphicFramePr>
            <a:graphicFrameLocks noChangeAspect="1"/>
          </p:cNvGraphicFramePr>
          <p:nvPr/>
        </p:nvGraphicFramePr>
        <p:xfrm>
          <a:off x="3071813" y="3643313"/>
          <a:ext cx="2192337" cy="1046162"/>
        </p:xfrm>
        <a:graphic>
          <a:graphicData uri="http://schemas.openxmlformats.org/presentationml/2006/ole">
            <mc:AlternateContent xmlns:mc="http://schemas.openxmlformats.org/markup-compatibility/2006">
              <mc:Choice xmlns:v="urn:schemas-microsoft-com:vml" Requires="v">
                <p:oleObj spid="_x0000_s1068" name="Equation" r:id="rId7" imgW="876240" imgH="419040" progId="Equation.DSMT4">
                  <p:embed/>
                </p:oleObj>
              </mc:Choice>
              <mc:Fallback>
                <p:oleObj name="Equation" r:id="rId7" imgW="876240" imgH="419040" progId="Equation.DSMT4">
                  <p:embed/>
                  <p:pic>
                    <p:nvPicPr>
                      <p:cNvPr id="0" name="Object 5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71813" y="3643313"/>
                        <a:ext cx="2192337" cy="1046162"/>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34" name="TextBox 12"/>
          <p:cNvSpPr txBox="1">
            <a:spLocks noChangeArrowheads="1"/>
          </p:cNvSpPr>
          <p:nvPr/>
        </p:nvSpPr>
        <p:spPr bwMode="auto">
          <a:xfrm>
            <a:off x="590550" y="5786438"/>
            <a:ext cx="3873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相对运动 （一般理解）</a:t>
            </a:r>
          </a:p>
        </p:txBody>
      </p:sp>
      <p:sp>
        <p:nvSpPr>
          <p:cNvPr id="1035" name="TextBox 13"/>
          <p:cNvSpPr txBox="1">
            <a:spLocks noChangeArrowheads="1"/>
          </p:cNvSpPr>
          <p:nvPr/>
        </p:nvSpPr>
        <p:spPr bwMode="auto">
          <a:xfrm>
            <a:off x="587375" y="4905375"/>
            <a:ext cx="81200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直角坐标系（熟练掌握），极坐标系（学会更好）</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139700"/>
            <a:ext cx="9144000" cy="1360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53"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24525" y="992188"/>
            <a:ext cx="3062288" cy="179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77" name="Picture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85813" y="2471738"/>
            <a:ext cx="738187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78" name="Picture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0" y="3571875"/>
            <a:ext cx="9144000" cy="100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4279" name="Picture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14625" y="1471613"/>
            <a:ext cx="1809750"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7" name="Text Box 9"/>
          <p:cNvSpPr txBox="1">
            <a:spLocks noChangeArrowheads="1"/>
          </p:cNvSpPr>
          <p:nvPr/>
        </p:nvSpPr>
        <p:spPr bwMode="auto">
          <a:xfrm>
            <a:off x="131763" y="47625"/>
            <a:ext cx="1368425" cy="52387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dirty="0">
                <a:solidFill>
                  <a:srgbClr val="0000FF"/>
                </a:solidFill>
                <a:sym typeface="Symbol" panose="05050102010706020507" pitchFamily="18" charset="2"/>
              </a:rPr>
              <a:t>【</a:t>
            </a:r>
            <a:r>
              <a:rPr lang="zh-CN" altLang="en-US" sz="2800" dirty="0">
                <a:solidFill>
                  <a:srgbClr val="0000FF"/>
                </a:solidFill>
              </a:rPr>
              <a:t>例</a:t>
            </a:r>
            <a:r>
              <a:rPr lang="en-US" altLang="zh-CN" sz="2800" dirty="0">
                <a:solidFill>
                  <a:srgbClr val="0000FF"/>
                </a:solidFill>
              </a:rPr>
              <a:t>】</a:t>
            </a:r>
          </a:p>
        </p:txBody>
      </p:sp>
      <p:graphicFrame>
        <p:nvGraphicFramePr>
          <p:cNvPr id="65538" name="Object 2"/>
          <p:cNvGraphicFramePr>
            <a:graphicFrameLocks noChangeAspect="1"/>
          </p:cNvGraphicFramePr>
          <p:nvPr/>
        </p:nvGraphicFramePr>
        <p:xfrm>
          <a:off x="2001838" y="4732338"/>
          <a:ext cx="5856287" cy="625475"/>
        </p:xfrm>
        <a:graphic>
          <a:graphicData uri="http://schemas.openxmlformats.org/presentationml/2006/ole">
            <mc:AlternateContent xmlns:mc="http://schemas.openxmlformats.org/markup-compatibility/2006">
              <mc:Choice xmlns:v="urn:schemas-microsoft-com:vml" Requires="v">
                <p:oleObj spid="_x0000_s2081" name="Equation" r:id="rId9" imgW="2450880" imgH="253800" progId="Equation.DSMT4">
                  <p:embed/>
                </p:oleObj>
              </mc:Choice>
              <mc:Fallback>
                <p:oleObj name="Equation" r:id="rId9" imgW="2450880" imgH="253800" progId="Equation.DSMT4">
                  <p:embed/>
                  <p:pic>
                    <p:nvPicPr>
                      <p:cNvPr id="0" name="Object 2"/>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01838" y="4732338"/>
                        <a:ext cx="5856287" cy="625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 name="TextBox 10"/>
          <p:cNvSpPr txBox="1">
            <a:spLocks noChangeArrowheads="1"/>
          </p:cNvSpPr>
          <p:nvPr/>
        </p:nvSpPr>
        <p:spPr bwMode="auto">
          <a:xfrm>
            <a:off x="1143000" y="4714875"/>
            <a:ext cx="5429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t>力</a:t>
            </a:r>
          </a:p>
        </p:txBody>
      </p:sp>
      <p:sp>
        <p:nvSpPr>
          <p:cNvPr id="12" name="TextBox 11"/>
          <p:cNvSpPr txBox="1">
            <a:spLocks noChangeArrowheads="1"/>
          </p:cNvSpPr>
          <p:nvPr/>
        </p:nvSpPr>
        <p:spPr bwMode="auto">
          <a:xfrm>
            <a:off x="1143000" y="5334000"/>
            <a:ext cx="9064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t>力矩</a:t>
            </a:r>
          </a:p>
        </p:txBody>
      </p:sp>
      <p:graphicFrame>
        <p:nvGraphicFramePr>
          <p:cNvPr id="65539" name="Object 3"/>
          <p:cNvGraphicFramePr>
            <a:graphicFrameLocks noChangeAspect="1"/>
          </p:cNvGraphicFramePr>
          <p:nvPr/>
        </p:nvGraphicFramePr>
        <p:xfrm>
          <a:off x="2857500" y="5357813"/>
          <a:ext cx="1427163" cy="500062"/>
        </p:xfrm>
        <a:graphic>
          <a:graphicData uri="http://schemas.openxmlformats.org/presentationml/2006/ole">
            <mc:AlternateContent xmlns:mc="http://schemas.openxmlformats.org/markup-compatibility/2006">
              <mc:Choice xmlns:v="urn:schemas-microsoft-com:vml" Requires="v">
                <p:oleObj spid="_x0000_s2082" name="Equation" r:id="rId11" imgW="596880" imgH="203040" progId="Equation.DSMT4">
                  <p:embed/>
                </p:oleObj>
              </mc:Choice>
              <mc:Fallback>
                <p:oleObj name="Equation" r:id="rId11" imgW="596880" imgH="203040" progId="Equation.DSMT4">
                  <p:embed/>
                  <p:pic>
                    <p:nvPicPr>
                      <p:cNvPr id="0" name="Object 3"/>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57500" y="5357813"/>
                        <a:ext cx="1427163" cy="500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 name="TextBox 13"/>
          <p:cNvSpPr txBox="1">
            <a:spLocks noChangeArrowheads="1"/>
          </p:cNvSpPr>
          <p:nvPr/>
        </p:nvSpPr>
        <p:spPr bwMode="auto">
          <a:xfrm>
            <a:off x="1143000" y="5976938"/>
            <a:ext cx="57943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t>有心力系统，角动量守恒，力矩为</a:t>
            </a:r>
            <a:r>
              <a:rPr lang="en-US" altLang="zh-CN" sz="2800" b="1"/>
              <a:t>0</a:t>
            </a:r>
            <a:endParaRPr lang="zh-CN" altLang="en-US" sz="2800" b="1"/>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54279"/>
                                        </p:tgtEl>
                                        <p:attrNameLst>
                                          <p:attrName>style.visibility</p:attrName>
                                        </p:attrNameLst>
                                      </p:cBhvr>
                                      <p:to>
                                        <p:strVal val="visible"/>
                                      </p:to>
                                    </p:set>
                                    <p:animEffect transition="in" filter="blinds(horizontal)">
                                      <p:cBhvr>
                                        <p:cTn id="7" dur="500"/>
                                        <p:tgtEl>
                                          <p:spTgt spid="54279"/>
                                        </p:tgtEl>
                                      </p:cBhvr>
                                    </p:animEffect>
                                  </p:childTnLst>
                                </p:cTn>
                              </p:par>
                              <p:par>
                                <p:cTn id="8" presetID="3" presetClass="entr" presetSubtype="10" fill="hold" nodeType="withEffect">
                                  <p:stCondLst>
                                    <p:cond delay="0"/>
                                  </p:stCondLst>
                                  <p:childTnLst>
                                    <p:set>
                                      <p:cBhvr>
                                        <p:cTn id="9" dur="1" fill="hold">
                                          <p:stCondLst>
                                            <p:cond delay="0"/>
                                          </p:stCondLst>
                                        </p:cTn>
                                        <p:tgtEl>
                                          <p:spTgt spid="54277"/>
                                        </p:tgtEl>
                                        <p:attrNameLst>
                                          <p:attrName>style.visibility</p:attrName>
                                        </p:attrNameLst>
                                      </p:cBhvr>
                                      <p:to>
                                        <p:strVal val="visible"/>
                                      </p:to>
                                    </p:set>
                                    <p:animEffect transition="in" filter="blinds(horizontal)">
                                      <p:cBhvr>
                                        <p:cTn id="10" dur="500"/>
                                        <p:tgtEl>
                                          <p:spTgt spid="54277"/>
                                        </p:tgtEl>
                                      </p:cBhvr>
                                    </p:animEffect>
                                  </p:childTnLst>
                                </p:cTn>
                              </p:par>
                              <p:par>
                                <p:cTn id="11" presetID="3" presetClass="entr" presetSubtype="10" fill="hold" nodeType="withEffect">
                                  <p:stCondLst>
                                    <p:cond delay="0"/>
                                  </p:stCondLst>
                                  <p:childTnLst>
                                    <p:set>
                                      <p:cBhvr>
                                        <p:cTn id="12" dur="1" fill="hold">
                                          <p:stCondLst>
                                            <p:cond delay="0"/>
                                          </p:stCondLst>
                                        </p:cTn>
                                        <p:tgtEl>
                                          <p:spTgt spid="54278"/>
                                        </p:tgtEl>
                                        <p:attrNameLst>
                                          <p:attrName>style.visibility</p:attrName>
                                        </p:attrNameLst>
                                      </p:cBhvr>
                                      <p:to>
                                        <p:strVal val="visible"/>
                                      </p:to>
                                    </p:set>
                                    <p:animEffect transition="in" filter="blinds(horizontal)">
                                      <p:cBhvr>
                                        <p:cTn id="13" dur="500"/>
                                        <p:tgtEl>
                                          <p:spTgt spid="54278"/>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65538"/>
                                        </p:tgtEl>
                                        <p:attrNameLst>
                                          <p:attrName>style.visibility</p:attrName>
                                        </p:attrNameLst>
                                      </p:cBhvr>
                                      <p:to>
                                        <p:strVal val="visible"/>
                                      </p:to>
                                    </p:set>
                                    <p:animEffect transition="in" filter="blinds(horizontal)">
                                      <p:cBhvr>
                                        <p:cTn id="18" dur="500"/>
                                        <p:tgtEl>
                                          <p:spTgt spid="65538"/>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blinds(horizontal)">
                                      <p:cBhvr>
                                        <p:cTn id="21" dur="500"/>
                                        <p:tgtEl>
                                          <p:spTgt spid="11"/>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12"/>
                                        </p:tgtEl>
                                        <p:attrNameLst>
                                          <p:attrName>style.visibility</p:attrName>
                                        </p:attrNameLst>
                                      </p:cBhvr>
                                      <p:to>
                                        <p:strVal val="visible"/>
                                      </p:to>
                                    </p:set>
                                    <p:animEffect transition="in" filter="blinds(horizontal)">
                                      <p:cBhvr>
                                        <p:cTn id="26" dur="500"/>
                                        <p:tgtEl>
                                          <p:spTgt spid="12"/>
                                        </p:tgtEl>
                                      </p:cBhvr>
                                    </p:animEffect>
                                  </p:childTnLst>
                                </p:cTn>
                              </p:par>
                              <p:par>
                                <p:cTn id="27" presetID="3" presetClass="entr" presetSubtype="10" fill="hold" nodeType="withEffect">
                                  <p:stCondLst>
                                    <p:cond delay="0"/>
                                  </p:stCondLst>
                                  <p:childTnLst>
                                    <p:set>
                                      <p:cBhvr>
                                        <p:cTn id="28" dur="1" fill="hold">
                                          <p:stCondLst>
                                            <p:cond delay="0"/>
                                          </p:stCondLst>
                                        </p:cTn>
                                        <p:tgtEl>
                                          <p:spTgt spid="65539"/>
                                        </p:tgtEl>
                                        <p:attrNameLst>
                                          <p:attrName>style.visibility</p:attrName>
                                        </p:attrNameLst>
                                      </p:cBhvr>
                                      <p:to>
                                        <p:strVal val="visible"/>
                                      </p:to>
                                    </p:set>
                                    <p:animEffect transition="in" filter="blinds(horizontal)">
                                      <p:cBhvr>
                                        <p:cTn id="29" dur="500"/>
                                        <p:tgtEl>
                                          <p:spTgt spid="65539"/>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blinds(horizontal)">
                                      <p:cBhvr>
                                        <p:cTn id="34"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TextBox 3"/>
          <p:cNvSpPr txBox="1">
            <a:spLocks noChangeArrowheads="1"/>
          </p:cNvSpPr>
          <p:nvPr/>
        </p:nvSpPr>
        <p:spPr bwMode="auto">
          <a:xfrm>
            <a:off x="596900" y="1379538"/>
            <a:ext cx="19891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匀加速运动</a:t>
            </a:r>
          </a:p>
        </p:txBody>
      </p:sp>
      <p:pic>
        <p:nvPicPr>
          <p:cNvPr id="3077"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28938" y="650875"/>
            <a:ext cx="2305050" cy="1895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8"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857875" y="403225"/>
            <a:ext cx="3051175" cy="2525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9" name="TextBox 6"/>
          <p:cNvSpPr txBox="1">
            <a:spLocks noChangeArrowheads="1"/>
          </p:cNvSpPr>
          <p:nvPr/>
        </p:nvSpPr>
        <p:spPr bwMode="auto">
          <a:xfrm>
            <a:off x="584200" y="3475038"/>
            <a:ext cx="16271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圆周运动</a:t>
            </a:r>
          </a:p>
        </p:txBody>
      </p:sp>
      <p:graphicFrame>
        <p:nvGraphicFramePr>
          <p:cNvPr id="33837" name="Object 10"/>
          <p:cNvGraphicFramePr>
            <a:graphicFrameLocks noChangeAspect="1"/>
          </p:cNvGraphicFramePr>
          <p:nvPr/>
        </p:nvGraphicFramePr>
        <p:xfrm>
          <a:off x="2786063" y="3427413"/>
          <a:ext cx="1658937" cy="619125"/>
        </p:xfrm>
        <a:graphic>
          <a:graphicData uri="http://schemas.openxmlformats.org/presentationml/2006/ole">
            <mc:AlternateContent xmlns:mc="http://schemas.openxmlformats.org/markup-compatibility/2006">
              <mc:Choice xmlns:v="urn:schemas-microsoft-com:vml" Requires="v">
                <p:oleObj spid="_x0000_s3101" name="Equation" r:id="rId6" imgW="672840" imgH="228600" progId="Equation.DSMT4">
                  <p:embed/>
                </p:oleObj>
              </mc:Choice>
              <mc:Fallback>
                <p:oleObj name="Equation" r:id="rId6" imgW="672840" imgH="228600" progId="Equation.DSMT4">
                  <p:embed/>
                  <p:pic>
                    <p:nvPicPr>
                      <p:cNvPr id="0" name="Object 1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86063" y="3427413"/>
                        <a:ext cx="1658937" cy="619125"/>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80" name="TextBox 13"/>
          <p:cNvSpPr txBox="1">
            <a:spLocks noChangeArrowheads="1"/>
          </p:cNvSpPr>
          <p:nvPr/>
        </p:nvSpPr>
        <p:spPr bwMode="auto">
          <a:xfrm>
            <a:off x="595313" y="5000625"/>
            <a:ext cx="41529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一般曲线运动（不要求）</a:t>
            </a:r>
          </a:p>
        </p:txBody>
      </p:sp>
      <p:graphicFrame>
        <p:nvGraphicFramePr>
          <p:cNvPr id="33836" name="Object 9"/>
          <p:cNvGraphicFramePr>
            <a:graphicFrameLocks noChangeAspect="1"/>
          </p:cNvGraphicFramePr>
          <p:nvPr/>
        </p:nvGraphicFramePr>
        <p:xfrm>
          <a:off x="5256213" y="3357563"/>
          <a:ext cx="2101850" cy="819150"/>
        </p:xfrm>
        <a:graphic>
          <a:graphicData uri="http://schemas.openxmlformats.org/presentationml/2006/ole">
            <mc:AlternateContent xmlns:mc="http://schemas.openxmlformats.org/markup-compatibility/2006">
              <mc:Choice xmlns:v="urn:schemas-microsoft-com:vml" Requires="v">
                <p:oleObj spid="_x0000_s3102" name="Equation" r:id="rId8" imgW="825480" imgH="291960" progId="Equation.DSMT4">
                  <p:embed/>
                </p:oleObj>
              </mc:Choice>
              <mc:Fallback>
                <p:oleObj name="Equation" r:id="rId8" imgW="825480" imgH="291960" progId="Equation.DSMT4">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56213" y="3357563"/>
                        <a:ext cx="2101850" cy="81915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4" name="矩形 1"/>
          <p:cNvSpPr>
            <a:spLocks noChangeArrowheads="1"/>
          </p:cNvSpPr>
          <p:nvPr/>
        </p:nvSpPr>
        <p:spPr bwMode="auto">
          <a:xfrm>
            <a:off x="571500" y="428625"/>
            <a:ext cx="7858125"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t>    质点的质量为</a:t>
            </a:r>
            <a:r>
              <a:rPr lang="en-US" altLang="zh-CN" sz="2800" b="1"/>
              <a:t>m</a:t>
            </a:r>
            <a:r>
              <a:rPr lang="zh-CN" altLang="en-US" sz="2800" b="1"/>
              <a:t>，置于光滑球面的顶点</a:t>
            </a:r>
            <a:r>
              <a:rPr lang="en-US" altLang="zh-CN" sz="2800" b="1"/>
              <a:t>A</a:t>
            </a:r>
            <a:r>
              <a:rPr lang="zh-CN" altLang="en-US" sz="2800" b="1"/>
              <a:t>处</a:t>
            </a:r>
            <a:r>
              <a:rPr lang="en-US" altLang="zh-CN" sz="2800" b="1"/>
              <a:t>(</a:t>
            </a:r>
            <a:r>
              <a:rPr lang="zh-CN" altLang="en-US" sz="2800" b="1"/>
              <a:t>球面固定不动</a:t>
            </a:r>
            <a:r>
              <a:rPr lang="en-US" altLang="zh-CN" sz="2800" b="1"/>
              <a:t>)</a:t>
            </a:r>
            <a:r>
              <a:rPr lang="zh-CN" altLang="en-US" sz="2800" b="1"/>
              <a:t>，如图所示。当它由静止开始下滑到球面上</a:t>
            </a:r>
            <a:r>
              <a:rPr lang="en-US" altLang="zh-CN" sz="2800" b="1"/>
              <a:t>B</a:t>
            </a:r>
            <a:r>
              <a:rPr lang="zh-CN" altLang="en-US" sz="2800" b="1"/>
              <a:t>点时，求它的切向加速度与法向加速度</a:t>
            </a:r>
          </a:p>
        </p:txBody>
      </p:sp>
      <p:pic>
        <p:nvPicPr>
          <p:cNvPr id="4105" name="图片 2"/>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5929313" y="1500188"/>
            <a:ext cx="2928937" cy="1714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06" name="TextBox 3"/>
          <p:cNvSpPr txBox="1">
            <a:spLocks noChangeArrowheads="1"/>
          </p:cNvSpPr>
          <p:nvPr/>
        </p:nvSpPr>
        <p:spPr bwMode="auto">
          <a:xfrm>
            <a:off x="714375" y="2214563"/>
            <a:ext cx="21431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t>切向加速度：</a:t>
            </a:r>
          </a:p>
        </p:txBody>
      </p:sp>
      <p:graphicFrame>
        <p:nvGraphicFramePr>
          <p:cNvPr id="4098" name="Object 2"/>
          <p:cNvGraphicFramePr>
            <a:graphicFrameLocks noChangeAspect="1"/>
          </p:cNvGraphicFramePr>
          <p:nvPr/>
        </p:nvGraphicFramePr>
        <p:xfrm>
          <a:off x="2919413" y="2214563"/>
          <a:ext cx="1866900" cy="571500"/>
        </p:xfrm>
        <a:graphic>
          <a:graphicData uri="http://schemas.openxmlformats.org/presentationml/2006/ole">
            <mc:AlternateContent xmlns:mc="http://schemas.openxmlformats.org/markup-compatibility/2006">
              <mc:Choice xmlns:v="urn:schemas-microsoft-com:vml" Requires="v">
                <p:oleObj spid="_x0000_s4174" name="Equation" r:id="rId5" imgW="622080" imgH="190440" progId="Equation.DSMT4">
                  <p:embed/>
                </p:oleObj>
              </mc:Choice>
              <mc:Fallback>
                <p:oleObj name="Equation" r:id="rId5" imgW="622080" imgH="190440" progId="Equation.DSMT4">
                  <p:embed/>
                  <p:pic>
                    <p:nvPicPr>
                      <p:cNvPr id="0" name="Object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9413" y="2214563"/>
                        <a:ext cx="1866900" cy="571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cxnSp>
        <p:nvCxnSpPr>
          <p:cNvPr id="7" name="直接箭头连接符 6"/>
          <p:cNvCxnSpPr/>
          <p:nvPr/>
        </p:nvCxnSpPr>
        <p:spPr>
          <a:xfrm rot="16200000" flipH="1">
            <a:off x="7773987" y="2630488"/>
            <a:ext cx="500063" cy="96838"/>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cxnSp>
        <p:nvCxnSpPr>
          <p:cNvPr id="8" name="直接箭头连接符 7"/>
          <p:cNvCxnSpPr/>
          <p:nvPr/>
        </p:nvCxnSpPr>
        <p:spPr>
          <a:xfrm rot="16200000" flipH="1">
            <a:off x="7952581" y="2451894"/>
            <a:ext cx="373063" cy="295275"/>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cxnSp>
        <p:nvCxnSpPr>
          <p:cNvPr id="12" name="直接箭头连接符 11"/>
          <p:cNvCxnSpPr/>
          <p:nvPr/>
        </p:nvCxnSpPr>
        <p:spPr>
          <a:xfrm rot="10800000" flipV="1">
            <a:off x="7705725" y="2379663"/>
            <a:ext cx="295275" cy="263525"/>
          </a:xfrm>
          <a:prstGeom prst="straightConnector1">
            <a:avLst/>
          </a:prstGeom>
          <a:ln w="28575">
            <a:solidFill>
              <a:srgbClr val="0000FF"/>
            </a:solidFill>
            <a:tailEnd type="arrow"/>
          </a:ln>
        </p:spPr>
        <p:style>
          <a:lnRef idx="1">
            <a:schemeClr val="accent1"/>
          </a:lnRef>
          <a:fillRef idx="0">
            <a:schemeClr val="accent1"/>
          </a:fillRef>
          <a:effectRef idx="0">
            <a:schemeClr val="accent1"/>
          </a:effectRef>
          <a:fontRef idx="minor">
            <a:schemeClr val="tx1"/>
          </a:fontRef>
        </p:style>
      </p:cxnSp>
      <p:sp>
        <p:nvSpPr>
          <p:cNvPr id="4110" name="TextBox 13"/>
          <p:cNvSpPr txBox="1">
            <a:spLocks noChangeArrowheads="1"/>
          </p:cNvSpPr>
          <p:nvPr/>
        </p:nvSpPr>
        <p:spPr bwMode="auto">
          <a:xfrm>
            <a:off x="7705725" y="2508250"/>
            <a:ext cx="357188"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i="1">
                <a:sym typeface="Symbol" panose="05050102010706020507" pitchFamily="18" charset="2"/>
              </a:rPr>
              <a:t></a:t>
            </a:r>
            <a:endParaRPr lang="zh-CN" altLang="en-US" b="1" i="1"/>
          </a:p>
        </p:txBody>
      </p:sp>
      <p:sp>
        <p:nvSpPr>
          <p:cNvPr id="4111" name="TextBox 14"/>
          <p:cNvSpPr txBox="1">
            <a:spLocks noChangeArrowheads="1"/>
          </p:cNvSpPr>
          <p:nvPr/>
        </p:nvSpPr>
        <p:spPr bwMode="auto">
          <a:xfrm>
            <a:off x="785813" y="2928938"/>
            <a:ext cx="20002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t>机械能守恒：</a:t>
            </a:r>
          </a:p>
        </p:txBody>
      </p:sp>
      <p:graphicFrame>
        <p:nvGraphicFramePr>
          <p:cNvPr id="4099" name="Object 3"/>
          <p:cNvGraphicFramePr>
            <a:graphicFrameLocks noChangeAspect="1"/>
          </p:cNvGraphicFramePr>
          <p:nvPr/>
        </p:nvGraphicFramePr>
        <p:xfrm>
          <a:off x="2357438" y="3238500"/>
          <a:ext cx="2933700" cy="833438"/>
        </p:xfrm>
        <a:graphic>
          <a:graphicData uri="http://schemas.openxmlformats.org/presentationml/2006/ole">
            <mc:AlternateContent xmlns:mc="http://schemas.openxmlformats.org/markup-compatibility/2006">
              <mc:Choice xmlns:v="urn:schemas-microsoft-com:vml" Requires="v">
                <p:oleObj spid="_x0000_s4175" name="Equation" r:id="rId7" imgW="1206360" imgH="342720" progId="Equation.DSMT4">
                  <p:embed/>
                </p:oleObj>
              </mc:Choice>
              <mc:Fallback>
                <p:oleObj name="Equation" r:id="rId7" imgW="1206360" imgH="342720" progId="Equation.DSMT4">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57438" y="3238500"/>
                        <a:ext cx="2933700" cy="833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00" name="Object 4"/>
          <p:cNvGraphicFramePr>
            <a:graphicFrameLocks noChangeAspect="1"/>
          </p:cNvGraphicFramePr>
          <p:nvPr/>
        </p:nvGraphicFramePr>
        <p:xfrm>
          <a:off x="2286000" y="4000500"/>
          <a:ext cx="2817813" cy="571500"/>
        </p:xfrm>
        <a:graphic>
          <a:graphicData uri="http://schemas.openxmlformats.org/presentationml/2006/ole">
            <mc:AlternateContent xmlns:mc="http://schemas.openxmlformats.org/markup-compatibility/2006">
              <mc:Choice xmlns:v="urn:schemas-microsoft-com:vml" Requires="v">
                <p:oleObj spid="_x0000_s4176" name="Equation" r:id="rId9" imgW="1002960" imgH="203040" progId="Equation.DSMT4">
                  <p:embed/>
                </p:oleObj>
              </mc:Choice>
              <mc:Fallback>
                <p:oleObj name="Equation" r:id="rId9" imgW="1002960" imgH="203040" progId="Equation.DSMT4">
                  <p:embed/>
                  <p:pic>
                    <p:nvPicPr>
                      <p:cNvPr id="0"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286000" y="4000500"/>
                        <a:ext cx="2817813" cy="571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01" name="Object 5"/>
          <p:cNvGraphicFramePr>
            <a:graphicFrameLocks noChangeAspect="1"/>
          </p:cNvGraphicFramePr>
          <p:nvPr/>
        </p:nvGraphicFramePr>
        <p:xfrm>
          <a:off x="2357438" y="4572000"/>
          <a:ext cx="1627187" cy="1143000"/>
        </p:xfrm>
        <a:graphic>
          <a:graphicData uri="http://schemas.openxmlformats.org/presentationml/2006/ole">
            <mc:AlternateContent xmlns:mc="http://schemas.openxmlformats.org/markup-compatibility/2006">
              <mc:Choice xmlns:v="urn:schemas-microsoft-com:vml" Requires="v">
                <p:oleObj spid="_x0000_s4177" name="Equation" r:id="rId11" imgW="596880" imgH="419040" progId="Equation.DSMT4">
                  <p:embed/>
                </p:oleObj>
              </mc:Choice>
              <mc:Fallback>
                <p:oleObj name="Equation" r:id="rId11" imgW="596880" imgH="419040" progId="Equation.DSMT4">
                  <p:embed/>
                  <p:pic>
                    <p:nvPicPr>
                      <p:cNvPr id="0" name="Object 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357438" y="4572000"/>
                        <a:ext cx="1627187" cy="1143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9" name="右箭头 18"/>
          <p:cNvSpPr/>
          <p:nvPr/>
        </p:nvSpPr>
        <p:spPr>
          <a:xfrm>
            <a:off x="4071938" y="4929188"/>
            <a:ext cx="500062" cy="28575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aphicFrame>
        <p:nvGraphicFramePr>
          <p:cNvPr id="4102" name="Object 6"/>
          <p:cNvGraphicFramePr>
            <a:graphicFrameLocks noChangeAspect="1"/>
          </p:cNvGraphicFramePr>
          <p:nvPr/>
        </p:nvGraphicFramePr>
        <p:xfrm>
          <a:off x="4857750" y="4786313"/>
          <a:ext cx="2466975" cy="500062"/>
        </p:xfrm>
        <a:graphic>
          <a:graphicData uri="http://schemas.openxmlformats.org/presentationml/2006/ole">
            <mc:AlternateContent xmlns:mc="http://schemas.openxmlformats.org/markup-compatibility/2006">
              <mc:Choice xmlns:v="urn:schemas-microsoft-com:vml" Requires="v">
                <p:oleObj spid="_x0000_s4178" name="Equation" r:id="rId13" imgW="939600" imgH="190440" progId="Equation.DSMT4">
                  <p:embed/>
                </p:oleObj>
              </mc:Choice>
              <mc:Fallback>
                <p:oleObj name="Equation" r:id="rId13" imgW="939600" imgH="190440" progId="Equation.DSMT4">
                  <p:embed/>
                  <p:pic>
                    <p:nvPicPr>
                      <p:cNvPr id="0" name="Object 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857750" y="4786313"/>
                        <a:ext cx="2466975" cy="500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03" name="Object 7"/>
          <p:cNvGraphicFramePr>
            <a:graphicFrameLocks noChangeAspect="1"/>
          </p:cNvGraphicFramePr>
          <p:nvPr/>
        </p:nvGraphicFramePr>
        <p:xfrm>
          <a:off x="2500313" y="5786438"/>
          <a:ext cx="2000250" cy="714375"/>
        </p:xfrm>
        <a:graphic>
          <a:graphicData uri="http://schemas.openxmlformats.org/presentationml/2006/ole">
            <mc:AlternateContent xmlns:mc="http://schemas.openxmlformats.org/markup-compatibility/2006">
              <mc:Choice xmlns:v="urn:schemas-microsoft-com:vml" Requires="v">
                <p:oleObj spid="_x0000_s4179" name="Equation" r:id="rId15" imgW="711000" imgH="253800" progId="Equation.DSMT4">
                  <p:embed/>
                </p:oleObj>
              </mc:Choice>
              <mc:Fallback>
                <p:oleObj name="Equation" r:id="rId15" imgW="711000" imgH="253800" progId="Equation.DSMT4">
                  <p:embed/>
                  <p:pic>
                    <p:nvPicPr>
                      <p:cNvPr id="0" name="Object 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500313" y="5786438"/>
                        <a:ext cx="2000250" cy="714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13" name="Text Box 9"/>
          <p:cNvSpPr txBox="1">
            <a:spLocks noChangeArrowheads="1"/>
          </p:cNvSpPr>
          <p:nvPr/>
        </p:nvSpPr>
        <p:spPr bwMode="auto">
          <a:xfrm>
            <a:off x="-71438" y="404813"/>
            <a:ext cx="1885951"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rgbClr val="0000FF"/>
                </a:solidFill>
                <a:sym typeface="Symbol" panose="05050102010706020507" pitchFamily="18" charset="2"/>
              </a:rPr>
              <a:t>【</a:t>
            </a:r>
            <a:r>
              <a:rPr lang="zh-CN" altLang="en-US" sz="2800">
                <a:solidFill>
                  <a:srgbClr val="0000FF"/>
                </a:solidFill>
              </a:rPr>
              <a:t>例</a:t>
            </a:r>
            <a:r>
              <a:rPr lang="en-US" altLang="zh-CN" sz="2800">
                <a:solidFill>
                  <a:srgbClr val="0000FF"/>
                </a:solidFill>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106"/>
                                        </p:tgtEl>
                                        <p:attrNameLst>
                                          <p:attrName>style.visibility</p:attrName>
                                        </p:attrNameLst>
                                      </p:cBhvr>
                                      <p:to>
                                        <p:strVal val="visible"/>
                                      </p:to>
                                    </p:set>
                                    <p:animEffect transition="in" filter="blinds(horizontal)">
                                      <p:cBhvr>
                                        <p:cTn id="7" dur="500"/>
                                        <p:tgtEl>
                                          <p:spTgt spid="4106"/>
                                        </p:tgtEl>
                                      </p:cBhvr>
                                    </p:animEffect>
                                  </p:childTnLst>
                                </p:cTn>
                              </p:par>
                              <p:par>
                                <p:cTn id="8" presetID="3" presetClass="entr" presetSubtype="10" fill="hold" nodeType="withEffect">
                                  <p:stCondLst>
                                    <p:cond delay="0"/>
                                  </p:stCondLst>
                                  <p:childTnLst>
                                    <p:set>
                                      <p:cBhvr>
                                        <p:cTn id="9" dur="1" fill="hold">
                                          <p:stCondLst>
                                            <p:cond delay="0"/>
                                          </p:stCondLst>
                                        </p:cTn>
                                        <p:tgtEl>
                                          <p:spTgt spid="4098"/>
                                        </p:tgtEl>
                                        <p:attrNameLst>
                                          <p:attrName>style.visibility</p:attrName>
                                        </p:attrNameLst>
                                      </p:cBhvr>
                                      <p:to>
                                        <p:strVal val="visible"/>
                                      </p:to>
                                    </p:set>
                                    <p:animEffect transition="in" filter="blinds(horizontal)">
                                      <p:cBhvr>
                                        <p:cTn id="10" dur="500"/>
                                        <p:tgtEl>
                                          <p:spTgt spid="4098"/>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4111"/>
                                        </p:tgtEl>
                                        <p:attrNameLst>
                                          <p:attrName>style.visibility</p:attrName>
                                        </p:attrNameLst>
                                      </p:cBhvr>
                                      <p:to>
                                        <p:strVal val="visible"/>
                                      </p:to>
                                    </p:set>
                                    <p:animEffect transition="in" filter="blinds(horizontal)">
                                      <p:cBhvr>
                                        <p:cTn id="15" dur="500"/>
                                        <p:tgtEl>
                                          <p:spTgt spid="4111"/>
                                        </p:tgtEl>
                                      </p:cBhvr>
                                    </p:animEffect>
                                  </p:childTnLst>
                                </p:cTn>
                              </p:par>
                              <p:par>
                                <p:cTn id="16" presetID="3" presetClass="entr" presetSubtype="10" fill="hold" nodeType="withEffect">
                                  <p:stCondLst>
                                    <p:cond delay="0"/>
                                  </p:stCondLst>
                                  <p:childTnLst>
                                    <p:set>
                                      <p:cBhvr>
                                        <p:cTn id="17" dur="1" fill="hold">
                                          <p:stCondLst>
                                            <p:cond delay="0"/>
                                          </p:stCondLst>
                                        </p:cTn>
                                        <p:tgtEl>
                                          <p:spTgt spid="4099"/>
                                        </p:tgtEl>
                                        <p:attrNameLst>
                                          <p:attrName>style.visibility</p:attrName>
                                        </p:attrNameLst>
                                      </p:cBhvr>
                                      <p:to>
                                        <p:strVal val="visible"/>
                                      </p:to>
                                    </p:set>
                                    <p:animEffect transition="in" filter="blinds(horizontal)">
                                      <p:cBhvr>
                                        <p:cTn id="18" dur="500"/>
                                        <p:tgtEl>
                                          <p:spTgt spid="4099"/>
                                        </p:tgtEl>
                                      </p:cBhvr>
                                    </p:animEffect>
                                  </p:childTnLst>
                                </p:cTn>
                              </p:par>
                              <p:par>
                                <p:cTn id="19" presetID="3" presetClass="entr" presetSubtype="10" fill="hold" nodeType="withEffect">
                                  <p:stCondLst>
                                    <p:cond delay="0"/>
                                  </p:stCondLst>
                                  <p:childTnLst>
                                    <p:set>
                                      <p:cBhvr>
                                        <p:cTn id="20" dur="1" fill="hold">
                                          <p:stCondLst>
                                            <p:cond delay="0"/>
                                          </p:stCondLst>
                                        </p:cTn>
                                        <p:tgtEl>
                                          <p:spTgt spid="4100"/>
                                        </p:tgtEl>
                                        <p:attrNameLst>
                                          <p:attrName>style.visibility</p:attrName>
                                        </p:attrNameLst>
                                      </p:cBhvr>
                                      <p:to>
                                        <p:strVal val="visible"/>
                                      </p:to>
                                    </p:set>
                                    <p:animEffect transition="in" filter="blinds(horizontal)">
                                      <p:cBhvr>
                                        <p:cTn id="21" dur="500"/>
                                        <p:tgtEl>
                                          <p:spTgt spid="4100"/>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nodeType="clickEffect">
                                  <p:stCondLst>
                                    <p:cond delay="0"/>
                                  </p:stCondLst>
                                  <p:childTnLst>
                                    <p:set>
                                      <p:cBhvr>
                                        <p:cTn id="25" dur="1" fill="hold">
                                          <p:stCondLst>
                                            <p:cond delay="0"/>
                                          </p:stCondLst>
                                        </p:cTn>
                                        <p:tgtEl>
                                          <p:spTgt spid="4101"/>
                                        </p:tgtEl>
                                        <p:attrNameLst>
                                          <p:attrName>style.visibility</p:attrName>
                                        </p:attrNameLst>
                                      </p:cBhvr>
                                      <p:to>
                                        <p:strVal val="visible"/>
                                      </p:to>
                                    </p:set>
                                    <p:animEffect transition="in" filter="blinds(horizontal)">
                                      <p:cBhvr>
                                        <p:cTn id="26" dur="500"/>
                                        <p:tgtEl>
                                          <p:spTgt spid="4101"/>
                                        </p:tgtEl>
                                      </p:cBhvr>
                                    </p:animEffect>
                                  </p:childTnLst>
                                </p:cTn>
                              </p:par>
                              <p:par>
                                <p:cTn id="27" presetID="3" presetClass="entr" presetSubtype="10" fill="hold" grpId="0" nodeType="withEffect">
                                  <p:stCondLst>
                                    <p:cond delay="0"/>
                                  </p:stCondLst>
                                  <p:childTnLst>
                                    <p:set>
                                      <p:cBhvr>
                                        <p:cTn id="28" dur="1" fill="hold">
                                          <p:stCondLst>
                                            <p:cond delay="0"/>
                                          </p:stCondLst>
                                        </p:cTn>
                                        <p:tgtEl>
                                          <p:spTgt spid="19"/>
                                        </p:tgtEl>
                                        <p:attrNameLst>
                                          <p:attrName>style.visibility</p:attrName>
                                        </p:attrNameLst>
                                      </p:cBhvr>
                                      <p:to>
                                        <p:strVal val="visible"/>
                                      </p:to>
                                    </p:set>
                                    <p:animEffect transition="in" filter="blinds(horizontal)">
                                      <p:cBhvr>
                                        <p:cTn id="29" dur="500"/>
                                        <p:tgtEl>
                                          <p:spTgt spid="19"/>
                                        </p:tgtEl>
                                      </p:cBhvr>
                                    </p:animEffect>
                                  </p:childTnLst>
                                </p:cTn>
                              </p:par>
                              <p:par>
                                <p:cTn id="30" presetID="3" presetClass="entr" presetSubtype="10" fill="hold" nodeType="withEffect">
                                  <p:stCondLst>
                                    <p:cond delay="0"/>
                                  </p:stCondLst>
                                  <p:childTnLst>
                                    <p:set>
                                      <p:cBhvr>
                                        <p:cTn id="31" dur="1" fill="hold">
                                          <p:stCondLst>
                                            <p:cond delay="0"/>
                                          </p:stCondLst>
                                        </p:cTn>
                                        <p:tgtEl>
                                          <p:spTgt spid="4102"/>
                                        </p:tgtEl>
                                        <p:attrNameLst>
                                          <p:attrName>style.visibility</p:attrName>
                                        </p:attrNameLst>
                                      </p:cBhvr>
                                      <p:to>
                                        <p:strVal val="visible"/>
                                      </p:to>
                                    </p:set>
                                    <p:animEffect transition="in" filter="blinds(horizontal)">
                                      <p:cBhvr>
                                        <p:cTn id="32" dur="500"/>
                                        <p:tgtEl>
                                          <p:spTgt spid="410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4103"/>
                                        </p:tgtEl>
                                        <p:attrNameLst>
                                          <p:attrName>style.visibility</p:attrName>
                                        </p:attrNameLst>
                                      </p:cBhvr>
                                      <p:to>
                                        <p:strVal val="visible"/>
                                      </p:to>
                                    </p:set>
                                    <p:animEffect transition="in" filter="blinds(horizontal)">
                                      <p:cBhvr>
                                        <p:cTn id="37" dur="500"/>
                                        <p:tgtEl>
                                          <p:spTgt spid="41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06" grpId="0"/>
      <p:bldP spid="4111" grpId="0"/>
      <p:bldP spid="19"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3" name="TextBox 3"/>
          <p:cNvSpPr txBox="1">
            <a:spLocks noChangeArrowheads="1"/>
          </p:cNvSpPr>
          <p:nvPr/>
        </p:nvSpPr>
        <p:spPr bwMode="auto">
          <a:xfrm>
            <a:off x="357188" y="428625"/>
            <a:ext cx="21701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latin typeface="Calibri" panose="020F0502020204030204" pitchFamily="34" charset="0"/>
              </a:rPr>
              <a:t>1.2 </a:t>
            </a:r>
            <a:r>
              <a:rPr lang="zh-CN" altLang="en-US" sz="2800" b="1">
                <a:latin typeface="Calibri" panose="020F0502020204030204" pitchFamily="34" charset="0"/>
              </a:rPr>
              <a:t>牛顿定律</a:t>
            </a:r>
          </a:p>
        </p:txBody>
      </p:sp>
      <p:sp>
        <p:nvSpPr>
          <p:cNvPr id="5124" name="TextBox 4"/>
          <p:cNvSpPr txBox="1">
            <a:spLocks noChangeArrowheads="1"/>
          </p:cNvSpPr>
          <p:nvPr/>
        </p:nvSpPr>
        <p:spPr bwMode="auto">
          <a:xfrm>
            <a:off x="595313" y="1357313"/>
            <a:ext cx="19891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牛顿三定律</a:t>
            </a:r>
          </a:p>
        </p:txBody>
      </p:sp>
      <p:sp>
        <p:nvSpPr>
          <p:cNvPr id="5125" name="TextBox 6"/>
          <p:cNvSpPr txBox="1">
            <a:spLocks noChangeArrowheads="1"/>
          </p:cNvSpPr>
          <p:nvPr/>
        </p:nvSpPr>
        <p:spPr bwMode="auto">
          <a:xfrm>
            <a:off x="584200" y="2357438"/>
            <a:ext cx="45116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自然界中的力（一般理解）</a:t>
            </a:r>
          </a:p>
        </p:txBody>
      </p:sp>
      <p:sp>
        <p:nvSpPr>
          <p:cNvPr id="5126" name="TextBox 7"/>
          <p:cNvSpPr txBox="1">
            <a:spLocks noChangeArrowheads="1"/>
          </p:cNvSpPr>
          <p:nvPr/>
        </p:nvSpPr>
        <p:spPr bwMode="auto">
          <a:xfrm>
            <a:off x="571500" y="3405188"/>
            <a:ext cx="77581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牛顿定律的应用（熟练掌握，题是要会算滴！）</a:t>
            </a:r>
          </a:p>
        </p:txBody>
      </p:sp>
      <p:sp>
        <p:nvSpPr>
          <p:cNvPr id="5127" name="TextBox 8"/>
          <p:cNvSpPr txBox="1">
            <a:spLocks noChangeArrowheads="1"/>
          </p:cNvSpPr>
          <p:nvPr/>
        </p:nvSpPr>
        <p:spPr bwMode="auto">
          <a:xfrm>
            <a:off x="630238" y="5476875"/>
            <a:ext cx="81200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力学相对性原理，非惯性系和惯性力（一般理解）</a:t>
            </a:r>
          </a:p>
        </p:txBody>
      </p:sp>
      <p:sp>
        <p:nvSpPr>
          <p:cNvPr id="5128" name="TextBox 16"/>
          <p:cNvSpPr txBox="1">
            <a:spLocks noChangeArrowheads="1"/>
          </p:cNvSpPr>
          <p:nvPr/>
        </p:nvSpPr>
        <p:spPr bwMode="auto">
          <a:xfrm>
            <a:off x="1044575" y="4000500"/>
            <a:ext cx="6956425"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latin typeface="Calibri" panose="020F0502020204030204" pitchFamily="34" charset="0"/>
              </a:rPr>
              <a:t>1.</a:t>
            </a:r>
            <a:r>
              <a:rPr lang="zh-CN" altLang="en-US" sz="2800" b="1">
                <a:latin typeface="Calibri" panose="020F0502020204030204" pitchFamily="34" charset="0"/>
              </a:rPr>
              <a:t>已知运动求力（微分）    </a:t>
            </a:r>
            <a:endParaRPr lang="en-US" altLang="zh-CN" sz="2800" b="1">
              <a:latin typeface="Calibri" panose="020F0502020204030204" pitchFamily="34" charset="0"/>
            </a:endParaRPr>
          </a:p>
          <a:p>
            <a:pPr eaLnBrk="1" hangingPunct="1"/>
            <a:r>
              <a:rPr lang="en-US" altLang="zh-CN" sz="2800" b="1">
                <a:latin typeface="Calibri" panose="020F0502020204030204" pitchFamily="34" charset="0"/>
              </a:rPr>
              <a:t>2.</a:t>
            </a:r>
            <a:r>
              <a:rPr lang="zh-CN" altLang="en-US" sz="2800" b="1">
                <a:latin typeface="Calibri" panose="020F0502020204030204" pitchFamily="34" charset="0"/>
              </a:rPr>
              <a:t>已知力求运动（微分方程的初始值问题）</a:t>
            </a:r>
          </a:p>
        </p:txBody>
      </p:sp>
      <p:graphicFrame>
        <p:nvGraphicFramePr>
          <p:cNvPr id="5122" name="Object 5"/>
          <p:cNvGraphicFramePr>
            <a:graphicFrameLocks noChangeAspect="1"/>
          </p:cNvGraphicFramePr>
          <p:nvPr/>
        </p:nvGraphicFramePr>
        <p:xfrm>
          <a:off x="3429000" y="1117600"/>
          <a:ext cx="2128838" cy="1025525"/>
        </p:xfrm>
        <a:graphic>
          <a:graphicData uri="http://schemas.openxmlformats.org/presentationml/2006/ole">
            <mc:AlternateContent xmlns:mc="http://schemas.openxmlformats.org/markup-compatibility/2006">
              <mc:Choice xmlns:v="urn:schemas-microsoft-com:vml" Requires="v">
                <p:oleObj spid="_x0000_s5139" name="Equation" r:id="rId3" imgW="863280" imgH="419040" progId="Equation.DSMT4">
                  <p:embed/>
                </p:oleObj>
              </mc:Choice>
              <mc:Fallback>
                <p:oleObj name="Equation" r:id="rId3" imgW="863280" imgH="419040"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29000" y="1117600"/>
                        <a:ext cx="2128838" cy="10255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4" name="TextBox 3"/>
          <p:cNvSpPr txBox="1">
            <a:spLocks noChangeArrowheads="1"/>
          </p:cNvSpPr>
          <p:nvPr/>
        </p:nvSpPr>
        <p:spPr bwMode="auto">
          <a:xfrm>
            <a:off x="357188" y="357188"/>
            <a:ext cx="14493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latin typeface="Calibri" panose="020F0502020204030204" pitchFamily="34" charset="0"/>
              </a:rPr>
              <a:t>1.3 </a:t>
            </a:r>
            <a:r>
              <a:rPr lang="zh-CN" altLang="en-US" sz="2800" b="1">
                <a:latin typeface="Calibri" panose="020F0502020204030204" pitchFamily="34" charset="0"/>
              </a:rPr>
              <a:t>动量</a:t>
            </a:r>
          </a:p>
        </p:txBody>
      </p:sp>
      <p:sp>
        <p:nvSpPr>
          <p:cNvPr id="6155" name="TextBox 4"/>
          <p:cNvSpPr txBox="1">
            <a:spLocks noChangeArrowheads="1"/>
          </p:cNvSpPr>
          <p:nvPr/>
        </p:nvSpPr>
        <p:spPr bwMode="auto">
          <a:xfrm>
            <a:off x="595313" y="1285875"/>
            <a:ext cx="27098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质点的动量定理</a:t>
            </a:r>
          </a:p>
        </p:txBody>
      </p:sp>
      <p:graphicFrame>
        <p:nvGraphicFramePr>
          <p:cNvPr id="6" name="Object 13"/>
          <p:cNvGraphicFramePr>
            <a:graphicFrameLocks noChangeAspect="1"/>
          </p:cNvGraphicFramePr>
          <p:nvPr/>
        </p:nvGraphicFramePr>
        <p:xfrm>
          <a:off x="4586288" y="2109788"/>
          <a:ext cx="1711325" cy="561975"/>
        </p:xfrm>
        <a:graphic>
          <a:graphicData uri="http://schemas.openxmlformats.org/presentationml/2006/ole">
            <mc:AlternateContent xmlns:mc="http://schemas.openxmlformats.org/markup-compatibility/2006">
              <mc:Choice xmlns:v="urn:schemas-microsoft-com:vml" Requires="v">
                <p:oleObj spid="_x0000_s6239" name="Equation" r:id="rId4" imgW="698400" imgH="228600" progId="Equation.DSMT4">
                  <p:embed/>
                </p:oleObj>
              </mc:Choice>
              <mc:Fallback>
                <p:oleObj name="Equation" r:id="rId4" imgW="698400" imgH="228600" progId="Equation.DSMT4">
                  <p:embed/>
                  <p:pic>
                    <p:nvPicPr>
                      <p:cNvPr id="0" name="Object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86288" y="2109788"/>
                        <a:ext cx="1711325" cy="561975"/>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56" name="Rectangle 14"/>
          <p:cNvSpPr>
            <a:spLocks noChangeArrowheads="1"/>
          </p:cNvSpPr>
          <p:nvPr/>
        </p:nvSpPr>
        <p:spPr bwMode="auto">
          <a:xfrm>
            <a:off x="6015038" y="2143125"/>
            <a:ext cx="2057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b="1">
                <a:latin typeface="Calibri" panose="020F0502020204030204" pitchFamily="34" charset="0"/>
              </a:rPr>
              <a:t>积分形式</a:t>
            </a:r>
          </a:p>
        </p:txBody>
      </p:sp>
      <p:graphicFrame>
        <p:nvGraphicFramePr>
          <p:cNvPr id="8" name="Object 15"/>
          <p:cNvGraphicFramePr>
            <a:graphicFrameLocks noChangeAspect="1"/>
          </p:cNvGraphicFramePr>
          <p:nvPr/>
        </p:nvGraphicFramePr>
        <p:xfrm>
          <a:off x="1019175" y="2109788"/>
          <a:ext cx="1620838" cy="517525"/>
        </p:xfrm>
        <a:graphic>
          <a:graphicData uri="http://schemas.openxmlformats.org/presentationml/2006/ole">
            <mc:AlternateContent xmlns:mc="http://schemas.openxmlformats.org/markup-compatibility/2006">
              <mc:Choice xmlns:v="urn:schemas-microsoft-com:vml" Requires="v">
                <p:oleObj spid="_x0000_s6240" name="Equation" r:id="rId6" imgW="634680" imgH="203040" progId="Equation.DSMT4">
                  <p:embed/>
                </p:oleObj>
              </mc:Choice>
              <mc:Fallback>
                <p:oleObj name="Equation" r:id="rId6" imgW="634680" imgH="203040" progId="Equation.DSMT4">
                  <p:embed/>
                  <p:pic>
                    <p:nvPicPr>
                      <p:cNvPr id="0" name="Object 1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19175" y="2109788"/>
                        <a:ext cx="1620838" cy="517525"/>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57" name="Rectangle 16"/>
          <p:cNvSpPr>
            <a:spLocks noChangeArrowheads="1"/>
          </p:cNvSpPr>
          <p:nvPr/>
        </p:nvSpPr>
        <p:spPr bwMode="auto">
          <a:xfrm>
            <a:off x="2376488" y="2109788"/>
            <a:ext cx="1981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b="1">
                <a:latin typeface="Calibri" panose="020F0502020204030204" pitchFamily="34" charset="0"/>
              </a:rPr>
              <a:t>微分形式</a:t>
            </a:r>
          </a:p>
        </p:txBody>
      </p:sp>
      <p:graphicFrame>
        <p:nvGraphicFramePr>
          <p:cNvPr id="31752" name="Object 8"/>
          <p:cNvGraphicFramePr>
            <a:graphicFrameLocks noChangeAspect="1"/>
          </p:cNvGraphicFramePr>
          <p:nvPr/>
        </p:nvGraphicFramePr>
        <p:xfrm>
          <a:off x="3929063" y="1285875"/>
          <a:ext cx="1328737" cy="528638"/>
        </p:xfrm>
        <a:graphic>
          <a:graphicData uri="http://schemas.openxmlformats.org/presentationml/2006/ole">
            <mc:AlternateContent xmlns:mc="http://schemas.openxmlformats.org/markup-compatibility/2006">
              <mc:Choice xmlns:v="urn:schemas-microsoft-com:vml" Requires="v">
                <p:oleObj spid="_x0000_s6241" name="Equation" r:id="rId8" imgW="507960" imgH="203040" progId="Equation.DSMT4">
                  <p:embed/>
                </p:oleObj>
              </mc:Choice>
              <mc:Fallback>
                <p:oleObj name="Equation" r:id="rId8" imgW="507960" imgH="203040" progId="Equation.DSMT4">
                  <p:embed/>
                  <p:pic>
                    <p:nvPicPr>
                      <p:cNvPr id="0" name="Object 8"/>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929063" y="1285875"/>
                        <a:ext cx="1328737" cy="528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77" name="Object 33"/>
          <p:cNvGraphicFramePr>
            <a:graphicFrameLocks noChangeAspect="1"/>
          </p:cNvGraphicFramePr>
          <p:nvPr/>
        </p:nvGraphicFramePr>
        <p:xfrm>
          <a:off x="5643563" y="1143000"/>
          <a:ext cx="2238375" cy="915988"/>
        </p:xfrm>
        <a:graphic>
          <a:graphicData uri="http://schemas.openxmlformats.org/presentationml/2006/ole">
            <mc:AlternateContent xmlns:mc="http://schemas.openxmlformats.org/markup-compatibility/2006">
              <mc:Choice xmlns:v="urn:schemas-microsoft-com:vml" Requires="v">
                <p:oleObj spid="_x0000_s6242" name="Equation" r:id="rId10" imgW="761760" imgH="355320" progId="Equation.DSMT4">
                  <p:embed/>
                </p:oleObj>
              </mc:Choice>
              <mc:Fallback>
                <p:oleObj name="Equation" r:id="rId10" imgW="761760" imgH="355320" progId="Equation.DSMT4">
                  <p:embed/>
                  <p:pic>
                    <p:nvPicPr>
                      <p:cNvPr id="0" name="Object 3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643563" y="1143000"/>
                        <a:ext cx="2238375" cy="9159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58" name="TextBox 11"/>
          <p:cNvSpPr txBox="1">
            <a:spLocks noChangeArrowheads="1"/>
          </p:cNvSpPr>
          <p:nvPr/>
        </p:nvSpPr>
        <p:spPr bwMode="auto">
          <a:xfrm>
            <a:off x="571500" y="3262313"/>
            <a:ext cx="30702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质点系的动量定理</a:t>
            </a:r>
          </a:p>
        </p:txBody>
      </p:sp>
      <p:graphicFrame>
        <p:nvGraphicFramePr>
          <p:cNvPr id="102402" name="Object 2"/>
          <p:cNvGraphicFramePr>
            <a:graphicFrameLocks noChangeAspect="1"/>
          </p:cNvGraphicFramePr>
          <p:nvPr/>
        </p:nvGraphicFramePr>
        <p:xfrm>
          <a:off x="2214563" y="4675188"/>
          <a:ext cx="4286250" cy="968375"/>
        </p:xfrm>
        <a:graphic>
          <a:graphicData uri="http://schemas.openxmlformats.org/presentationml/2006/ole">
            <mc:AlternateContent xmlns:mc="http://schemas.openxmlformats.org/markup-compatibility/2006">
              <mc:Choice xmlns:v="urn:schemas-microsoft-com:vml" Requires="v">
                <p:oleObj spid="_x0000_s6243" name="Equation" r:id="rId12" imgW="1854000" imgH="431640" progId="Equation.DSMT4">
                  <p:embed/>
                </p:oleObj>
              </mc:Choice>
              <mc:Fallback>
                <p:oleObj name="Equation" r:id="rId12" imgW="1854000" imgH="431640" progId="Equation.DSMT4">
                  <p:embed/>
                  <p:pic>
                    <p:nvPicPr>
                      <p:cNvPr id="0" name="Object 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214563" y="4675188"/>
                        <a:ext cx="4286250" cy="968375"/>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03" name="Object 3"/>
          <p:cNvGraphicFramePr>
            <a:graphicFrameLocks noChangeAspect="1"/>
          </p:cNvGraphicFramePr>
          <p:nvPr/>
        </p:nvGraphicFramePr>
        <p:xfrm>
          <a:off x="2286000" y="3721100"/>
          <a:ext cx="4244975" cy="993775"/>
        </p:xfrm>
        <a:graphic>
          <a:graphicData uri="http://schemas.openxmlformats.org/presentationml/2006/ole">
            <mc:AlternateContent xmlns:mc="http://schemas.openxmlformats.org/markup-compatibility/2006">
              <mc:Choice xmlns:v="urn:schemas-microsoft-com:vml" Requires="v">
                <p:oleObj spid="_x0000_s6244" name="Equation" r:id="rId14" imgW="1892160" imgH="431640" progId="Equation.DSMT4">
                  <p:embed/>
                </p:oleObj>
              </mc:Choice>
              <mc:Fallback>
                <p:oleObj name="Equation" r:id="rId14" imgW="1892160" imgH="431640" progId="Equation.DSMT4">
                  <p:embed/>
                  <p:pic>
                    <p:nvPicPr>
                      <p:cNvPr id="0" name="Object 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286000" y="3721100"/>
                        <a:ext cx="4244975" cy="993775"/>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05" name="Object 5"/>
          <p:cNvGraphicFramePr>
            <a:graphicFrameLocks noChangeAspect="1"/>
          </p:cNvGraphicFramePr>
          <p:nvPr/>
        </p:nvGraphicFramePr>
        <p:xfrm>
          <a:off x="1827213" y="5643563"/>
          <a:ext cx="1458912" cy="1000125"/>
        </p:xfrm>
        <a:graphic>
          <a:graphicData uri="http://schemas.openxmlformats.org/presentationml/2006/ole">
            <mc:AlternateContent xmlns:mc="http://schemas.openxmlformats.org/markup-compatibility/2006">
              <mc:Choice xmlns:v="urn:schemas-microsoft-com:vml" Requires="v">
                <p:oleObj spid="_x0000_s6245" name="Equation" r:id="rId16" imgW="533160" imgH="419040" progId="Equation.DSMT4">
                  <p:embed/>
                </p:oleObj>
              </mc:Choice>
              <mc:Fallback>
                <p:oleObj name="Equation" r:id="rId16" imgW="533160" imgH="419040" progId="Equation.DSMT4">
                  <p:embed/>
                  <p:pic>
                    <p:nvPicPr>
                      <p:cNvPr id="0" name="Object 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827213" y="5643563"/>
                        <a:ext cx="1458912" cy="1000125"/>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06" name="Object 6"/>
          <p:cNvGraphicFramePr>
            <a:graphicFrameLocks noChangeAspect="1"/>
          </p:cNvGraphicFramePr>
          <p:nvPr/>
        </p:nvGraphicFramePr>
        <p:xfrm>
          <a:off x="4071938" y="5684838"/>
          <a:ext cx="4214812" cy="887412"/>
        </p:xfrm>
        <a:graphic>
          <a:graphicData uri="http://schemas.openxmlformats.org/presentationml/2006/ole">
            <mc:AlternateContent xmlns:mc="http://schemas.openxmlformats.org/markup-compatibility/2006">
              <mc:Choice xmlns:v="urn:schemas-microsoft-com:vml" Requires="v">
                <p:oleObj spid="_x0000_s6246" name="Equation" r:id="rId18" imgW="1676160" imgH="355320" progId="Equation.DSMT4">
                  <p:embed/>
                </p:oleObj>
              </mc:Choice>
              <mc:Fallback>
                <p:oleObj name="Equation" r:id="rId18" imgW="1676160" imgH="355320" progId="Equation.DSMT4">
                  <p:embed/>
                  <p:pic>
                    <p:nvPicPr>
                      <p:cNvPr id="0" name="Object 6"/>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4071938" y="5684838"/>
                        <a:ext cx="4214812" cy="8874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3" name="TextBox 3"/>
          <p:cNvSpPr txBox="1">
            <a:spLocks noChangeArrowheads="1"/>
          </p:cNvSpPr>
          <p:nvPr/>
        </p:nvSpPr>
        <p:spPr bwMode="auto">
          <a:xfrm>
            <a:off x="595313" y="428625"/>
            <a:ext cx="2349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动量守恒定律</a:t>
            </a:r>
          </a:p>
        </p:txBody>
      </p:sp>
      <p:graphicFrame>
        <p:nvGraphicFramePr>
          <p:cNvPr id="7170" name="Object 24"/>
          <p:cNvGraphicFramePr>
            <a:graphicFrameLocks noChangeAspect="1"/>
          </p:cNvGraphicFramePr>
          <p:nvPr/>
        </p:nvGraphicFramePr>
        <p:xfrm>
          <a:off x="1285875" y="1071563"/>
          <a:ext cx="6929438" cy="536575"/>
        </p:xfrm>
        <a:graphic>
          <a:graphicData uri="http://schemas.openxmlformats.org/presentationml/2006/ole">
            <mc:AlternateContent xmlns:mc="http://schemas.openxmlformats.org/markup-compatibility/2006">
              <mc:Choice xmlns:v="urn:schemas-microsoft-com:vml" Requires="v">
                <p:oleObj spid="_x0000_s7206" name="Equation" r:id="rId4" imgW="2946240" imgH="241200" progId="Equation.DSMT4">
                  <p:embed/>
                </p:oleObj>
              </mc:Choice>
              <mc:Fallback>
                <p:oleObj name="Equation" r:id="rId4" imgW="2946240" imgH="241200" progId="Equation.DSMT4">
                  <p:embed/>
                  <p:pic>
                    <p:nvPicPr>
                      <p:cNvPr id="0" name="Object 2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85875" y="1071563"/>
                        <a:ext cx="6929438" cy="536575"/>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74" name="TextBox 5"/>
          <p:cNvSpPr txBox="1">
            <a:spLocks noChangeArrowheads="1"/>
          </p:cNvSpPr>
          <p:nvPr/>
        </p:nvSpPr>
        <p:spPr bwMode="auto">
          <a:xfrm>
            <a:off x="571500" y="2262188"/>
            <a:ext cx="9064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质心</a:t>
            </a:r>
          </a:p>
        </p:txBody>
      </p:sp>
      <p:graphicFrame>
        <p:nvGraphicFramePr>
          <p:cNvPr id="91142" name="Object 6"/>
          <p:cNvGraphicFramePr>
            <a:graphicFrameLocks noChangeAspect="1"/>
          </p:cNvGraphicFramePr>
          <p:nvPr/>
        </p:nvGraphicFramePr>
        <p:xfrm>
          <a:off x="2071688" y="2428875"/>
          <a:ext cx="3411537" cy="2057400"/>
        </p:xfrm>
        <a:graphic>
          <a:graphicData uri="http://schemas.openxmlformats.org/presentationml/2006/ole">
            <mc:AlternateContent xmlns:mc="http://schemas.openxmlformats.org/markup-compatibility/2006">
              <mc:Choice xmlns:v="urn:schemas-microsoft-com:vml" Requires="v">
                <p:oleObj spid="_x0000_s7207" name="Equation" r:id="rId6" imgW="1409400" imgH="850680" progId="Equation.DSMT4">
                  <p:embed/>
                </p:oleObj>
              </mc:Choice>
              <mc:Fallback>
                <p:oleObj name="Equation" r:id="rId6" imgW="1409400" imgH="850680" progId="Equation.DSMT4">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071688" y="2428875"/>
                        <a:ext cx="3411537" cy="205740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2171" name="Object 11"/>
          <p:cNvGraphicFramePr>
            <a:graphicFrameLocks noChangeAspect="1"/>
          </p:cNvGraphicFramePr>
          <p:nvPr/>
        </p:nvGraphicFramePr>
        <p:xfrm>
          <a:off x="6526213" y="2786063"/>
          <a:ext cx="1760537" cy="1163637"/>
        </p:xfrm>
        <a:graphic>
          <a:graphicData uri="http://schemas.openxmlformats.org/presentationml/2006/ole">
            <mc:AlternateContent xmlns:mc="http://schemas.openxmlformats.org/markup-compatibility/2006">
              <mc:Choice xmlns:v="urn:schemas-microsoft-com:vml" Requires="v">
                <p:oleObj spid="_x0000_s7208" name="Equation" r:id="rId8" imgW="711000" imgH="469800" progId="Equation.DSMT4">
                  <p:embed/>
                </p:oleObj>
              </mc:Choice>
              <mc:Fallback>
                <p:oleObj name="Equation" r:id="rId8" imgW="711000" imgH="469800" progId="Equation.DSMT4">
                  <p:embed/>
                  <p:pic>
                    <p:nvPicPr>
                      <p:cNvPr id="0"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526213" y="2786063"/>
                        <a:ext cx="1760537" cy="1163637"/>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175" name="TextBox 8"/>
          <p:cNvSpPr txBox="1">
            <a:spLocks noChangeArrowheads="1"/>
          </p:cNvSpPr>
          <p:nvPr/>
        </p:nvSpPr>
        <p:spPr bwMode="auto">
          <a:xfrm>
            <a:off x="571500" y="5286375"/>
            <a:ext cx="52339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质心系（一般理解，学会更好）</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8" name="Text Box 3"/>
          <p:cNvSpPr txBox="1">
            <a:spLocks noChangeArrowheads="1"/>
          </p:cNvSpPr>
          <p:nvPr/>
        </p:nvSpPr>
        <p:spPr bwMode="auto">
          <a:xfrm>
            <a:off x="1036638" y="428625"/>
            <a:ext cx="767873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求一半径为</a:t>
            </a:r>
            <a:r>
              <a:rPr lang="en-US" altLang="zh-CN" sz="2800" b="1" i="1">
                <a:latin typeface="Calibri" panose="020F0502020204030204" pitchFamily="34" charset="0"/>
              </a:rPr>
              <a:t>R</a:t>
            </a:r>
            <a:r>
              <a:rPr lang="zh-CN" altLang="en-US" sz="2800" b="1">
                <a:latin typeface="Calibri" panose="020F0502020204030204" pitchFamily="34" charset="0"/>
              </a:rPr>
              <a:t>质量均匀分布的半球的质心位置。</a:t>
            </a:r>
          </a:p>
        </p:txBody>
      </p:sp>
      <p:sp>
        <p:nvSpPr>
          <p:cNvPr id="5" name="Text Box 6"/>
          <p:cNvSpPr txBox="1">
            <a:spLocks noChangeArrowheads="1"/>
          </p:cNvSpPr>
          <p:nvPr/>
        </p:nvSpPr>
        <p:spPr bwMode="auto">
          <a:xfrm>
            <a:off x="1403350" y="1196975"/>
            <a:ext cx="748982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设半球体密度为</a:t>
            </a:r>
            <a:r>
              <a:rPr lang="zh-CN" altLang="en-US" sz="2800" b="1" i="1">
                <a:latin typeface="Calibri" panose="020F0502020204030204" pitchFamily="34" charset="0"/>
                <a:sym typeface="Symbol" panose="05050102010706020507" pitchFamily="18" charset="2"/>
              </a:rPr>
              <a:t> </a:t>
            </a:r>
            <a:r>
              <a:rPr lang="en-US" altLang="zh-CN" sz="2800" b="1">
                <a:latin typeface="Calibri" panose="020F0502020204030204" pitchFamily="34" charset="0"/>
                <a:sym typeface="Symbol" panose="05050102010706020507" pitchFamily="18" charset="2"/>
              </a:rPr>
              <a:t>, </a:t>
            </a:r>
            <a:r>
              <a:rPr lang="zh-CN" altLang="en-US" sz="2800" b="1">
                <a:latin typeface="Calibri" panose="020F0502020204030204" pitchFamily="34" charset="0"/>
                <a:sym typeface="Symbol" panose="05050102010706020507" pitchFamily="18" charset="2"/>
              </a:rPr>
              <a:t>将半球分割成许多厚为</a:t>
            </a:r>
            <a:r>
              <a:rPr lang="en-US" altLang="zh-CN" sz="2800" b="1">
                <a:latin typeface="Calibri" panose="020F0502020204030204" pitchFamily="34" charset="0"/>
                <a:sym typeface="Symbol" panose="05050102010706020507" pitchFamily="18" charset="2"/>
              </a:rPr>
              <a:t>d</a:t>
            </a:r>
            <a:r>
              <a:rPr lang="en-US" altLang="zh-CN" sz="2800" b="1" i="1">
                <a:latin typeface="Calibri" panose="020F0502020204030204" pitchFamily="34" charset="0"/>
                <a:sym typeface="Symbol" panose="05050102010706020507" pitchFamily="18" charset="2"/>
              </a:rPr>
              <a:t>x</a:t>
            </a:r>
            <a:r>
              <a:rPr lang="zh-CN" altLang="en-US" sz="2800" b="1">
                <a:latin typeface="Calibri" panose="020F0502020204030204" pitchFamily="34" charset="0"/>
                <a:sym typeface="Symbol" panose="05050102010706020507" pitchFamily="18" charset="2"/>
              </a:rPr>
              <a:t>的圆饼</a:t>
            </a:r>
            <a:r>
              <a:rPr lang="en-US" altLang="zh-CN" sz="2800" b="1">
                <a:latin typeface="Calibri" panose="020F0502020204030204" pitchFamily="34" charset="0"/>
                <a:sym typeface="Symbol" panose="05050102010706020507" pitchFamily="18" charset="2"/>
              </a:rPr>
              <a:t>(</a:t>
            </a:r>
            <a:r>
              <a:rPr lang="zh-CN" altLang="en-US" sz="2800" b="1">
                <a:latin typeface="Calibri" panose="020F0502020204030204" pitchFamily="34" charset="0"/>
                <a:sym typeface="Symbol" panose="05050102010706020507" pitchFamily="18" charset="2"/>
              </a:rPr>
              <a:t>其质心在</a:t>
            </a:r>
            <a:r>
              <a:rPr lang="en-US" altLang="zh-CN" sz="2800" b="1">
                <a:latin typeface="Calibri" panose="020F0502020204030204" pitchFamily="34" charset="0"/>
                <a:sym typeface="Symbol" panose="05050102010706020507" pitchFamily="18" charset="2"/>
              </a:rPr>
              <a:t>x</a:t>
            </a:r>
            <a:r>
              <a:rPr lang="zh-CN" altLang="en-US" sz="2800" b="1">
                <a:latin typeface="Calibri" panose="020F0502020204030204" pitchFamily="34" charset="0"/>
                <a:sym typeface="Symbol" panose="05050102010706020507" pitchFamily="18" charset="2"/>
              </a:rPr>
              <a:t>轴上</a:t>
            </a:r>
            <a:r>
              <a:rPr lang="en-US" altLang="zh-CN" sz="2800" b="1">
                <a:latin typeface="Calibri" panose="020F0502020204030204" pitchFamily="34" charset="0"/>
                <a:sym typeface="Symbol" panose="05050102010706020507" pitchFamily="18" charset="2"/>
              </a:rPr>
              <a:t>), </a:t>
            </a:r>
            <a:r>
              <a:rPr lang="zh-CN" altLang="en-US" sz="2800" b="1">
                <a:latin typeface="Calibri" panose="020F0502020204030204" pitchFamily="34" charset="0"/>
                <a:sym typeface="Symbol" panose="05050102010706020507" pitchFamily="18" charset="2"/>
              </a:rPr>
              <a:t>任一圆饼体积为</a:t>
            </a:r>
            <a:endParaRPr lang="zh-CN" altLang="en-US" sz="2800" b="1">
              <a:latin typeface="Calibri" panose="020F0502020204030204" pitchFamily="34" charset="0"/>
            </a:endParaRPr>
          </a:p>
        </p:txBody>
      </p:sp>
      <p:graphicFrame>
        <p:nvGraphicFramePr>
          <p:cNvPr id="6" name="Object 7"/>
          <p:cNvGraphicFramePr>
            <a:graphicFrameLocks noChangeAspect="1"/>
          </p:cNvGraphicFramePr>
          <p:nvPr/>
        </p:nvGraphicFramePr>
        <p:xfrm>
          <a:off x="3114675" y="2357438"/>
          <a:ext cx="4278313" cy="577850"/>
        </p:xfrm>
        <a:graphic>
          <a:graphicData uri="http://schemas.openxmlformats.org/presentationml/2006/ole">
            <mc:AlternateContent xmlns:mc="http://schemas.openxmlformats.org/markup-compatibility/2006">
              <mc:Choice xmlns:v="urn:schemas-microsoft-com:vml" Requires="v">
                <p:oleObj spid="_x0000_s8279" name="Equation" r:id="rId4" imgW="1688760" imgH="228600" progId="Equation.DSMT4">
                  <p:embed/>
                </p:oleObj>
              </mc:Choice>
              <mc:Fallback>
                <p:oleObj name="Equation" r:id="rId4" imgW="1688760" imgH="228600" progId="Equation.DSMT4">
                  <p:embed/>
                  <p:pic>
                    <p:nvPicPr>
                      <p:cNvPr id="0" name="Object 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114675" y="2357438"/>
                        <a:ext cx="4278313" cy="577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8"/>
          <p:cNvGraphicFramePr>
            <a:graphicFrameLocks noChangeAspect="1"/>
          </p:cNvGraphicFramePr>
          <p:nvPr/>
        </p:nvGraphicFramePr>
        <p:xfrm>
          <a:off x="3087688" y="3278188"/>
          <a:ext cx="4586287" cy="579437"/>
        </p:xfrm>
        <a:graphic>
          <a:graphicData uri="http://schemas.openxmlformats.org/presentationml/2006/ole">
            <mc:AlternateContent xmlns:mc="http://schemas.openxmlformats.org/markup-compatibility/2006">
              <mc:Choice xmlns:v="urn:schemas-microsoft-com:vml" Requires="v">
                <p:oleObj spid="_x0000_s8280" name="Equation" r:id="rId6" imgW="1688760" imgH="228600" progId="Equation.DSMT4">
                  <p:embed/>
                </p:oleObj>
              </mc:Choice>
              <mc:Fallback>
                <p:oleObj name="Equation" r:id="rId6" imgW="1688760" imgH="228600" progId="Equation.DSMT4">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87688" y="3278188"/>
                        <a:ext cx="4586287" cy="579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9"/>
          <p:cNvGraphicFramePr>
            <a:graphicFrameLocks noChangeAspect="1"/>
          </p:cNvGraphicFramePr>
          <p:nvPr/>
        </p:nvGraphicFramePr>
        <p:xfrm>
          <a:off x="2743200" y="4097338"/>
          <a:ext cx="2320925" cy="1260475"/>
        </p:xfrm>
        <a:graphic>
          <a:graphicData uri="http://schemas.openxmlformats.org/presentationml/2006/ole">
            <mc:AlternateContent xmlns:mc="http://schemas.openxmlformats.org/markup-compatibility/2006">
              <mc:Choice xmlns:v="urn:schemas-microsoft-com:vml" Requires="v">
                <p:oleObj spid="_x0000_s8281" name="Equation" r:id="rId8" imgW="1079280" imgH="558720" progId="Equation.DSMT4">
                  <p:embed/>
                </p:oleObj>
              </mc:Choice>
              <mc:Fallback>
                <p:oleObj name="Equation" r:id="rId8" imgW="1079280" imgH="558720" progId="Equation.DSMT4">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743200" y="4097338"/>
                        <a:ext cx="2320925" cy="1260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10"/>
          <p:cNvGraphicFramePr>
            <a:graphicFrameLocks noChangeAspect="1"/>
          </p:cNvGraphicFramePr>
          <p:nvPr/>
        </p:nvGraphicFramePr>
        <p:xfrm>
          <a:off x="5702300" y="4230688"/>
          <a:ext cx="2001838" cy="984250"/>
        </p:xfrm>
        <a:graphic>
          <a:graphicData uri="http://schemas.openxmlformats.org/presentationml/2006/ole">
            <mc:AlternateContent xmlns:mc="http://schemas.openxmlformats.org/markup-compatibility/2006">
              <mc:Choice xmlns:v="urn:schemas-microsoft-com:vml" Requires="v">
                <p:oleObj spid="_x0000_s8282" name="Equation" r:id="rId10" imgW="711000" imgH="393480" progId="Equation.DSMT4">
                  <p:embed/>
                </p:oleObj>
              </mc:Choice>
              <mc:Fallback>
                <p:oleObj name="Equation" r:id="rId10" imgW="711000" imgH="393480" progId="Equation.DSMT4">
                  <p:embed/>
                  <p:pic>
                    <p:nvPicPr>
                      <p:cNvPr id="0" name="Object 1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702300" y="4230688"/>
                        <a:ext cx="2001838" cy="984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107"/>
          <p:cNvGrpSpPr>
            <a:grpSpLocks/>
          </p:cNvGrpSpPr>
          <p:nvPr/>
        </p:nvGrpSpPr>
        <p:grpSpPr bwMode="auto">
          <a:xfrm>
            <a:off x="338138" y="1433513"/>
            <a:ext cx="2136775" cy="2924175"/>
            <a:chOff x="249" y="2160"/>
            <a:chExt cx="1346" cy="1842"/>
          </a:xfrm>
        </p:grpSpPr>
        <p:sp>
          <p:nvSpPr>
            <p:cNvPr id="8232" name="Text Box 14"/>
            <p:cNvSpPr txBox="1">
              <a:spLocks noChangeArrowheads="1"/>
            </p:cNvSpPr>
            <p:nvPr/>
          </p:nvSpPr>
          <p:spPr bwMode="auto">
            <a:xfrm>
              <a:off x="1367" y="2813"/>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800">
                  <a:latin typeface="Calibri" panose="020F0502020204030204" pitchFamily="34" charset="0"/>
                </a:rPr>
                <a:t>x</a:t>
              </a:r>
            </a:p>
          </p:txBody>
        </p:sp>
        <p:sp>
          <p:nvSpPr>
            <p:cNvPr id="8233" name="Line 17"/>
            <p:cNvSpPr>
              <a:spLocks noChangeShapeType="1"/>
            </p:cNvSpPr>
            <p:nvPr/>
          </p:nvSpPr>
          <p:spPr bwMode="auto">
            <a:xfrm>
              <a:off x="462" y="3131"/>
              <a:ext cx="1088" cy="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34" name="Line 36"/>
            <p:cNvSpPr>
              <a:spLocks noChangeShapeType="1"/>
            </p:cNvSpPr>
            <p:nvPr/>
          </p:nvSpPr>
          <p:spPr bwMode="auto">
            <a:xfrm flipV="1">
              <a:off x="477" y="2226"/>
              <a:ext cx="0" cy="912"/>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35" name="Line 37"/>
            <p:cNvSpPr>
              <a:spLocks noChangeShapeType="1"/>
            </p:cNvSpPr>
            <p:nvPr/>
          </p:nvSpPr>
          <p:spPr bwMode="auto">
            <a:xfrm>
              <a:off x="477" y="3138"/>
              <a:ext cx="211" cy="764"/>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36" name="Text Box 40"/>
            <p:cNvSpPr txBox="1">
              <a:spLocks noChangeArrowheads="1"/>
            </p:cNvSpPr>
            <p:nvPr/>
          </p:nvSpPr>
          <p:spPr bwMode="auto">
            <a:xfrm>
              <a:off x="259" y="3017"/>
              <a:ext cx="2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Calibri" panose="020F0502020204030204" pitchFamily="34" charset="0"/>
                </a:rPr>
                <a:t>O</a:t>
              </a:r>
            </a:p>
          </p:txBody>
        </p:sp>
        <p:sp>
          <p:nvSpPr>
            <p:cNvPr id="8237" name="Text Box 41"/>
            <p:cNvSpPr txBox="1">
              <a:spLocks noChangeArrowheads="1"/>
            </p:cNvSpPr>
            <p:nvPr/>
          </p:nvSpPr>
          <p:spPr bwMode="auto">
            <a:xfrm>
              <a:off x="249" y="2160"/>
              <a:ext cx="22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800">
                  <a:latin typeface="Calibri" panose="020F0502020204030204" pitchFamily="34" charset="0"/>
                </a:rPr>
                <a:t>y</a:t>
              </a:r>
            </a:p>
          </p:txBody>
        </p:sp>
        <p:sp>
          <p:nvSpPr>
            <p:cNvPr id="8238" name="Text Box 42"/>
            <p:cNvSpPr txBox="1">
              <a:spLocks noChangeArrowheads="1"/>
            </p:cNvSpPr>
            <p:nvPr/>
          </p:nvSpPr>
          <p:spPr bwMode="auto">
            <a:xfrm>
              <a:off x="642" y="3675"/>
              <a:ext cx="309"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800">
                  <a:latin typeface="Calibri" panose="020F0502020204030204" pitchFamily="34" charset="0"/>
                </a:rPr>
                <a:t>z</a:t>
              </a:r>
            </a:p>
          </p:txBody>
        </p:sp>
      </p:grpSp>
      <p:grpSp>
        <p:nvGrpSpPr>
          <p:cNvPr id="3" name="Group 78"/>
          <p:cNvGrpSpPr>
            <a:grpSpLocks/>
          </p:cNvGrpSpPr>
          <p:nvPr/>
        </p:nvGrpSpPr>
        <p:grpSpPr bwMode="auto">
          <a:xfrm>
            <a:off x="468313" y="2028825"/>
            <a:ext cx="1079500" cy="1906588"/>
            <a:chOff x="1066" y="1616"/>
            <a:chExt cx="771" cy="1134"/>
          </a:xfrm>
        </p:grpSpPr>
        <p:sp>
          <p:nvSpPr>
            <p:cNvPr id="8229" name="Oval 79"/>
            <p:cNvSpPr>
              <a:spLocks noChangeArrowheads="1"/>
            </p:cNvSpPr>
            <p:nvPr/>
          </p:nvSpPr>
          <p:spPr bwMode="auto">
            <a:xfrm>
              <a:off x="1066" y="1616"/>
              <a:ext cx="317" cy="1134"/>
            </a:xfrm>
            <a:prstGeom prst="ellipse">
              <a:avLst/>
            </a:pr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8230" name="Arc 80"/>
            <p:cNvSpPr>
              <a:spLocks/>
            </p:cNvSpPr>
            <p:nvPr/>
          </p:nvSpPr>
          <p:spPr bwMode="auto">
            <a:xfrm>
              <a:off x="1247" y="1616"/>
              <a:ext cx="590" cy="54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8231" name="Arc 81"/>
            <p:cNvSpPr>
              <a:spLocks/>
            </p:cNvSpPr>
            <p:nvPr/>
          </p:nvSpPr>
          <p:spPr bwMode="auto">
            <a:xfrm flipV="1">
              <a:off x="1247" y="2160"/>
              <a:ext cx="590" cy="59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9525">
              <a:solidFill>
                <a:schemeClr val="tx1"/>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grpSp>
      <p:grpSp>
        <p:nvGrpSpPr>
          <p:cNvPr id="4" name="Group 82"/>
          <p:cNvGrpSpPr>
            <a:grpSpLocks/>
          </p:cNvGrpSpPr>
          <p:nvPr/>
        </p:nvGrpSpPr>
        <p:grpSpPr bwMode="auto">
          <a:xfrm>
            <a:off x="860425" y="2144713"/>
            <a:ext cx="504825" cy="1655762"/>
            <a:chOff x="930" y="2296"/>
            <a:chExt cx="318" cy="1043"/>
          </a:xfrm>
        </p:grpSpPr>
        <p:sp>
          <p:nvSpPr>
            <p:cNvPr id="8214" name="Arc 83"/>
            <p:cNvSpPr>
              <a:spLocks/>
            </p:cNvSpPr>
            <p:nvPr/>
          </p:nvSpPr>
          <p:spPr bwMode="auto">
            <a:xfrm flipH="1">
              <a:off x="930" y="2296"/>
              <a:ext cx="136" cy="54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8" y="0"/>
                    <a:pt x="21599" y="9670"/>
                    <a:pt x="21599" y="21599"/>
                  </a:cubicBezTo>
                </a:path>
                <a:path w="21600" h="21600" stroke="0" extrusionOk="0">
                  <a:moveTo>
                    <a:pt x="-1" y="0"/>
                  </a:moveTo>
                  <a:cubicBezTo>
                    <a:pt x="11928" y="0"/>
                    <a:pt x="21599" y="9670"/>
                    <a:pt x="21599" y="21599"/>
                  </a:cubicBezTo>
                  <a:lnTo>
                    <a:pt x="0" y="21600"/>
                  </a:lnTo>
                  <a:close/>
                </a:path>
              </a:pathLst>
            </a:custGeom>
            <a:noFill/>
            <a:ln w="38100">
              <a:solidFill>
                <a:schemeClr val="accent2"/>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8215" name="Arc 84"/>
            <p:cNvSpPr>
              <a:spLocks/>
            </p:cNvSpPr>
            <p:nvPr/>
          </p:nvSpPr>
          <p:spPr bwMode="auto">
            <a:xfrm flipH="1" flipV="1">
              <a:off x="930" y="2840"/>
              <a:ext cx="136" cy="499"/>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accent2"/>
              </a:solidFill>
              <a:prstDash val="dash"/>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8216" name="Arc 85"/>
            <p:cNvSpPr>
              <a:spLocks/>
            </p:cNvSpPr>
            <p:nvPr/>
          </p:nvSpPr>
          <p:spPr bwMode="auto">
            <a:xfrm>
              <a:off x="1066" y="2296"/>
              <a:ext cx="136" cy="54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8217" name="Arc 86"/>
            <p:cNvSpPr>
              <a:spLocks/>
            </p:cNvSpPr>
            <p:nvPr/>
          </p:nvSpPr>
          <p:spPr bwMode="auto">
            <a:xfrm flipV="1">
              <a:off x="1066" y="2840"/>
              <a:ext cx="136" cy="499"/>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8218" name="Arc 87"/>
            <p:cNvSpPr>
              <a:spLocks/>
            </p:cNvSpPr>
            <p:nvPr/>
          </p:nvSpPr>
          <p:spPr bwMode="auto">
            <a:xfrm>
              <a:off x="1066" y="2296"/>
              <a:ext cx="181" cy="544"/>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8219" name="Arc 88"/>
            <p:cNvSpPr>
              <a:spLocks/>
            </p:cNvSpPr>
            <p:nvPr/>
          </p:nvSpPr>
          <p:spPr bwMode="auto">
            <a:xfrm flipV="1">
              <a:off x="1066" y="2840"/>
              <a:ext cx="181" cy="499"/>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accent2"/>
              </a:solidFill>
              <a:round/>
              <a:headEnd/>
              <a:tailEn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8220" name="Line 89"/>
            <p:cNvSpPr>
              <a:spLocks noChangeShapeType="1"/>
            </p:cNvSpPr>
            <p:nvPr/>
          </p:nvSpPr>
          <p:spPr bwMode="auto">
            <a:xfrm>
              <a:off x="1156" y="2432"/>
              <a:ext cx="46"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1" name="Line 90"/>
            <p:cNvSpPr>
              <a:spLocks noChangeShapeType="1"/>
            </p:cNvSpPr>
            <p:nvPr/>
          </p:nvSpPr>
          <p:spPr bwMode="auto">
            <a:xfrm>
              <a:off x="1156" y="2523"/>
              <a:ext cx="46"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2" name="Line 91"/>
            <p:cNvSpPr>
              <a:spLocks noChangeShapeType="1"/>
            </p:cNvSpPr>
            <p:nvPr/>
          </p:nvSpPr>
          <p:spPr bwMode="auto">
            <a:xfrm>
              <a:off x="1202" y="2614"/>
              <a:ext cx="46"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3" name="Line 92"/>
            <p:cNvSpPr>
              <a:spLocks noChangeShapeType="1"/>
            </p:cNvSpPr>
            <p:nvPr/>
          </p:nvSpPr>
          <p:spPr bwMode="auto">
            <a:xfrm>
              <a:off x="1202" y="2704"/>
              <a:ext cx="46"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4" name="Line 93"/>
            <p:cNvSpPr>
              <a:spLocks noChangeShapeType="1"/>
            </p:cNvSpPr>
            <p:nvPr/>
          </p:nvSpPr>
          <p:spPr bwMode="auto">
            <a:xfrm>
              <a:off x="1202" y="2795"/>
              <a:ext cx="46"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5" name="Line 94"/>
            <p:cNvSpPr>
              <a:spLocks noChangeShapeType="1"/>
            </p:cNvSpPr>
            <p:nvPr/>
          </p:nvSpPr>
          <p:spPr bwMode="auto">
            <a:xfrm>
              <a:off x="1202" y="2886"/>
              <a:ext cx="46"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6" name="Line 95"/>
            <p:cNvSpPr>
              <a:spLocks noChangeShapeType="1"/>
            </p:cNvSpPr>
            <p:nvPr/>
          </p:nvSpPr>
          <p:spPr bwMode="auto">
            <a:xfrm>
              <a:off x="1202" y="2976"/>
              <a:ext cx="46"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7" name="Line 96"/>
            <p:cNvSpPr>
              <a:spLocks noChangeShapeType="1"/>
            </p:cNvSpPr>
            <p:nvPr/>
          </p:nvSpPr>
          <p:spPr bwMode="auto">
            <a:xfrm>
              <a:off x="1201" y="3067"/>
              <a:ext cx="46"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8228" name="Line 97"/>
            <p:cNvSpPr>
              <a:spLocks noChangeShapeType="1"/>
            </p:cNvSpPr>
            <p:nvPr/>
          </p:nvSpPr>
          <p:spPr bwMode="auto">
            <a:xfrm>
              <a:off x="1156" y="3158"/>
              <a:ext cx="46" cy="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10" name="Group 106"/>
          <p:cNvGrpSpPr>
            <a:grpSpLocks/>
          </p:cNvGrpSpPr>
          <p:nvPr/>
        </p:nvGrpSpPr>
        <p:grpSpPr bwMode="auto">
          <a:xfrm>
            <a:off x="525463" y="2136775"/>
            <a:ext cx="728662" cy="1177925"/>
            <a:chOff x="-794" y="754"/>
            <a:chExt cx="459" cy="742"/>
          </a:xfrm>
        </p:grpSpPr>
        <p:sp>
          <p:nvSpPr>
            <p:cNvPr id="8208" name="Text Box 39"/>
            <p:cNvSpPr txBox="1">
              <a:spLocks noChangeArrowheads="1"/>
            </p:cNvSpPr>
            <p:nvPr/>
          </p:nvSpPr>
          <p:spPr bwMode="auto">
            <a:xfrm>
              <a:off x="-794" y="829"/>
              <a:ext cx="24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i="1">
                  <a:latin typeface="Calibri" panose="020F0502020204030204" pitchFamily="34" charset="0"/>
                </a:rPr>
                <a:t>R</a:t>
              </a:r>
            </a:p>
          </p:txBody>
        </p:sp>
        <p:grpSp>
          <p:nvGrpSpPr>
            <p:cNvPr id="8209" name="Group 105"/>
            <p:cNvGrpSpPr>
              <a:grpSpLocks/>
            </p:cNvGrpSpPr>
            <p:nvPr/>
          </p:nvGrpSpPr>
          <p:grpSpPr bwMode="auto">
            <a:xfrm>
              <a:off x="-703" y="754"/>
              <a:ext cx="368" cy="742"/>
              <a:chOff x="-703" y="754"/>
              <a:chExt cx="368" cy="742"/>
            </a:xfrm>
          </p:grpSpPr>
          <p:sp>
            <p:nvSpPr>
              <p:cNvPr id="8210" name="Line 21"/>
              <p:cNvSpPr>
                <a:spLocks noChangeShapeType="1"/>
              </p:cNvSpPr>
              <p:nvPr/>
            </p:nvSpPr>
            <p:spPr bwMode="auto">
              <a:xfrm>
                <a:off x="-431" y="760"/>
                <a:ext cx="0" cy="539"/>
              </a:xfrm>
              <a:prstGeom prst="line">
                <a:avLst/>
              </a:prstGeom>
              <a:noFill/>
              <a:ln w="9525">
                <a:solidFill>
                  <a:srgbClr val="FF3300"/>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11" name="Line 38"/>
              <p:cNvSpPr>
                <a:spLocks noChangeShapeType="1"/>
              </p:cNvSpPr>
              <p:nvPr/>
            </p:nvSpPr>
            <p:spPr bwMode="auto">
              <a:xfrm flipV="1">
                <a:off x="-703" y="754"/>
                <a:ext cx="272" cy="545"/>
              </a:xfrm>
              <a:prstGeom prst="line">
                <a:avLst/>
              </a:prstGeom>
              <a:noFill/>
              <a:ln w="9525">
                <a:solidFill>
                  <a:srgbClr val="FF3300"/>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12" name="Text Box 43"/>
              <p:cNvSpPr txBox="1">
                <a:spLocks noChangeArrowheads="1"/>
              </p:cNvSpPr>
              <p:nvPr/>
            </p:nvSpPr>
            <p:spPr bwMode="auto">
              <a:xfrm>
                <a:off x="-567" y="877"/>
                <a:ext cx="2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i="1">
                    <a:latin typeface="Calibri" panose="020F0502020204030204" pitchFamily="34" charset="0"/>
                  </a:rPr>
                  <a:t>y</a:t>
                </a:r>
              </a:p>
            </p:txBody>
          </p:sp>
          <p:sp>
            <p:nvSpPr>
              <p:cNvPr id="8213" name="Text Box 99"/>
              <p:cNvSpPr txBox="1">
                <a:spLocks noChangeArrowheads="1"/>
              </p:cNvSpPr>
              <p:nvPr/>
            </p:nvSpPr>
            <p:spPr bwMode="auto">
              <a:xfrm>
                <a:off x="-547" y="1208"/>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i="1">
                    <a:latin typeface="Calibri" panose="020F0502020204030204" pitchFamily="34" charset="0"/>
                  </a:rPr>
                  <a:t>x</a:t>
                </a:r>
              </a:p>
            </p:txBody>
          </p:sp>
        </p:grpSp>
      </p:grpSp>
      <p:grpSp>
        <p:nvGrpSpPr>
          <p:cNvPr id="12" name="Group 101"/>
          <p:cNvGrpSpPr>
            <a:grpSpLocks/>
          </p:cNvGrpSpPr>
          <p:nvPr/>
        </p:nvGrpSpPr>
        <p:grpSpPr bwMode="auto">
          <a:xfrm>
            <a:off x="1393825" y="3027363"/>
            <a:ext cx="701675" cy="720725"/>
            <a:chOff x="1070" y="3158"/>
            <a:chExt cx="442" cy="454"/>
          </a:xfrm>
        </p:grpSpPr>
        <p:sp>
          <p:nvSpPr>
            <p:cNvPr id="8206" name="Line 50"/>
            <p:cNvSpPr>
              <a:spLocks noChangeShapeType="1"/>
            </p:cNvSpPr>
            <p:nvPr/>
          </p:nvSpPr>
          <p:spPr bwMode="auto">
            <a:xfrm>
              <a:off x="1070" y="3158"/>
              <a:ext cx="132" cy="306"/>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207" name="Text Box 100"/>
            <p:cNvSpPr txBox="1">
              <a:spLocks noChangeArrowheads="1"/>
            </p:cNvSpPr>
            <p:nvPr/>
          </p:nvSpPr>
          <p:spPr bwMode="auto">
            <a:xfrm>
              <a:off x="1111" y="3324"/>
              <a:ext cx="40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a:latin typeface="Calibri" panose="020F0502020204030204" pitchFamily="34" charset="0"/>
                </a:rPr>
                <a:t>d</a:t>
              </a:r>
              <a:r>
                <a:rPr lang="en-US" altLang="zh-CN" i="1">
                  <a:latin typeface="Calibri" panose="020F0502020204030204" pitchFamily="34" charset="0"/>
                </a:rPr>
                <a:t>x</a:t>
              </a:r>
            </a:p>
          </p:txBody>
        </p:sp>
      </p:grpSp>
      <p:sp>
        <p:nvSpPr>
          <p:cNvPr id="8205" name="Text Box 9"/>
          <p:cNvSpPr txBox="1">
            <a:spLocks noChangeArrowheads="1"/>
          </p:cNvSpPr>
          <p:nvPr/>
        </p:nvSpPr>
        <p:spPr bwMode="auto">
          <a:xfrm>
            <a:off x="-71438" y="404813"/>
            <a:ext cx="1885951"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rgbClr val="0000FF"/>
                </a:solidFill>
                <a:sym typeface="Symbol" panose="05050102010706020507" pitchFamily="18" charset="2"/>
              </a:rPr>
              <a:t>【</a:t>
            </a:r>
            <a:r>
              <a:rPr lang="zh-CN" altLang="en-US" sz="2800">
                <a:solidFill>
                  <a:srgbClr val="0000FF"/>
                </a:solidFill>
              </a:rPr>
              <a:t>例</a:t>
            </a:r>
            <a:r>
              <a:rPr lang="en-US" altLang="zh-CN" sz="2800">
                <a:solidFill>
                  <a:srgbClr val="0000FF"/>
                </a:solidFill>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par>
                                <p:cTn id="8" presetID="3" presetClass="entr" presetSubtype="1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linds(horizontal)">
                                      <p:cBhvr>
                                        <p:cTn id="10" dur="500"/>
                                        <p:tgtEl>
                                          <p:spTgt spid="3"/>
                                        </p:tgtEl>
                                      </p:cBhvr>
                                    </p:animEffect>
                                  </p:childTnLst>
                                </p:cTn>
                              </p:par>
                              <p:par>
                                <p:cTn id="11" presetID="3" presetClass="entr" presetSubtype="10" fill="hold"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blinds(horizontal)">
                                      <p:cBhvr>
                                        <p:cTn id="13" dur="500"/>
                                        <p:tgtEl>
                                          <p:spTgt spid="4"/>
                                        </p:tgtEl>
                                      </p:cBhvr>
                                    </p:animEffect>
                                  </p:childTnLst>
                                </p:cTn>
                              </p:par>
                              <p:par>
                                <p:cTn id="14" presetID="3" presetClass="entr" presetSubtype="10" fill="hold"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blinds(horizontal)">
                                      <p:cBhvr>
                                        <p:cTn id="16" dur="500"/>
                                        <p:tgtEl>
                                          <p:spTgt spid="10"/>
                                        </p:tgtEl>
                                      </p:cBhvr>
                                    </p:animEffect>
                                  </p:childTnLst>
                                </p:cTn>
                              </p:par>
                              <p:par>
                                <p:cTn id="17" presetID="3" presetClass="entr" presetSubtype="1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animEffect transition="in" filter="blinds(horizontal)">
                                      <p:cBhvr>
                                        <p:cTn id="19" dur="500"/>
                                        <p:tgtEl>
                                          <p:spTgt spid="12"/>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6"/>
                                        </p:tgtEl>
                                        <p:attrNameLst>
                                          <p:attrName>style.visibility</p:attrName>
                                        </p:attrNameLst>
                                      </p:cBhvr>
                                      <p:to>
                                        <p:strVal val="visible"/>
                                      </p:to>
                                    </p:set>
                                    <p:animEffect transition="in" filter="blinds(horizontal)">
                                      <p:cBhvr>
                                        <p:cTn id="27" dur="500"/>
                                        <p:tgtEl>
                                          <p:spTgt spid="6"/>
                                        </p:tgtEl>
                                      </p:cBhvr>
                                    </p:animEffect>
                                  </p:childTnLst>
                                </p:cTn>
                              </p:par>
                              <p:par>
                                <p:cTn id="28" presetID="3" presetClass="entr" presetSubtype="10" fill="hold" nodeType="with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blinds(horizontal)">
                                      <p:cBhvr>
                                        <p:cTn id="30" dur="500"/>
                                        <p:tgtEl>
                                          <p:spTgt spid="7"/>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animEffect transition="in" filter="blinds(horizontal)">
                                      <p:cBhvr>
                                        <p:cTn id="35" dur="500"/>
                                        <p:tgtEl>
                                          <p:spTgt spid="8"/>
                                        </p:tgtEl>
                                      </p:cBhvr>
                                    </p:animEffect>
                                  </p:childTnLst>
                                </p:cTn>
                              </p:par>
                              <p:par>
                                <p:cTn id="36" presetID="3" presetClass="entr" presetSubtype="10" fill="hold" nodeType="with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blinds(horizontal)">
                                      <p:cBhvr>
                                        <p:cTn id="38"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4" name="TextBox 3"/>
          <p:cNvSpPr txBox="1">
            <a:spLocks noChangeArrowheads="1"/>
          </p:cNvSpPr>
          <p:nvPr/>
        </p:nvSpPr>
        <p:spPr bwMode="auto">
          <a:xfrm>
            <a:off x="357188" y="357188"/>
            <a:ext cx="18097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latin typeface="Calibri" panose="020F0502020204030204" pitchFamily="34" charset="0"/>
              </a:rPr>
              <a:t>1.4 </a:t>
            </a:r>
            <a:r>
              <a:rPr lang="zh-CN" altLang="en-US" sz="2800" b="1">
                <a:latin typeface="Calibri" panose="020F0502020204030204" pitchFamily="34" charset="0"/>
              </a:rPr>
              <a:t>角动量</a:t>
            </a:r>
          </a:p>
        </p:txBody>
      </p:sp>
      <p:sp>
        <p:nvSpPr>
          <p:cNvPr id="9225" name="TextBox 4"/>
          <p:cNvSpPr txBox="1">
            <a:spLocks noChangeArrowheads="1"/>
          </p:cNvSpPr>
          <p:nvPr/>
        </p:nvSpPr>
        <p:spPr bwMode="auto">
          <a:xfrm>
            <a:off x="595313" y="1262063"/>
            <a:ext cx="2349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角动量、力矩</a:t>
            </a:r>
          </a:p>
        </p:txBody>
      </p:sp>
      <p:graphicFrame>
        <p:nvGraphicFramePr>
          <p:cNvPr id="131082" name="Object 10"/>
          <p:cNvGraphicFramePr>
            <a:graphicFrameLocks/>
          </p:cNvGraphicFramePr>
          <p:nvPr/>
        </p:nvGraphicFramePr>
        <p:xfrm>
          <a:off x="3357563" y="1214438"/>
          <a:ext cx="1978025" cy="541337"/>
        </p:xfrm>
        <a:graphic>
          <a:graphicData uri="http://schemas.openxmlformats.org/presentationml/2006/ole">
            <mc:AlternateContent xmlns:mc="http://schemas.openxmlformats.org/markup-compatibility/2006">
              <mc:Choice xmlns:v="urn:schemas-microsoft-com:vml" Requires="v">
                <p:oleObj spid="_x0000_s9289" name="Equation" r:id="rId4" imgW="723977" imgH="209486" progId="Equation.DSMT4">
                  <p:embed/>
                </p:oleObj>
              </mc:Choice>
              <mc:Fallback>
                <p:oleObj name="Equation" r:id="rId4" imgW="723977" imgH="209486" progId="Equation.DSMT4">
                  <p:embed/>
                  <p:pic>
                    <p:nvPicPr>
                      <p:cNvPr id="0" name="Object 10"/>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57563" y="1214438"/>
                        <a:ext cx="1978025" cy="541337"/>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32128" name="Object 32"/>
          <p:cNvGraphicFramePr>
            <a:graphicFrameLocks noChangeAspect="1"/>
          </p:cNvGraphicFramePr>
          <p:nvPr/>
        </p:nvGraphicFramePr>
        <p:xfrm>
          <a:off x="5500688" y="1211263"/>
          <a:ext cx="2062162" cy="574675"/>
        </p:xfrm>
        <a:graphic>
          <a:graphicData uri="http://schemas.openxmlformats.org/presentationml/2006/ole">
            <mc:AlternateContent xmlns:mc="http://schemas.openxmlformats.org/markup-compatibility/2006">
              <mc:Choice xmlns:v="urn:schemas-microsoft-com:vml" Requires="v">
                <p:oleObj spid="_x0000_s9290" name="Equation" r:id="rId6" imgW="523952" imgH="152451" progId="Equation.DSMT4">
                  <p:embed/>
                </p:oleObj>
              </mc:Choice>
              <mc:Fallback>
                <p:oleObj name="Equation" r:id="rId6" imgW="523952" imgH="152451" progId="Equation.DSMT4">
                  <p:embed/>
                  <p:pic>
                    <p:nvPicPr>
                      <p:cNvPr id="0" name="Object 3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500688" y="1211263"/>
                        <a:ext cx="2062162" cy="574675"/>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26" name="TextBox 7"/>
          <p:cNvSpPr txBox="1">
            <a:spLocks noChangeArrowheads="1"/>
          </p:cNvSpPr>
          <p:nvPr/>
        </p:nvSpPr>
        <p:spPr bwMode="auto">
          <a:xfrm>
            <a:off x="7715250" y="1285875"/>
            <a:ext cx="1266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参考点</a:t>
            </a:r>
          </a:p>
        </p:txBody>
      </p:sp>
      <p:sp>
        <p:nvSpPr>
          <p:cNvPr id="9227" name="TextBox 8"/>
          <p:cNvSpPr txBox="1">
            <a:spLocks noChangeArrowheads="1"/>
          </p:cNvSpPr>
          <p:nvPr/>
        </p:nvSpPr>
        <p:spPr bwMode="auto">
          <a:xfrm>
            <a:off x="571500" y="2428875"/>
            <a:ext cx="52339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质点的角动量定理、角动量守恒</a:t>
            </a:r>
          </a:p>
        </p:txBody>
      </p:sp>
      <p:graphicFrame>
        <p:nvGraphicFramePr>
          <p:cNvPr id="114738" name="Object 50"/>
          <p:cNvGraphicFramePr>
            <a:graphicFrameLocks noChangeAspect="1"/>
          </p:cNvGraphicFramePr>
          <p:nvPr/>
        </p:nvGraphicFramePr>
        <p:xfrm>
          <a:off x="2143125" y="2881313"/>
          <a:ext cx="1239838" cy="954087"/>
        </p:xfrm>
        <a:graphic>
          <a:graphicData uri="http://schemas.openxmlformats.org/presentationml/2006/ole">
            <mc:AlternateContent xmlns:mc="http://schemas.openxmlformats.org/markup-compatibility/2006">
              <mc:Choice xmlns:v="urn:schemas-microsoft-com:vml" Requires="v">
                <p:oleObj spid="_x0000_s9291" name="Equation" r:id="rId8" imgW="545760" imgH="419040" progId="Equation.DSMT4">
                  <p:embed/>
                </p:oleObj>
              </mc:Choice>
              <mc:Fallback>
                <p:oleObj name="Equation" r:id="rId8" imgW="545760" imgH="419040" progId="Equation.DSMT4">
                  <p:embed/>
                  <p:pic>
                    <p:nvPicPr>
                      <p:cNvPr id="0" name="Object 5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143125" y="2881313"/>
                        <a:ext cx="1239838" cy="954087"/>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4742" name="Object 54"/>
          <p:cNvGraphicFramePr>
            <a:graphicFrameLocks noChangeAspect="1"/>
          </p:cNvGraphicFramePr>
          <p:nvPr/>
        </p:nvGraphicFramePr>
        <p:xfrm>
          <a:off x="4643438" y="2952750"/>
          <a:ext cx="3400425" cy="833438"/>
        </p:xfrm>
        <a:graphic>
          <a:graphicData uri="http://schemas.openxmlformats.org/presentationml/2006/ole">
            <mc:AlternateContent xmlns:mc="http://schemas.openxmlformats.org/markup-compatibility/2006">
              <mc:Choice xmlns:v="urn:schemas-microsoft-com:vml" Requires="v">
                <p:oleObj spid="_x0000_s9292" name="Equation" r:id="rId10" imgW="1498320" imgH="355320" progId="Equation.DSMT4">
                  <p:embed/>
                </p:oleObj>
              </mc:Choice>
              <mc:Fallback>
                <p:oleObj name="Equation" r:id="rId10" imgW="1498320" imgH="355320" progId="Equation.DSMT4">
                  <p:embed/>
                  <p:pic>
                    <p:nvPicPr>
                      <p:cNvPr id="0" name="Object 5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643438" y="2952750"/>
                        <a:ext cx="3400425" cy="83343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228" name="TextBox 12"/>
          <p:cNvSpPr txBox="1">
            <a:spLocks noChangeArrowheads="1"/>
          </p:cNvSpPr>
          <p:nvPr/>
        </p:nvSpPr>
        <p:spPr bwMode="auto">
          <a:xfrm>
            <a:off x="571500" y="4464050"/>
            <a:ext cx="55943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质点系的角动量定理、角动量守恒</a:t>
            </a:r>
          </a:p>
        </p:txBody>
      </p:sp>
      <p:graphicFrame>
        <p:nvGraphicFramePr>
          <p:cNvPr id="137244" name="Object 28"/>
          <p:cNvGraphicFramePr>
            <a:graphicFrameLocks noChangeAspect="1"/>
          </p:cNvGraphicFramePr>
          <p:nvPr/>
        </p:nvGraphicFramePr>
        <p:xfrm>
          <a:off x="1500188" y="5249863"/>
          <a:ext cx="3255962" cy="965200"/>
        </p:xfrm>
        <a:graphic>
          <a:graphicData uri="http://schemas.openxmlformats.org/presentationml/2006/ole">
            <mc:AlternateContent xmlns:mc="http://schemas.openxmlformats.org/markup-compatibility/2006">
              <mc:Choice xmlns:v="urn:schemas-microsoft-com:vml" Requires="v">
                <p:oleObj spid="_x0000_s9293" name="Equation" r:id="rId12" imgW="1358640" imgH="393480" progId="Equation.DSMT4">
                  <p:embed/>
                </p:oleObj>
              </mc:Choice>
              <mc:Fallback>
                <p:oleObj name="Equation" r:id="rId12" imgW="1358640" imgH="393480" progId="Equation.DSMT4">
                  <p:embed/>
                  <p:pic>
                    <p:nvPicPr>
                      <p:cNvPr id="0" name="Object 28"/>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500188" y="5249863"/>
                        <a:ext cx="3255962" cy="965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9050">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 name="Object 30"/>
          <p:cNvGraphicFramePr>
            <a:graphicFrameLocks noChangeAspect="1"/>
          </p:cNvGraphicFramePr>
          <p:nvPr/>
        </p:nvGraphicFramePr>
        <p:xfrm>
          <a:off x="5295900" y="5321300"/>
          <a:ext cx="2738438" cy="889000"/>
        </p:xfrm>
        <a:graphic>
          <a:graphicData uri="http://schemas.openxmlformats.org/presentationml/2006/ole">
            <mc:AlternateContent xmlns:mc="http://schemas.openxmlformats.org/markup-compatibility/2006">
              <mc:Choice xmlns:v="urn:schemas-microsoft-com:vml" Requires="v">
                <p:oleObj spid="_x0000_s9294" name="Equation" r:id="rId14" imgW="1117440" imgH="355320" progId="Equation.DSMT4">
                  <p:embed/>
                </p:oleObj>
              </mc:Choice>
              <mc:Fallback>
                <p:oleObj name="Equation" r:id="rId14" imgW="1117440" imgH="355320" progId="Equation.DSMT4">
                  <p:embed/>
                  <p:pic>
                    <p:nvPicPr>
                      <p:cNvPr id="0" name="Object 3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295900" y="5321300"/>
                        <a:ext cx="2738438" cy="88900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9" name="TextBox 3"/>
          <p:cNvSpPr txBox="1">
            <a:spLocks noChangeArrowheads="1"/>
          </p:cNvSpPr>
          <p:nvPr/>
        </p:nvSpPr>
        <p:spPr bwMode="auto">
          <a:xfrm>
            <a:off x="357188" y="357188"/>
            <a:ext cx="18097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latin typeface="Calibri" panose="020F0502020204030204" pitchFamily="34" charset="0"/>
              </a:rPr>
              <a:t>1.5 </a:t>
            </a:r>
            <a:r>
              <a:rPr lang="zh-CN" altLang="en-US" sz="2800" b="1">
                <a:latin typeface="Calibri" panose="020F0502020204030204" pitchFamily="34" charset="0"/>
              </a:rPr>
              <a:t>功和能</a:t>
            </a:r>
          </a:p>
        </p:txBody>
      </p:sp>
      <p:graphicFrame>
        <p:nvGraphicFramePr>
          <p:cNvPr id="122939" name="Object 59"/>
          <p:cNvGraphicFramePr>
            <a:graphicFrameLocks noChangeAspect="1"/>
          </p:cNvGraphicFramePr>
          <p:nvPr/>
        </p:nvGraphicFramePr>
        <p:xfrm>
          <a:off x="1544638" y="1160463"/>
          <a:ext cx="6313487" cy="768350"/>
        </p:xfrm>
        <a:graphic>
          <a:graphicData uri="http://schemas.openxmlformats.org/presentationml/2006/ole">
            <mc:AlternateContent xmlns:mc="http://schemas.openxmlformats.org/markup-compatibility/2006">
              <mc:Choice xmlns:v="urn:schemas-microsoft-com:vml" Requires="v">
                <p:oleObj spid="_x0000_s10326" name="Equation" r:id="rId4" imgW="2565360" imgH="342720" progId="Equation.DSMT4">
                  <p:embed/>
                </p:oleObj>
              </mc:Choice>
              <mc:Fallback>
                <p:oleObj name="Equation" r:id="rId4" imgW="2565360" imgH="342720" progId="Equation.DSMT4">
                  <p:embed/>
                  <p:pic>
                    <p:nvPicPr>
                      <p:cNvPr id="0" name="Object 5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44638" y="1160463"/>
                        <a:ext cx="6313487" cy="76835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50" name="TextBox 5"/>
          <p:cNvSpPr txBox="1">
            <a:spLocks noChangeArrowheads="1"/>
          </p:cNvSpPr>
          <p:nvPr/>
        </p:nvSpPr>
        <p:spPr bwMode="auto">
          <a:xfrm>
            <a:off x="595313" y="1262063"/>
            <a:ext cx="5461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功</a:t>
            </a:r>
          </a:p>
        </p:txBody>
      </p:sp>
      <p:sp>
        <p:nvSpPr>
          <p:cNvPr id="10251" name="TextBox 6"/>
          <p:cNvSpPr txBox="1">
            <a:spLocks noChangeArrowheads="1"/>
          </p:cNvSpPr>
          <p:nvPr/>
        </p:nvSpPr>
        <p:spPr bwMode="auto">
          <a:xfrm>
            <a:off x="596900" y="2476500"/>
            <a:ext cx="16287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动能定理</a:t>
            </a:r>
          </a:p>
        </p:txBody>
      </p:sp>
      <p:graphicFrame>
        <p:nvGraphicFramePr>
          <p:cNvPr id="54355" name="Object 83"/>
          <p:cNvGraphicFramePr>
            <a:graphicFrameLocks noChangeAspect="1"/>
          </p:cNvGraphicFramePr>
          <p:nvPr/>
        </p:nvGraphicFramePr>
        <p:xfrm>
          <a:off x="3521075" y="2286000"/>
          <a:ext cx="1765300" cy="909638"/>
        </p:xfrm>
        <a:graphic>
          <a:graphicData uri="http://schemas.openxmlformats.org/presentationml/2006/ole">
            <mc:AlternateContent xmlns:mc="http://schemas.openxmlformats.org/markup-compatibility/2006">
              <mc:Choice xmlns:v="urn:schemas-microsoft-com:vml" Requires="v">
                <p:oleObj spid="_x0000_s10327" name="Equation" r:id="rId6" imgW="761760" imgH="393480" progId="Equation.DSMT4">
                  <p:embed/>
                </p:oleObj>
              </mc:Choice>
              <mc:Fallback>
                <p:oleObj name="Equation" r:id="rId6" imgW="761760" imgH="393480" progId="Equation.DSMT4">
                  <p:embed/>
                  <p:pic>
                    <p:nvPicPr>
                      <p:cNvPr id="0" name="Object 8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21075" y="2286000"/>
                        <a:ext cx="1765300" cy="9096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4357" name="Object 85"/>
          <p:cNvGraphicFramePr>
            <a:graphicFrameLocks noChangeAspect="1"/>
          </p:cNvGraphicFramePr>
          <p:nvPr/>
        </p:nvGraphicFramePr>
        <p:xfrm>
          <a:off x="6076950" y="2428875"/>
          <a:ext cx="2709863" cy="603250"/>
        </p:xfrm>
        <a:graphic>
          <a:graphicData uri="http://schemas.openxmlformats.org/presentationml/2006/ole">
            <mc:AlternateContent xmlns:mc="http://schemas.openxmlformats.org/markup-compatibility/2006">
              <mc:Choice xmlns:v="urn:schemas-microsoft-com:vml" Requires="v">
                <p:oleObj spid="_x0000_s10328" name="Equation" r:id="rId8" imgW="876240" imgH="228600" progId="Equation.DSMT4">
                  <p:embed/>
                </p:oleObj>
              </mc:Choice>
              <mc:Fallback>
                <p:oleObj name="Equation" r:id="rId8" imgW="876240" imgH="228600" progId="Equation.DSMT4">
                  <p:embed/>
                  <p:pic>
                    <p:nvPicPr>
                      <p:cNvPr id="0" name="Object 8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76950" y="2428875"/>
                        <a:ext cx="2709863" cy="603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6338" name="Object 18"/>
          <p:cNvGraphicFramePr>
            <a:graphicFrameLocks noChangeAspect="1"/>
          </p:cNvGraphicFramePr>
          <p:nvPr/>
        </p:nvGraphicFramePr>
        <p:xfrm>
          <a:off x="4171950" y="3124200"/>
          <a:ext cx="4400550" cy="627063"/>
        </p:xfrm>
        <a:graphic>
          <a:graphicData uri="http://schemas.openxmlformats.org/presentationml/2006/ole">
            <mc:AlternateContent xmlns:mc="http://schemas.openxmlformats.org/markup-compatibility/2006">
              <mc:Choice xmlns:v="urn:schemas-microsoft-com:vml" Requires="v">
                <p:oleObj spid="_x0000_s10329" name="Equation" r:id="rId10" imgW="1307880" imgH="228600" progId="Equation.DSMT4">
                  <p:embed/>
                </p:oleObj>
              </mc:Choice>
              <mc:Fallback>
                <p:oleObj name="Equation" r:id="rId10" imgW="1307880" imgH="228600" progId="Equation.DSMT4">
                  <p:embed/>
                  <p:pic>
                    <p:nvPicPr>
                      <p:cNvPr id="0" name="Object 1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171950" y="3124200"/>
                        <a:ext cx="4400550" cy="627063"/>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252" name="TextBox 11"/>
          <p:cNvSpPr txBox="1">
            <a:spLocks noChangeArrowheads="1"/>
          </p:cNvSpPr>
          <p:nvPr/>
        </p:nvSpPr>
        <p:spPr bwMode="auto">
          <a:xfrm>
            <a:off x="2643188" y="3171825"/>
            <a:ext cx="1266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质点系</a:t>
            </a:r>
          </a:p>
        </p:txBody>
      </p:sp>
      <p:sp>
        <p:nvSpPr>
          <p:cNvPr id="10253" name="TextBox 12"/>
          <p:cNvSpPr txBox="1">
            <a:spLocks noChangeArrowheads="1"/>
          </p:cNvSpPr>
          <p:nvPr/>
        </p:nvSpPr>
        <p:spPr bwMode="auto">
          <a:xfrm>
            <a:off x="2593975" y="2457450"/>
            <a:ext cx="9064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质点</a:t>
            </a:r>
          </a:p>
        </p:txBody>
      </p:sp>
      <p:sp>
        <p:nvSpPr>
          <p:cNvPr id="10254" name="TextBox 13"/>
          <p:cNvSpPr txBox="1">
            <a:spLocks noChangeArrowheads="1"/>
          </p:cNvSpPr>
          <p:nvPr/>
        </p:nvSpPr>
        <p:spPr bwMode="auto">
          <a:xfrm>
            <a:off x="587375" y="4143375"/>
            <a:ext cx="65754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保守力和势能            重力势能、弹性势能</a:t>
            </a:r>
          </a:p>
        </p:txBody>
      </p:sp>
      <p:sp>
        <p:nvSpPr>
          <p:cNvPr id="10255" name="TextBox 14"/>
          <p:cNvSpPr txBox="1">
            <a:spLocks noChangeArrowheads="1"/>
          </p:cNvSpPr>
          <p:nvPr/>
        </p:nvSpPr>
        <p:spPr bwMode="auto">
          <a:xfrm>
            <a:off x="596900" y="5232400"/>
            <a:ext cx="1989138"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机械能守恒</a:t>
            </a:r>
          </a:p>
        </p:txBody>
      </p:sp>
      <p:graphicFrame>
        <p:nvGraphicFramePr>
          <p:cNvPr id="110617" name="Object 25"/>
          <p:cNvGraphicFramePr>
            <a:graphicFrameLocks noChangeAspect="1"/>
          </p:cNvGraphicFramePr>
          <p:nvPr/>
        </p:nvGraphicFramePr>
        <p:xfrm>
          <a:off x="2857500" y="5254625"/>
          <a:ext cx="4071938" cy="569913"/>
        </p:xfrm>
        <a:graphic>
          <a:graphicData uri="http://schemas.openxmlformats.org/presentationml/2006/ole">
            <mc:AlternateContent xmlns:mc="http://schemas.openxmlformats.org/markup-compatibility/2006">
              <mc:Choice xmlns:v="urn:schemas-microsoft-com:vml" Requires="v">
                <p:oleObj spid="_x0000_s10330" name="Equation" r:id="rId12" imgW="1396800" imgH="228600" progId="Equation.DSMT4">
                  <p:embed/>
                </p:oleObj>
              </mc:Choice>
              <mc:Fallback>
                <p:oleObj name="Equation" r:id="rId12" imgW="1396800" imgH="228600" progId="Equation.DSMT4">
                  <p:embed/>
                  <p:pic>
                    <p:nvPicPr>
                      <p:cNvPr id="0" name="Object 2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857500" y="5254625"/>
                        <a:ext cx="4071938" cy="569913"/>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453" name="Object 13"/>
          <p:cNvGraphicFramePr>
            <a:graphicFrameLocks noChangeAspect="1"/>
          </p:cNvGraphicFramePr>
          <p:nvPr/>
        </p:nvGraphicFramePr>
        <p:xfrm>
          <a:off x="5900738" y="5897563"/>
          <a:ext cx="1385887" cy="577850"/>
        </p:xfrm>
        <a:graphic>
          <a:graphicData uri="http://schemas.openxmlformats.org/presentationml/2006/ole">
            <mc:AlternateContent xmlns:mc="http://schemas.openxmlformats.org/markup-compatibility/2006">
              <mc:Choice xmlns:v="urn:schemas-microsoft-com:vml" Requires="v">
                <p:oleObj spid="_x0000_s10331" name="Equation" r:id="rId14" imgW="545760" imgH="228600" progId="Equation.DSMT4">
                  <p:embed/>
                </p:oleObj>
              </mc:Choice>
              <mc:Fallback>
                <p:oleObj name="Equation" r:id="rId14" imgW="545760" imgH="228600" progId="Equation.DSMT4">
                  <p:embed/>
                  <p:pic>
                    <p:nvPicPr>
                      <p:cNvPr id="0" name="Object 13"/>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900738" y="5897563"/>
                        <a:ext cx="1385887" cy="57785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1537" name="Object 97"/>
          <p:cNvGraphicFramePr>
            <a:graphicFrameLocks noChangeAspect="1"/>
          </p:cNvGraphicFramePr>
          <p:nvPr/>
        </p:nvGraphicFramePr>
        <p:xfrm>
          <a:off x="2884488" y="5929313"/>
          <a:ext cx="2830512" cy="571500"/>
        </p:xfrm>
        <a:graphic>
          <a:graphicData uri="http://schemas.openxmlformats.org/presentationml/2006/ole">
            <mc:AlternateContent xmlns:mc="http://schemas.openxmlformats.org/markup-compatibility/2006">
              <mc:Choice xmlns:v="urn:schemas-microsoft-com:vml" Requires="v">
                <p:oleObj spid="_x0000_s10332" name="Equation" r:id="rId16" imgW="1193760" imgH="241200" progId="Equation.DSMT4">
                  <p:embed/>
                </p:oleObj>
              </mc:Choice>
              <mc:Fallback>
                <p:oleObj name="Equation" r:id="rId16" imgW="1193760" imgH="241200" progId="Equation.DSMT4">
                  <p:embed/>
                  <p:pic>
                    <p:nvPicPr>
                      <p:cNvPr id="0" name="Object 9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884488" y="5929313"/>
                        <a:ext cx="2830512"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91" name="Text Box 3"/>
          <p:cNvSpPr txBox="1">
            <a:spLocks noChangeArrowheads="1"/>
          </p:cNvSpPr>
          <p:nvPr/>
        </p:nvSpPr>
        <p:spPr bwMode="auto">
          <a:xfrm>
            <a:off x="512763" y="606425"/>
            <a:ext cx="8091487" cy="519113"/>
          </a:xfrm>
          <a:prstGeom prst="rect">
            <a:avLst/>
          </a:prstGeom>
          <a:noFill/>
          <a:ln w="9525">
            <a:noFill/>
            <a:miter lim="800000"/>
            <a:headEnd/>
            <a:tailEnd/>
          </a:ln>
        </p:spPr>
        <p:txBody>
          <a:bodyPr>
            <a:spAutoFit/>
          </a:bodyPr>
          <a:lstStyle/>
          <a:p>
            <a:pPr fontAlgn="auto">
              <a:spcBef>
                <a:spcPct val="50000"/>
              </a:spcBef>
              <a:spcAft>
                <a:spcPts val="0"/>
              </a:spcAft>
              <a:defRPr/>
            </a:pPr>
            <a:r>
              <a:rPr lang="zh-CN" altLang="en-US" sz="2800" b="1" dirty="0">
                <a:latin typeface="+mn-ea"/>
                <a:ea typeface="+mn-ea"/>
              </a:rPr>
              <a:t>动量守恒</a:t>
            </a:r>
            <a:r>
              <a:rPr lang="en-US" altLang="zh-CN" sz="2800" b="1" dirty="0">
                <a:latin typeface="+mn-ea"/>
                <a:ea typeface="+mn-ea"/>
              </a:rPr>
              <a:t>, </a:t>
            </a:r>
            <a:r>
              <a:rPr lang="zh-CN" altLang="en-US" sz="2800" b="1" dirty="0">
                <a:latin typeface="+mn-ea"/>
                <a:ea typeface="+mn-ea"/>
              </a:rPr>
              <a:t>角动量守恒和机械能守恒条件的对比</a:t>
            </a:r>
          </a:p>
        </p:txBody>
      </p:sp>
      <p:grpSp>
        <p:nvGrpSpPr>
          <p:cNvPr id="11278" name="Group 36"/>
          <p:cNvGrpSpPr>
            <a:grpSpLocks/>
          </p:cNvGrpSpPr>
          <p:nvPr/>
        </p:nvGrpSpPr>
        <p:grpSpPr bwMode="auto">
          <a:xfrm>
            <a:off x="176213" y="1412875"/>
            <a:ext cx="8597900" cy="4116388"/>
            <a:chOff x="140" y="911"/>
            <a:chExt cx="5416" cy="2593"/>
          </a:xfrm>
        </p:grpSpPr>
        <p:sp>
          <p:nvSpPr>
            <p:cNvPr id="11279" name="Line 5"/>
            <p:cNvSpPr>
              <a:spLocks noChangeShapeType="1"/>
            </p:cNvSpPr>
            <p:nvPr/>
          </p:nvSpPr>
          <p:spPr bwMode="auto">
            <a:xfrm>
              <a:off x="576" y="912"/>
              <a:ext cx="912" cy="816"/>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80" name="Line 6"/>
            <p:cNvSpPr>
              <a:spLocks noChangeShapeType="1"/>
            </p:cNvSpPr>
            <p:nvPr/>
          </p:nvSpPr>
          <p:spPr bwMode="auto">
            <a:xfrm>
              <a:off x="240" y="1296"/>
              <a:ext cx="1248" cy="48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81" name="Text Box 7"/>
            <p:cNvSpPr txBox="1">
              <a:spLocks noChangeArrowheads="1"/>
            </p:cNvSpPr>
            <p:nvPr/>
          </p:nvSpPr>
          <p:spPr bwMode="auto">
            <a:xfrm>
              <a:off x="768" y="912"/>
              <a:ext cx="86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latin typeface="Calibri" panose="020F0502020204030204" pitchFamily="34" charset="0"/>
                </a:rPr>
                <a:t>守恒量</a:t>
              </a:r>
            </a:p>
          </p:txBody>
        </p:sp>
        <p:sp>
          <p:nvSpPr>
            <p:cNvPr id="11282" name="Text Box 8"/>
            <p:cNvSpPr txBox="1">
              <a:spLocks noChangeArrowheads="1"/>
            </p:cNvSpPr>
            <p:nvPr/>
          </p:nvSpPr>
          <p:spPr bwMode="auto">
            <a:xfrm rot="1343387">
              <a:off x="140" y="1164"/>
              <a:ext cx="110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latin typeface="Calibri" panose="020F0502020204030204" pitchFamily="34" charset="0"/>
                </a:rPr>
                <a:t>守恒条件</a:t>
              </a:r>
            </a:p>
          </p:txBody>
        </p:sp>
        <p:sp>
          <p:nvSpPr>
            <p:cNvPr id="11283" name="Text Box 9"/>
            <p:cNvSpPr txBox="1">
              <a:spLocks noChangeArrowheads="1"/>
            </p:cNvSpPr>
            <p:nvPr/>
          </p:nvSpPr>
          <p:spPr bwMode="auto">
            <a:xfrm>
              <a:off x="240" y="1440"/>
              <a:ext cx="86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latin typeface="Calibri" panose="020F0502020204030204" pitchFamily="34" charset="0"/>
                </a:rPr>
                <a:t>系统</a:t>
              </a:r>
            </a:p>
          </p:txBody>
        </p:sp>
        <p:sp>
          <p:nvSpPr>
            <p:cNvPr id="11284" name="Text Box 10"/>
            <p:cNvSpPr txBox="1">
              <a:spLocks noChangeArrowheads="1"/>
            </p:cNvSpPr>
            <p:nvPr/>
          </p:nvSpPr>
          <p:spPr bwMode="auto">
            <a:xfrm>
              <a:off x="1536" y="1152"/>
              <a:ext cx="86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latin typeface="Calibri" panose="020F0502020204030204" pitchFamily="34" charset="0"/>
                </a:rPr>
                <a:t>动量</a:t>
              </a:r>
            </a:p>
          </p:txBody>
        </p:sp>
        <p:graphicFrame>
          <p:nvGraphicFramePr>
            <p:cNvPr id="11266" name="Object 11"/>
            <p:cNvGraphicFramePr>
              <a:graphicFrameLocks noChangeAspect="1"/>
            </p:cNvGraphicFramePr>
            <p:nvPr/>
          </p:nvGraphicFramePr>
          <p:xfrm>
            <a:off x="1992" y="1136"/>
            <a:ext cx="325" cy="400"/>
          </p:xfrm>
          <a:graphic>
            <a:graphicData uri="http://schemas.openxmlformats.org/presentationml/2006/ole">
              <mc:AlternateContent xmlns:mc="http://schemas.openxmlformats.org/markup-compatibility/2006">
                <mc:Choice xmlns:v="urn:schemas-microsoft-com:vml" Requires="v">
                  <p:oleObj spid="_x0000_s11408" name="Equation" r:id="rId4" imgW="164880" imgH="203040" progId="Equation.DSMT4">
                    <p:embed/>
                  </p:oleObj>
                </mc:Choice>
                <mc:Fallback>
                  <p:oleObj name="Equation" r:id="rId4" imgW="164880" imgH="203040" progId="Equation.DSMT4">
                    <p:embed/>
                    <p:pic>
                      <p:nvPicPr>
                        <p:cNvPr id="0" name="Object 1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92" y="1136"/>
                          <a:ext cx="325" cy="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85" name="Text Box 12"/>
            <p:cNvSpPr txBox="1">
              <a:spLocks noChangeArrowheads="1"/>
            </p:cNvSpPr>
            <p:nvPr/>
          </p:nvSpPr>
          <p:spPr bwMode="auto">
            <a:xfrm>
              <a:off x="2448" y="1152"/>
              <a:ext cx="96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latin typeface="Calibri" panose="020F0502020204030204" pitchFamily="34" charset="0"/>
                </a:rPr>
                <a:t>角动量</a:t>
              </a:r>
            </a:p>
          </p:txBody>
        </p:sp>
        <p:graphicFrame>
          <p:nvGraphicFramePr>
            <p:cNvPr id="11267" name="Object 13"/>
            <p:cNvGraphicFramePr>
              <a:graphicFrameLocks noChangeAspect="1"/>
            </p:cNvGraphicFramePr>
            <p:nvPr/>
          </p:nvGraphicFramePr>
          <p:xfrm>
            <a:off x="3156" y="1136"/>
            <a:ext cx="264" cy="352"/>
          </p:xfrm>
          <a:graphic>
            <a:graphicData uri="http://schemas.openxmlformats.org/presentationml/2006/ole">
              <mc:AlternateContent xmlns:mc="http://schemas.openxmlformats.org/markup-compatibility/2006">
                <mc:Choice xmlns:v="urn:schemas-microsoft-com:vml" Requires="v">
                  <p:oleObj spid="_x0000_s11409" name="Equation" r:id="rId6" imgW="152280" imgH="203040" progId="Equation.DSMT4">
                    <p:embed/>
                  </p:oleObj>
                </mc:Choice>
                <mc:Fallback>
                  <p:oleObj name="Equation" r:id="rId6" imgW="152280" imgH="203040" progId="Equation.DSMT4">
                    <p:embed/>
                    <p:pic>
                      <p:nvPicPr>
                        <p:cNvPr id="0" name="Object 1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56" y="1136"/>
                          <a:ext cx="264" cy="3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86" name="Text Box 14"/>
            <p:cNvSpPr txBox="1">
              <a:spLocks noChangeArrowheads="1"/>
            </p:cNvSpPr>
            <p:nvPr/>
          </p:nvSpPr>
          <p:spPr bwMode="auto">
            <a:xfrm>
              <a:off x="3648" y="1152"/>
              <a:ext cx="96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latin typeface="Calibri" panose="020F0502020204030204" pitchFamily="34" charset="0"/>
                </a:rPr>
                <a:t>机械能</a:t>
              </a:r>
            </a:p>
          </p:txBody>
        </p:sp>
        <p:graphicFrame>
          <p:nvGraphicFramePr>
            <p:cNvPr id="11268" name="Object 15"/>
            <p:cNvGraphicFramePr>
              <a:graphicFrameLocks noChangeAspect="1"/>
            </p:cNvGraphicFramePr>
            <p:nvPr/>
          </p:nvGraphicFramePr>
          <p:xfrm>
            <a:off x="4355" y="1138"/>
            <a:ext cx="1009" cy="446"/>
          </p:xfrm>
          <a:graphic>
            <a:graphicData uri="http://schemas.openxmlformats.org/presentationml/2006/ole">
              <mc:AlternateContent xmlns:mc="http://schemas.openxmlformats.org/markup-compatibility/2006">
                <mc:Choice xmlns:v="urn:schemas-microsoft-com:vml" Requires="v">
                  <p:oleObj spid="_x0000_s11410" name="Equation" r:id="rId8" imgW="545760" imgH="241200" progId="Equation.DSMT4">
                    <p:embed/>
                  </p:oleObj>
                </mc:Choice>
                <mc:Fallback>
                  <p:oleObj name="Equation" r:id="rId8" imgW="545760" imgH="241200" progId="Equation.DSMT4">
                    <p:embed/>
                    <p:pic>
                      <p:nvPicPr>
                        <p:cNvPr id="0" name="Object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355" y="1138"/>
                          <a:ext cx="1009" cy="4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87" name="Text Box 16"/>
            <p:cNvSpPr txBox="1">
              <a:spLocks noChangeArrowheads="1"/>
            </p:cNvSpPr>
            <p:nvPr/>
          </p:nvSpPr>
          <p:spPr bwMode="auto">
            <a:xfrm>
              <a:off x="528" y="1977"/>
              <a:ext cx="768"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latin typeface="Calibri" panose="020F0502020204030204" pitchFamily="34" charset="0"/>
                </a:rPr>
                <a:t>质点</a:t>
              </a:r>
            </a:p>
          </p:txBody>
        </p:sp>
        <p:sp>
          <p:nvSpPr>
            <p:cNvPr id="11288" name="Text Box 17"/>
            <p:cNvSpPr txBox="1">
              <a:spLocks noChangeArrowheads="1"/>
            </p:cNvSpPr>
            <p:nvPr/>
          </p:nvSpPr>
          <p:spPr bwMode="auto">
            <a:xfrm>
              <a:off x="432" y="2841"/>
              <a:ext cx="96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latin typeface="Calibri" panose="020F0502020204030204" pitchFamily="34" charset="0"/>
                </a:rPr>
                <a:t>质点系</a:t>
              </a:r>
            </a:p>
          </p:txBody>
        </p:sp>
        <p:graphicFrame>
          <p:nvGraphicFramePr>
            <p:cNvPr id="11269" name="Object 18"/>
            <p:cNvGraphicFramePr>
              <a:graphicFrameLocks noChangeAspect="1"/>
            </p:cNvGraphicFramePr>
            <p:nvPr/>
          </p:nvGraphicFramePr>
          <p:xfrm>
            <a:off x="1525" y="1920"/>
            <a:ext cx="838" cy="470"/>
          </p:xfrm>
          <a:graphic>
            <a:graphicData uri="http://schemas.openxmlformats.org/presentationml/2006/ole">
              <mc:AlternateContent xmlns:mc="http://schemas.openxmlformats.org/markup-compatibility/2006">
                <mc:Choice xmlns:v="urn:schemas-microsoft-com:vml" Requires="v">
                  <p:oleObj spid="_x0000_s11411" name="Equation" r:id="rId10" imgW="482400" imgH="253800" progId="Equation.DSMT4">
                    <p:embed/>
                  </p:oleObj>
                </mc:Choice>
                <mc:Fallback>
                  <p:oleObj name="Equation" r:id="rId10" imgW="482400" imgH="253800" progId="Equation.DSMT4">
                    <p:embed/>
                    <p:pic>
                      <p:nvPicPr>
                        <p:cNvPr id="0" name="Object 1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25" y="1920"/>
                          <a:ext cx="838" cy="4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70" name="Object 19"/>
            <p:cNvGraphicFramePr>
              <a:graphicFrameLocks noChangeAspect="1"/>
            </p:cNvGraphicFramePr>
            <p:nvPr/>
          </p:nvGraphicFramePr>
          <p:xfrm>
            <a:off x="1481" y="2801"/>
            <a:ext cx="831" cy="511"/>
          </p:xfrm>
          <a:graphic>
            <a:graphicData uri="http://schemas.openxmlformats.org/presentationml/2006/ole">
              <mc:AlternateContent xmlns:mc="http://schemas.openxmlformats.org/markup-compatibility/2006">
                <mc:Choice xmlns:v="urn:schemas-microsoft-com:vml" Requires="v">
                  <p:oleObj spid="_x0000_s11412" name="Equation" r:id="rId12" imgW="685800" imgH="355320" progId="Equation.DSMT4">
                    <p:embed/>
                  </p:oleObj>
                </mc:Choice>
                <mc:Fallback>
                  <p:oleObj name="Equation" r:id="rId12" imgW="685800" imgH="355320" progId="Equation.DSMT4">
                    <p:embed/>
                    <p:pic>
                      <p:nvPicPr>
                        <p:cNvPr id="0" name="Object 1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481" y="2801"/>
                          <a:ext cx="831" cy="5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71" name="Object 20"/>
            <p:cNvGraphicFramePr>
              <a:graphicFrameLocks noChangeAspect="1"/>
            </p:cNvGraphicFramePr>
            <p:nvPr/>
          </p:nvGraphicFramePr>
          <p:xfrm>
            <a:off x="2525" y="1951"/>
            <a:ext cx="979" cy="449"/>
          </p:xfrm>
          <a:graphic>
            <a:graphicData uri="http://schemas.openxmlformats.org/presentationml/2006/ole">
              <mc:AlternateContent xmlns:mc="http://schemas.openxmlformats.org/markup-compatibility/2006">
                <mc:Choice xmlns:v="urn:schemas-microsoft-com:vml" Requires="v">
                  <p:oleObj spid="_x0000_s11413" name="Equation" r:id="rId14" imgW="672840" imgH="253800" progId="Equation.DSMT4">
                    <p:embed/>
                  </p:oleObj>
                </mc:Choice>
                <mc:Fallback>
                  <p:oleObj name="Equation" r:id="rId14" imgW="672840" imgH="253800" progId="Equation.DSMT4">
                    <p:embed/>
                    <p:pic>
                      <p:nvPicPr>
                        <p:cNvPr id="0" name="Object 20"/>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525" y="1951"/>
                          <a:ext cx="979" cy="4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72" name="Object 21"/>
            <p:cNvGraphicFramePr>
              <a:graphicFrameLocks noChangeAspect="1"/>
            </p:cNvGraphicFramePr>
            <p:nvPr/>
          </p:nvGraphicFramePr>
          <p:xfrm>
            <a:off x="2428" y="2784"/>
            <a:ext cx="1124" cy="560"/>
          </p:xfrm>
          <a:graphic>
            <a:graphicData uri="http://schemas.openxmlformats.org/presentationml/2006/ole">
              <mc:AlternateContent xmlns:mc="http://schemas.openxmlformats.org/markup-compatibility/2006">
                <mc:Choice xmlns:v="urn:schemas-microsoft-com:vml" Requires="v">
                  <p:oleObj spid="_x0000_s11414" name="Equation" r:id="rId16" imgW="901440" imgH="355320" progId="Equation.DSMT4">
                    <p:embed/>
                  </p:oleObj>
                </mc:Choice>
                <mc:Fallback>
                  <p:oleObj name="Equation" r:id="rId16" imgW="901440" imgH="355320" progId="Equation.DSMT4">
                    <p:embed/>
                    <p:pic>
                      <p:nvPicPr>
                        <p:cNvPr id="0" name="Object 2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428" y="2784"/>
                          <a:ext cx="1124" cy="5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73" name="Object 22"/>
            <p:cNvGraphicFramePr>
              <a:graphicFrameLocks noChangeAspect="1"/>
            </p:cNvGraphicFramePr>
            <p:nvPr/>
          </p:nvGraphicFramePr>
          <p:xfrm>
            <a:off x="3625" y="1816"/>
            <a:ext cx="1774" cy="462"/>
          </p:xfrm>
          <a:graphic>
            <a:graphicData uri="http://schemas.openxmlformats.org/presentationml/2006/ole">
              <mc:AlternateContent xmlns:mc="http://schemas.openxmlformats.org/markup-compatibility/2006">
                <mc:Choice xmlns:v="urn:schemas-microsoft-com:vml" Requires="v">
                  <p:oleObj spid="_x0000_s11415" name="Equation" r:id="rId18" imgW="1282680" imgH="342720" progId="Equation.DSMT4">
                    <p:embed/>
                  </p:oleObj>
                </mc:Choice>
                <mc:Fallback>
                  <p:oleObj name="Equation" r:id="rId18" imgW="1282680" imgH="342720" progId="Equation.DSMT4">
                    <p:embed/>
                    <p:pic>
                      <p:nvPicPr>
                        <p:cNvPr id="0" name="Object 22"/>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625" y="1816"/>
                          <a:ext cx="1774" cy="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1289" name="Line 23"/>
            <p:cNvSpPr>
              <a:spLocks noChangeShapeType="1"/>
            </p:cNvSpPr>
            <p:nvPr/>
          </p:nvSpPr>
          <p:spPr bwMode="auto">
            <a:xfrm>
              <a:off x="249" y="911"/>
              <a:ext cx="530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0" name="Line 24"/>
            <p:cNvSpPr>
              <a:spLocks noChangeShapeType="1"/>
            </p:cNvSpPr>
            <p:nvPr/>
          </p:nvSpPr>
          <p:spPr bwMode="auto">
            <a:xfrm flipV="1">
              <a:off x="244" y="3499"/>
              <a:ext cx="530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1" name="Line 25"/>
            <p:cNvSpPr>
              <a:spLocks noChangeShapeType="1"/>
            </p:cNvSpPr>
            <p:nvPr/>
          </p:nvSpPr>
          <p:spPr bwMode="auto">
            <a:xfrm flipV="1">
              <a:off x="233" y="2592"/>
              <a:ext cx="530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2" name="Line 26"/>
            <p:cNvSpPr>
              <a:spLocks noChangeShapeType="1"/>
            </p:cNvSpPr>
            <p:nvPr/>
          </p:nvSpPr>
          <p:spPr bwMode="auto">
            <a:xfrm flipV="1">
              <a:off x="249" y="1784"/>
              <a:ext cx="5307" cy="0"/>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3" name="Line 27"/>
            <p:cNvSpPr>
              <a:spLocks noChangeShapeType="1"/>
            </p:cNvSpPr>
            <p:nvPr/>
          </p:nvSpPr>
          <p:spPr bwMode="auto">
            <a:xfrm>
              <a:off x="240" y="912"/>
              <a:ext cx="0" cy="259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4" name="Line 28"/>
            <p:cNvSpPr>
              <a:spLocks noChangeShapeType="1"/>
            </p:cNvSpPr>
            <p:nvPr/>
          </p:nvSpPr>
          <p:spPr bwMode="auto">
            <a:xfrm>
              <a:off x="5556" y="912"/>
              <a:ext cx="0" cy="259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5" name="Line 29"/>
            <p:cNvSpPr>
              <a:spLocks noChangeShapeType="1"/>
            </p:cNvSpPr>
            <p:nvPr/>
          </p:nvSpPr>
          <p:spPr bwMode="auto">
            <a:xfrm>
              <a:off x="3600" y="912"/>
              <a:ext cx="0" cy="259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6" name="Line 30"/>
            <p:cNvSpPr>
              <a:spLocks noChangeShapeType="1"/>
            </p:cNvSpPr>
            <p:nvPr/>
          </p:nvSpPr>
          <p:spPr bwMode="auto">
            <a:xfrm>
              <a:off x="2400" y="912"/>
              <a:ext cx="0" cy="259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1297" name="Line 31"/>
            <p:cNvSpPr>
              <a:spLocks noChangeShapeType="1"/>
            </p:cNvSpPr>
            <p:nvPr/>
          </p:nvSpPr>
          <p:spPr bwMode="auto">
            <a:xfrm>
              <a:off x="1488" y="912"/>
              <a:ext cx="0" cy="2592"/>
            </a:xfrm>
            <a:prstGeom prst="line">
              <a:avLst/>
            </a:prstGeom>
            <a:noFill/>
            <a:ln w="19050">
              <a:solidFill>
                <a:schemeClr val="tx1"/>
              </a:solidFill>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1274" name="Object 32"/>
            <p:cNvGraphicFramePr>
              <a:graphicFrameLocks noChangeAspect="1"/>
            </p:cNvGraphicFramePr>
            <p:nvPr/>
          </p:nvGraphicFramePr>
          <p:xfrm>
            <a:off x="3970" y="2256"/>
            <a:ext cx="896" cy="329"/>
          </p:xfrm>
          <a:graphic>
            <a:graphicData uri="http://schemas.openxmlformats.org/presentationml/2006/ole">
              <mc:AlternateContent xmlns:mc="http://schemas.openxmlformats.org/markup-compatibility/2006">
                <mc:Choice xmlns:v="urn:schemas-microsoft-com:vml" Requires="v">
                  <p:oleObj spid="_x0000_s11416" name="Equation" r:id="rId20" imgW="622080" imgH="228600" progId="Equation.DSMT4">
                    <p:embed/>
                  </p:oleObj>
                </mc:Choice>
                <mc:Fallback>
                  <p:oleObj name="Equation" r:id="rId20" imgW="622080" imgH="228600" progId="Equation.DSMT4">
                    <p:embed/>
                    <p:pic>
                      <p:nvPicPr>
                        <p:cNvPr id="0" name="Object 32"/>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3970" y="2256"/>
                          <a:ext cx="896" cy="3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75" name="Object 33"/>
            <p:cNvGraphicFramePr>
              <a:graphicFrameLocks noChangeAspect="1"/>
            </p:cNvGraphicFramePr>
            <p:nvPr/>
          </p:nvGraphicFramePr>
          <p:xfrm>
            <a:off x="3579" y="2617"/>
            <a:ext cx="1951" cy="531"/>
          </p:xfrm>
          <a:graphic>
            <a:graphicData uri="http://schemas.openxmlformats.org/presentationml/2006/ole">
              <mc:AlternateContent xmlns:mc="http://schemas.openxmlformats.org/markup-compatibility/2006">
                <mc:Choice xmlns:v="urn:schemas-microsoft-com:vml" Requires="v">
                  <p:oleObj spid="_x0000_s11417" name="Equation" r:id="rId22" imgW="1600200" imgH="393480" progId="Equation.DSMT4">
                    <p:embed/>
                  </p:oleObj>
                </mc:Choice>
                <mc:Fallback>
                  <p:oleObj name="Equation" r:id="rId22" imgW="1600200" imgH="393480" progId="Equation.DSMT4">
                    <p:embed/>
                    <p:pic>
                      <p:nvPicPr>
                        <p:cNvPr id="0" name="Object 33"/>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3579" y="2617"/>
                          <a:ext cx="1951" cy="53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276" name="Object 34"/>
            <p:cNvGraphicFramePr>
              <a:graphicFrameLocks noChangeAspect="1"/>
            </p:cNvGraphicFramePr>
            <p:nvPr/>
          </p:nvGraphicFramePr>
          <p:xfrm>
            <a:off x="3630" y="3081"/>
            <a:ext cx="957" cy="332"/>
          </p:xfrm>
          <a:graphic>
            <a:graphicData uri="http://schemas.openxmlformats.org/presentationml/2006/ole">
              <mc:AlternateContent xmlns:mc="http://schemas.openxmlformats.org/markup-compatibility/2006">
                <mc:Choice xmlns:v="urn:schemas-microsoft-com:vml" Requires="v">
                  <p:oleObj spid="_x0000_s11418" name="Equation" r:id="rId24" imgW="660240" imgH="228600" progId="Equation.DSMT4">
                    <p:embed/>
                  </p:oleObj>
                </mc:Choice>
                <mc:Fallback>
                  <p:oleObj name="Equation" r:id="rId24" imgW="660240" imgH="228600" progId="Equation.DSMT4">
                    <p:embed/>
                    <p:pic>
                      <p:nvPicPr>
                        <p:cNvPr id="0" name="Object 34"/>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630" y="3081"/>
                          <a:ext cx="957" cy="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ext Box 5"/>
          <p:cNvSpPr txBox="1">
            <a:spLocks noChangeArrowheads="1"/>
          </p:cNvSpPr>
          <p:nvPr/>
        </p:nvSpPr>
        <p:spPr bwMode="auto">
          <a:xfrm>
            <a:off x="457200" y="1409700"/>
            <a:ext cx="2819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solidFill>
                  <a:srgbClr val="FF3300"/>
                </a:solidFill>
                <a:latin typeface="华文新魏" panose="02010800040101010101" pitchFamily="2" charset="-122"/>
                <a:ea typeface="华文新魏" panose="02010800040101010101" pitchFamily="2" charset="-122"/>
              </a:rPr>
              <a:t>思路与步骤</a:t>
            </a:r>
            <a:r>
              <a:rPr lang="en-US" altLang="zh-CN" sz="2800" b="1">
                <a:solidFill>
                  <a:srgbClr val="FF3300"/>
                </a:solidFill>
                <a:latin typeface="华文新魏" panose="02010800040101010101" pitchFamily="2" charset="-122"/>
                <a:ea typeface="华文新魏" panose="02010800040101010101" pitchFamily="2" charset="-122"/>
              </a:rPr>
              <a:t>:</a:t>
            </a:r>
          </a:p>
        </p:txBody>
      </p:sp>
      <p:sp>
        <p:nvSpPr>
          <p:cNvPr id="54275" name="Text Box 6"/>
          <p:cNvSpPr txBox="1">
            <a:spLocks noChangeArrowheads="1"/>
          </p:cNvSpPr>
          <p:nvPr/>
        </p:nvSpPr>
        <p:spPr bwMode="auto">
          <a:xfrm>
            <a:off x="2500313" y="2771775"/>
            <a:ext cx="4343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Blip>
                <a:blip r:embed="rId2"/>
              </a:buBlip>
            </a:pPr>
            <a:r>
              <a:rPr lang="zh-CN" altLang="en-US" sz="2800" b="1">
                <a:solidFill>
                  <a:schemeClr val="accent2"/>
                </a:solidFill>
                <a:latin typeface="Calibri" panose="020F0502020204030204" pitchFamily="34" charset="0"/>
              </a:rPr>
              <a:t>是否有守恒量</a:t>
            </a:r>
          </a:p>
        </p:txBody>
      </p:sp>
      <p:sp>
        <p:nvSpPr>
          <p:cNvPr id="54276" name="Text Box 7"/>
          <p:cNvSpPr txBox="1">
            <a:spLocks noChangeArrowheads="1"/>
          </p:cNvSpPr>
          <p:nvPr/>
        </p:nvSpPr>
        <p:spPr bwMode="auto">
          <a:xfrm>
            <a:off x="2500313" y="3305175"/>
            <a:ext cx="4038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Blip>
                <a:blip r:embed="rId2"/>
              </a:buBlip>
            </a:pPr>
            <a:r>
              <a:rPr lang="zh-CN" altLang="en-US" sz="2800" b="1">
                <a:solidFill>
                  <a:schemeClr val="accent2"/>
                </a:solidFill>
                <a:latin typeface="Calibri" panose="020F0502020204030204" pitchFamily="34" charset="0"/>
              </a:rPr>
              <a:t>各种定理的积分形式</a:t>
            </a:r>
          </a:p>
        </p:txBody>
      </p:sp>
      <p:sp>
        <p:nvSpPr>
          <p:cNvPr id="54277" name="Text Box 8"/>
          <p:cNvSpPr txBox="1">
            <a:spLocks noChangeArrowheads="1"/>
          </p:cNvSpPr>
          <p:nvPr/>
        </p:nvSpPr>
        <p:spPr bwMode="auto">
          <a:xfrm>
            <a:off x="2500313" y="3852863"/>
            <a:ext cx="4191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Blip>
                <a:blip r:embed="rId2"/>
              </a:buBlip>
            </a:pPr>
            <a:r>
              <a:rPr lang="zh-CN" altLang="en-US" sz="2800" b="1">
                <a:solidFill>
                  <a:schemeClr val="accent2"/>
                </a:solidFill>
                <a:latin typeface="Calibri" panose="020F0502020204030204" pitchFamily="34" charset="0"/>
              </a:rPr>
              <a:t>各种定理的微分形式</a:t>
            </a:r>
          </a:p>
        </p:txBody>
      </p:sp>
      <p:sp>
        <p:nvSpPr>
          <p:cNvPr id="54278" name="Text Box 9"/>
          <p:cNvSpPr txBox="1">
            <a:spLocks noChangeArrowheads="1"/>
          </p:cNvSpPr>
          <p:nvPr/>
        </p:nvSpPr>
        <p:spPr bwMode="auto">
          <a:xfrm>
            <a:off x="2500313" y="2214563"/>
            <a:ext cx="50482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Wingdings" panose="05000000000000000000" pitchFamily="2" charset="2"/>
              <a:buBlip>
                <a:blip r:embed="rId2"/>
              </a:buBlip>
            </a:pPr>
            <a:r>
              <a:rPr lang="zh-CN" altLang="en-US" sz="2800" b="1">
                <a:solidFill>
                  <a:schemeClr val="accent2"/>
                </a:solidFill>
                <a:latin typeface="Calibri" panose="020F0502020204030204" pitchFamily="34" charset="0"/>
              </a:rPr>
              <a:t>选取合适的系统和坐标系</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78"/>
          <p:cNvSpPr>
            <a:spLocks noChangeArrowheads="1"/>
          </p:cNvSpPr>
          <p:nvPr/>
        </p:nvSpPr>
        <p:spPr bwMode="auto">
          <a:xfrm>
            <a:off x="250825" y="142875"/>
            <a:ext cx="8642350" cy="1579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15000"/>
              </a:lnSpc>
            </a:pPr>
            <a:r>
              <a:rPr kumimoji="1" lang="zh-CN" altLang="en-US" sz="2800" b="1"/>
              <a:t>        一水平圆盘可绕通过其中心的固定竖直轴转动，盘上站着一个人，把人和圆盘取作系统，当此人在盘上随意走动时，若忽略轴的摩擦，此系统守恒量？ </a:t>
            </a:r>
          </a:p>
        </p:txBody>
      </p:sp>
      <p:sp>
        <p:nvSpPr>
          <p:cNvPr id="3" name="Text Box 291"/>
          <p:cNvSpPr txBox="1">
            <a:spLocks noChangeArrowheads="1"/>
          </p:cNvSpPr>
          <p:nvPr/>
        </p:nvSpPr>
        <p:spPr bwMode="auto">
          <a:xfrm>
            <a:off x="3714750" y="4786313"/>
            <a:ext cx="26050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solidFill>
                  <a:srgbClr val="0000FF"/>
                </a:solidFill>
              </a:rPr>
              <a:t>M=0, L=</a:t>
            </a:r>
            <a:r>
              <a:rPr lang="zh-CN" altLang="en-US" sz="2800" b="1">
                <a:solidFill>
                  <a:srgbClr val="0000FF"/>
                </a:solidFill>
              </a:rPr>
              <a:t>恒矢量</a:t>
            </a:r>
            <a:endParaRPr lang="en-US" altLang="zh-CN" sz="2800" b="1">
              <a:solidFill>
                <a:srgbClr val="0000FF"/>
              </a:solidFill>
            </a:endParaRPr>
          </a:p>
        </p:txBody>
      </p:sp>
      <p:sp>
        <p:nvSpPr>
          <p:cNvPr id="4" name="TextBox 3"/>
          <p:cNvSpPr txBox="1">
            <a:spLocks noChangeArrowheads="1"/>
          </p:cNvSpPr>
          <p:nvPr/>
        </p:nvSpPr>
        <p:spPr bwMode="auto">
          <a:xfrm>
            <a:off x="571500" y="2405063"/>
            <a:ext cx="26431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t>机械能守恒？</a:t>
            </a:r>
          </a:p>
        </p:txBody>
      </p:sp>
      <p:grpSp>
        <p:nvGrpSpPr>
          <p:cNvPr id="2" name="组合 10"/>
          <p:cNvGrpSpPr>
            <a:grpSpLocks/>
          </p:cNvGrpSpPr>
          <p:nvPr/>
        </p:nvGrpSpPr>
        <p:grpSpPr bwMode="auto">
          <a:xfrm>
            <a:off x="2643188" y="2476500"/>
            <a:ext cx="590550" cy="428625"/>
            <a:chOff x="3000364" y="2857496"/>
            <a:chExt cx="589792" cy="428628"/>
          </a:xfrm>
        </p:grpSpPr>
        <p:cxnSp>
          <p:nvCxnSpPr>
            <p:cNvPr id="6" name="直接连接符 5"/>
            <p:cNvCxnSpPr/>
            <p:nvPr/>
          </p:nvCxnSpPr>
          <p:spPr>
            <a:xfrm>
              <a:off x="3019390" y="2901946"/>
              <a:ext cx="570766" cy="357191"/>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8" name="直接连接符 7"/>
            <p:cNvCxnSpPr/>
            <p:nvPr/>
          </p:nvCxnSpPr>
          <p:spPr>
            <a:xfrm rot="10800000" flipV="1">
              <a:off x="3000364" y="2857496"/>
              <a:ext cx="570766" cy="42862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2" name="矩形 11"/>
          <p:cNvSpPr>
            <a:spLocks noChangeArrowheads="1"/>
          </p:cNvSpPr>
          <p:nvPr/>
        </p:nvSpPr>
        <p:spPr bwMode="auto">
          <a:xfrm>
            <a:off x="3429000" y="2405063"/>
            <a:ext cx="50006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rgbClr val="0000FF"/>
                </a:solidFill>
              </a:rPr>
              <a:t>人</a:t>
            </a:r>
            <a:r>
              <a:rPr lang="en-US" altLang="zh-CN" sz="2800" b="1">
                <a:solidFill>
                  <a:srgbClr val="0000FF"/>
                </a:solidFill>
              </a:rPr>
              <a:t>-</a:t>
            </a:r>
            <a:r>
              <a:rPr lang="zh-CN" altLang="en-US" sz="2800" b="1">
                <a:solidFill>
                  <a:srgbClr val="0000FF"/>
                </a:solidFill>
              </a:rPr>
              <a:t>盘系统存在非保守内力作用</a:t>
            </a:r>
            <a:endParaRPr lang="zh-CN" altLang="en-US" sz="2800">
              <a:solidFill>
                <a:srgbClr val="0000FF"/>
              </a:solidFill>
            </a:endParaRPr>
          </a:p>
        </p:txBody>
      </p:sp>
      <p:sp>
        <p:nvSpPr>
          <p:cNvPr id="13" name="矩形 12"/>
          <p:cNvSpPr>
            <a:spLocks noChangeArrowheads="1"/>
          </p:cNvSpPr>
          <p:nvPr/>
        </p:nvSpPr>
        <p:spPr bwMode="auto">
          <a:xfrm>
            <a:off x="714375" y="4643438"/>
            <a:ext cx="1928813"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kumimoji="1" lang="zh-CN" altLang="en-US" sz="2800" b="1"/>
              <a:t>对转轴的角动量守恒？</a:t>
            </a:r>
            <a:endParaRPr lang="zh-CN" altLang="en-US" sz="2800"/>
          </a:p>
        </p:txBody>
      </p:sp>
      <p:sp>
        <p:nvSpPr>
          <p:cNvPr id="14" name="TextBox 13"/>
          <p:cNvSpPr txBox="1">
            <a:spLocks noChangeArrowheads="1"/>
          </p:cNvSpPr>
          <p:nvPr/>
        </p:nvSpPr>
        <p:spPr bwMode="auto">
          <a:xfrm>
            <a:off x="642938" y="3500438"/>
            <a:ext cx="1714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t>动量守恒？</a:t>
            </a:r>
          </a:p>
        </p:txBody>
      </p:sp>
      <p:sp>
        <p:nvSpPr>
          <p:cNvPr id="15" name="矩形 14"/>
          <p:cNvSpPr>
            <a:spLocks noChangeArrowheads="1"/>
          </p:cNvSpPr>
          <p:nvPr/>
        </p:nvSpPr>
        <p:spPr bwMode="auto">
          <a:xfrm>
            <a:off x="3357563" y="3405188"/>
            <a:ext cx="52863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rgbClr val="0000FF"/>
                </a:solidFill>
              </a:rPr>
              <a:t>转轴处受外力作用，故</a:t>
            </a:r>
            <a:r>
              <a:rPr lang="en-US" altLang="zh-CN" sz="2800" b="1">
                <a:solidFill>
                  <a:srgbClr val="0000FF"/>
                </a:solidFill>
              </a:rPr>
              <a:t>F</a:t>
            </a:r>
            <a:r>
              <a:rPr lang="zh-CN" altLang="en-US" sz="2800" b="1" baseline="-25000">
                <a:solidFill>
                  <a:srgbClr val="0000FF"/>
                </a:solidFill>
              </a:rPr>
              <a:t>合</a:t>
            </a:r>
            <a:r>
              <a:rPr lang="zh-CN" altLang="en-US" sz="2800" b="1">
                <a:solidFill>
                  <a:srgbClr val="0000FF"/>
                </a:solidFill>
              </a:rPr>
              <a:t>不为零</a:t>
            </a:r>
            <a:endParaRPr lang="zh-CN" altLang="en-US" sz="2800"/>
          </a:p>
        </p:txBody>
      </p:sp>
      <p:grpSp>
        <p:nvGrpSpPr>
          <p:cNvPr id="5" name="组合 15"/>
          <p:cNvGrpSpPr>
            <a:grpSpLocks/>
          </p:cNvGrpSpPr>
          <p:nvPr/>
        </p:nvGrpSpPr>
        <p:grpSpPr bwMode="auto">
          <a:xfrm>
            <a:off x="2643188" y="3500438"/>
            <a:ext cx="590550" cy="428625"/>
            <a:chOff x="3000364" y="2857496"/>
            <a:chExt cx="589792" cy="428628"/>
          </a:xfrm>
        </p:grpSpPr>
        <p:cxnSp>
          <p:nvCxnSpPr>
            <p:cNvPr id="17" name="直接连接符 16"/>
            <p:cNvCxnSpPr/>
            <p:nvPr/>
          </p:nvCxnSpPr>
          <p:spPr>
            <a:xfrm>
              <a:off x="3019390" y="2901946"/>
              <a:ext cx="570766" cy="357189"/>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8" name="直接连接符 17"/>
            <p:cNvCxnSpPr/>
            <p:nvPr/>
          </p:nvCxnSpPr>
          <p:spPr>
            <a:xfrm rot="10800000" flipV="1">
              <a:off x="3000364" y="2857496"/>
              <a:ext cx="570766" cy="428628"/>
            </a:xfrm>
            <a:prstGeom prst="line">
              <a:avLst/>
            </a:prstGeom>
            <a:ln w="381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9" name="TextBox 18"/>
          <p:cNvSpPr txBox="1">
            <a:spLocks noChangeArrowheads="1"/>
          </p:cNvSpPr>
          <p:nvPr/>
        </p:nvSpPr>
        <p:spPr bwMode="auto">
          <a:xfrm>
            <a:off x="2714625" y="4786313"/>
            <a:ext cx="71437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3600">
                <a:solidFill>
                  <a:srgbClr val="00B050"/>
                </a:solidFill>
                <a:sym typeface="Wingdings" panose="05000000000000000000" pitchFamily="2" charset="2"/>
              </a:rPr>
              <a:t></a:t>
            </a:r>
            <a:endParaRPr lang="zh-CN" altLang="en-US" sz="3600">
              <a:solidFill>
                <a:srgbClr val="00B050"/>
              </a:solidFill>
            </a:endParaRPr>
          </a:p>
        </p:txBody>
      </p:sp>
      <p:sp>
        <p:nvSpPr>
          <p:cNvPr id="55308" name="Text Box 9"/>
          <p:cNvSpPr txBox="1">
            <a:spLocks noChangeArrowheads="1"/>
          </p:cNvSpPr>
          <p:nvPr/>
        </p:nvSpPr>
        <p:spPr bwMode="auto">
          <a:xfrm>
            <a:off x="-71438" y="190500"/>
            <a:ext cx="1885951"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rgbClr val="0000FF"/>
                </a:solidFill>
                <a:sym typeface="Symbol" panose="05050102010706020507" pitchFamily="18" charset="2"/>
              </a:rPr>
              <a:t>【</a:t>
            </a:r>
            <a:r>
              <a:rPr lang="zh-CN" altLang="en-US" sz="2800">
                <a:solidFill>
                  <a:srgbClr val="0000FF"/>
                </a:solidFill>
              </a:rPr>
              <a:t>例</a:t>
            </a:r>
            <a:r>
              <a:rPr lang="en-US" altLang="zh-CN" sz="2800">
                <a:solidFill>
                  <a:srgbClr val="0000FF"/>
                </a:solidFill>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par>
                                <p:cTn id="8" presetID="3" presetClass="entr" presetSubtype="10" fill="hold"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blinds(horizontal)">
                                      <p:cBhvr>
                                        <p:cTn id="10" dur="500"/>
                                        <p:tgtEl>
                                          <p:spTgt spid="2"/>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blinds(horizontal)">
                                      <p:cBhvr>
                                        <p:cTn id="13" dur="500"/>
                                        <p:tgtEl>
                                          <p:spTgt spid="1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blinds(horizontal)">
                                      <p:cBhvr>
                                        <p:cTn id="18" dur="500"/>
                                        <p:tgtEl>
                                          <p:spTgt spid="14"/>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blinds(horizontal)">
                                      <p:cBhvr>
                                        <p:cTn id="21" dur="500"/>
                                        <p:tgtEl>
                                          <p:spTgt spid="15"/>
                                        </p:tgtEl>
                                      </p:cBhvr>
                                    </p:animEffect>
                                  </p:childTnLst>
                                </p:cTn>
                              </p:par>
                              <p:par>
                                <p:cTn id="22" presetID="3" presetClass="entr" presetSubtype="10" fill="hold" nodeType="withEffect">
                                  <p:stCondLst>
                                    <p:cond delay="0"/>
                                  </p:stCondLst>
                                  <p:childTnLst>
                                    <p:set>
                                      <p:cBhvr>
                                        <p:cTn id="23" dur="1" fill="hold">
                                          <p:stCondLst>
                                            <p:cond delay="0"/>
                                          </p:stCondLst>
                                        </p:cTn>
                                        <p:tgtEl>
                                          <p:spTgt spid="5"/>
                                        </p:tgtEl>
                                        <p:attrNameLst>
                                          <p:attrName>style.visibility</p:attrName>
                                        </p:attrNameLst>
                                      </p:cBhvr>
                                      <p:to>
                                        <p:strVal val="visible"/>
                                      </p:to>
                                    </p:set>
                                    <p:animEffect transition="in" filter="blinds(horizontal)">
                                      <p:cBhvr>
                                        <p:cTn id="24" dur="500"/>
                                        <p:tgtEl>
                                          <p:spTgt spid="5"/>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3"/>
                                        </p:tgtEl>
                                        <p:attrNameLst>
                                          <p:attrName>style.visibility</p:attrName>
                                        </p:attrNameLst>
                                      </p:cBhvr>
                                      <p:to>
                                        <p:strVal val="visible"/>
                                      </p:to>
                                    </p:set>
                                    <p:animEffect transition="in" filter="blinds(horizontal)">
                                      <p:cBhvr>
                                        <p:cTn id="29" dur="500"/>
                                        <p:tgtEl>
                                          <p:spTgt spid="3"/>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blinds(horizontal)">
                                      <p:cBhvr>
                                        <p:cTn id="32" dur="500"/>
                                        <p:tgtEl>
                                          <p:spTgt spid="13"/>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blinds(horizontal)">
                                      <p:cBhvr>
                                        <p:cTn id="3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4" grpId="0"/>
      <p:bldP spid="15" grpId="0"/>
      <p:bldP spid="1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9" name="Line 2"/>
          <p:cNvSpPr>
            <a:spLocks noChangeShapeType="1"/>
          </p:cNvSpPr>
          <p:nvPr/>
        </p:nvSpPr>
        <p:spPr bwMode="auto">
          <a:xfrm>
            <a:off x="7467600" y="3216275"/>
            <a:ext cx="0" cy="1219200"/>
          </a:xfrm>
          <a:prstGeom prst="line">
            <a:avLst/>
          </a:prstGeom>
          <a:noFill/>
          <a:ln w="38100" cap="sq">
            <a:solidFill>
              <a:srgbClr val="0000FF"/>
            </a:solidFill>
            <a:round/>
            <a:headEnd type="none"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00" name="Rectangle 3" descr="栎木"/>
          <p:cNvSpPr>
            <a:spLocks noChangeArrowheads="1"/>
          </p:cNvSpPr>
          <p:nvPr/>
        </p:nvSpPr>
        <p:spPr bwMode="auto">
          <a:xfrm>
            <a:off x="7848600" y="3444875"/>
            <a:ext cx="76200" cy="838200"/>
          </a:xfrm>
          <a:prstGeom prst="rect">
            <a:avLst/>
          </a:prstGeom>
          <a:blipFill dpi="0" rotWithShape="0">
            <a:blip r:embed="rId4"/>
            <a:srcRect/>
            <a:tile tx="0" ty="0" sx="100000" sy="100000" flip="none" algn="tl"/>
          </a:blipFill>
          <a:ln w="38100" cap="sq">
            <a:solidFill>
              <a:schemeClr val="accent2"/>
            </a:solidFill>
            <a:miter lim="800000"/>
            <a:headEnd type="none" w="sm" len="sm"/>
            <a:tailEnd type="none" w="sm" len="sm"/>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301" name="Rectangle 4" descr="栎木"/>
          <p:cNvSpPr>
            <a:spLocks noChangeArrowheads="1"/>
          </p:cNvSpPr>
          <p:nvPr/>
        </p:nvSpPr>
        <p:spPr bwMode="auto">
          <a:xfrm>
            <a:off x="7010400" y="2987675"/>
            <a:ext cx="76200" cy="838200"/>
          </a:xfrm>
          <a:prstGeom prst="rect">
            <a:avLst/>
          </a:prstGeom>
          <a:blipFill dpi="0" rotWithShape="0">
            <a:blip r:embed="rId4"/>
            <a:srcRect/>
            <a:tile tx="0" ty="0" sx="100000" sy="100000" flip="none" algn="tl"/>
          </a:blipFill>
          <a:ln w="38100" cap="sq">
            <a:solidFill>
              <a:schemeClr val="accent2"/>
            </a:solidFill>
            <a:miter lim="800000"/>
            <a:headEnd type="none" w="sm" len="sm"/>
            <a:tailEnd type="none" w="sm" len="sm"/>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302" name="Rectangle 5" descr="栎木"/>
          <p:cNvSpPr>
            <a:spLocks noChangeArrowheads="1"/>
          </p:cNvSpPr>
          <p:nvPr/>
        </p:nvSpPr>
        <p:spPr bwMode="auto">
          <a:xfrm>
            <a:off x="6705600" y="3368675"/>
            <a:ext cx="76200" cy="838200"/>
          </a:xfrm>
          <a:prstGeom prst="rect">
            <a:avLst/>
          </a:prstGeom>
          <a:blipFill dpi="0" rotWithShape="0">
            <a:blip r:embed="rId4"/>
            <a:srcRect/>
            <a:tile tx="0" ty="0" sx="100000" sy="100000" flip="none" algn="tl"/>
          </a:blipFill>
          <a:ln w="38100" cap="sq">
            <a:solidFill>
              <a:schemeClr val="accent2"/>
            </a:solidFill>
            <a:miter lim="800000"/>
            <a:headEnd type="none" w="sm" len="sm"/>
            <a:tailEnd type="none" w="sm" len="sm"/>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303" name="Rectangle 6" descr="栎木"/>
          <p:cNvSpPr>
            <a:spLocks noChangeArrowheads="1"/>
          </p:cNvSpPr>
          <p:nvPr/>
        </p:nvSpPr>
        <p:spPr bwMode="auto">
          <a:xfrm>
            <a:off x="8193088" y="3140075"/>
            <a:ext cx="74612" cy="609600"/>
          </a:xfrm>
          <a:prstGeom prst="rect">
            <a:avLst/>
          </a:prstGeom>
          <a:blipFill dpi="0" rotWithShape="0">
            <a:blip r:embed="rId4"/>
            <a:srcRect/>
            <a:tile tx="0" ty="0" sx="100000" sy="100000" flip="none" algn="tl"/>
          </a:blipFill>
          <a:ln w="38100" cap="sq">
            <a:solidFill>
              <a:schemeClr val="accent2"/>
            </a:solidFill>
            <a:miter lim="800000"/>
            <a:headEnd type="none" w="sm" len="sm"/>
            <a:tailEnd type="none" w="sm" len="sm"/>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9" name="Rectangle 8"/>
          <p:cNvSpPr>
            <a:spLocks noChangeArrowheads="1"/>
          </p:cNvSpPr>
          <p:nvPr/>
        </p:nvSpPr>
        <p:spPr bwMode="auto">
          <a:xfrm>
            <a:off x="457200" y="2667000"/>
            <a:ext cx="10668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92075" tIns="46038" rIns="92075" bIns="46038"/>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15000"/>
              </a:lnSpc>
              <a:spcBef>
                <a:spcPct val="20000"/>
              </a:spcBef>
            </a:pPr>
            <a:r>
              <a:rPr lang="zh-CN" altLang="en-US" sz="3200" b="1">
                <a:solidFill>
                  <a:srgbClr val="0033CC"/>
                </a:solidFill>
              </a:rPr>
              <a:t>解：</a:t>
            </a:r>
            <a:endParaRPr lang="zh-CN" altLang="zh-CN" sz="3200" b="1">
              <a:solidFill>
                <a:srgbClr val="0033CC"/>
              </a:solidFill>
            </a:endParaRPr>
          </a:p>
        </p:txBody>
      </p:sp>
      <p:sp>
        <p:nvSpPr>
          <p:cNvPr id="10" name="Oval 9" descr="栎木"/>
          <p:cNvSpPr>
            <a:spLocks noChangeArrowheads="1"/>
          </p:cNvSpPr>
          <p:nvPr/>
        </p:nvSpPr>
        <p:spPr bwMode="auto">
          <a:xfrm>
            <a:off x="6553200" y="2835275"/>
            <a:ext cx="1828800" cy="838200"/>
          </a:xfrm>
          <a:prstGeom prst="ellipse">
            <a:avLst/>
          </a:prstGeom>
          <a:blipFill dpi="0" rotWithShape="0">
            <a:blip r:embed="rId4"/>
            <a:srcRect/>
            <a:tile tx="0" ty="0" sx="100000" sy="100000" flip="none" algn="tl"/>
          </a:blipFill>
          <a:ln w="38100">
            <a:solidFill>
              <a:schemeClr val="accent2"/>
            </a:solidFill>
            <a:round/>
            <a:headEnd/>
            <a:tailEnd/>
          </a:ln>
          <a:effectLst>
            <a:outerShdw dist="35921" dir="2700000" algn="ctr" rotWithShape="0">
              <a:srgbClr val="808080"/>
            </a:outerShdw>
          </a:effectLst>
        </p:spPr>
        <p:txBody>
          <a:bodyPr/>
          <a:lstStyle/>
          <a:p>
            <a:pPr>
              <a:defRPr/>
            </a:pPr>
            <a:endParaRPr lang="zh-CN" altLang="en-US">
              <a:latin typeface="Arial" charset="0"/>
              <a:ea typeface="宋体" charset="-122"/>
            </a:endParaRPr>
          </a:p>
        </p:txBody>
      </p:sp>
      <p:sp>
        <p:nvSpPr>
          <p:cNvPr id="12306" name="Text Box 10"/>
          <p:cNvSpPr txBox="1">
            <a:spLocks noChangeArrowheads="1"/>
          </p:cNvSpPr>
          <p:nvPr/>
        </p:nvSpPr>
        <p:spPr bwMode="auto">
          <a:xfrm>
            <a:off x="7696200" y="2590800"/>
            <a:ext cx="5842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2800" i="1"/>
              <a:t>v</a:t>
            </a:r>
            <a:endParaRPr lang="en-US" altLang="zh-CN" sz="2800" baseline="-25000"/>
          </a:p>
        </p:txBody>
      </p:sp>
      <p:sp>
        <p:nvSpPr>
          <p:cNvPr id="12307" name="Line 11"/>
          <p:cNvSpPr>
            <a:spLocks noChangeShapeType="1"/>
          </p:cNvSpPr>
          <p:nvPr/>
        </p:nvSpPr>
        <p:spPr bwMode="auto">
          <a:xfrm flipH="1">
            <a:off x="7793038" y="3216275"/>
            <a:ext cx="360362" cy="0"/>
          </a:xfrm>
          <a:prstGeom prst="line">
            <a:avLst/>
          </a:prstGeom>
          <a:noFill/>
          <a:ln w="38100">
            <a:solidFill>
              <a:srgbClr val="0000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08" name="Line 12"/>
          <p:cNvSpPr>
            <a:spLocks noChangeShapeType="1"/>
          </p:cNvSpPr>
          <p:nvPr/>
        </p:nvSpPr>
        <p:spPr bwMode="auto">
          <a:xfrm flipH="1" flipV="1">
            <a:off x="7924800" y="2911475"/>
            <a:ext cx="254000" cy="295275"/>
          </a:xfrm>
          <a:prstGeom prst="line">
            <a:avLst/>
          </a:prstGeom>
          <a:noFill/>
          <a:ln w="38100">
            <a:solidFill>
              <a:srgbClr val="0000FF"/>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12309" name="Text Box 13"/>
          <p:cNvSpPr txBox="1">
            <a:spLocks noChangeArrowheads="1"/>
          </p:cNvSpPr>
          <p:nvPr/>
        </p:nvSpPr>
        <p:spPr bwMode="auto">
          <a:xfrm>
            <a:off x="7010400" y="2895600"/>
            <a:ext cx="609600"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2800"/>
              <a:t>O</a:t>
            </a:r>
          </a:p>
        </p:txBody>
      </p:sp>
      <p:sp>
        <p:nvSpPr>
          <p:cNvPr id="12310" name="Oval 14"/>
          <p:cNvSpPr>
            <a:spLocks noChangeArrowheads="1"/>
          </p:cNvSpPr>
          <p:nvPr/>
        </p:nvSpPr>
        <p:spPr bwMode="auto">
          <a:xfrm>
            <a:off x="7386638" y="3168650"/>
            <a:ext cx="147637" cy="79375"/>
          </a:xfrm>
          <a:prstGeom prst="ellipse">
            <a:avLst/>
          </a:prstGeom>
          <a:solidFill>
            <a:srgbClr val="CCECFF"/>
          </a:solidFill>
          <a:ln w="38100" cap="sq">
            <a:solidFill>
              <a:schemeClr val="accent2"/>
            </a:solidFill>
            <a:round/>
            <a:headEnd type="none" w="sm" len="sm"/>
            <a:tailEnd type="none" w="sm" len="sm"/>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311" name="Oval 15"/>
          <p:cNvSpPr>
            <a:spLocks noChangeArrowheads="1"/>
          </p:cNvSpPr>
          <p:nvPr/>
        </p:nvSpPr>
        <p:spPr bwMode="auto">
          <a:xfrm>
            <a:off x="8097838" y="3163888"/>
            <a:ext cx="119062" cy="130175"/>
          </a:xfrm>
          <a:prstGeom prst="ellipse">
            <a:avLst/>
          </a:prstGeom>
          <a:solidFill>
            <a:srgbClr val="00FF00"/>
          </a:solidFill>
          <a:ln w="38100">
            <a:solidFill>
              <a:srgbClr val="00FF00"/>
            </a:solidFill>
            <a:round/>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312" name="Line 16"/>
          <p:cNvSpPr>
            <a:spLocks noChangeShapeType="1"/>
          </p:cNvSpPr>
          <p:nvPr/>
        </p:nvSpPr>
        <p:spPr bwMode="auto">
          <a:xfrm>
            <a:off x="8156575" y="3240088"/>
            <a:ext cx="0" cy="533400"/>
          </a:xfrm>
          <a:prstGeom prst="line">
            <a:avLst/>
          </a:prstGeom>
          <a:noFill/>
          <a:ln w="38100" cap="sq">
            <a:solidFill>
              <a:srgbClr val="0000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12313" name="Group 17"/>
          <p:cNvGrpSpPr>
            <a:grpSpLocks/>
          </p:cNvGrpSpPr>
          <p:nvPr/>
        </p:nvGrpSpPr>
        <p:grpSpPr bwMode="auto">
          <a:xfrm>
            <a:off x="7239000" y="4283075"/>
            <a:ext cx="381000" cy="212725"/>
            <a:chOff x="834" y="1746"/>
            <a:chExt cx="2338" cy="1700"/>
          </a:xfrm>
        </p:grpSpPr>
        <p:sp>
          <p:nvSpPr>
            <p:cNvPr id="12322" name="Freeform 18"/>
            <p:cNvSpPr>
              <a:spLocks/>
            </p:cNvSpPr>
            <p:nvPr/>
          </p:nvSpPr>
          <p:spPr bwMode="auto">
            <a:xfrm>
              <a:off x="834" y="1746"/>
              <a:ext cx="2338" cy="1700"/>
            </a:xfrm>
            <a:custGeom>
              <a:avLst/>
              <a:gdLst>
                <a:gd name="T0" fmla="*/ 0 w 2338"/>
                <a:gd name="T1" fmla="*/ 744 h 1700"/>
                <a:gd name="T2" fmla="*/ 165 w 2338"/>
                <a:gd name="T3" fmla="*/ 815 h 1700"/>
                <a:gd name="T4" fmla="*/ 371 w 2338"/>
                <a:gd name="T5" fmla="*/ 930 h 1700"/>
                <a:gd name="T6" fmla="*/ 607 w 2338"/>
                <a:gd name="T7" fmla="*/ 1096 h 1700"/>
                <a:gd name="T8" fmla="*/ 733 w 2338"/>
                <a:gd name="T9" fmla="*/ 1232 h 1700"/>
                <a:gd name="T10" fmla="*/ 819 w 2338"/>
                <a:gd name="T11" fmla="*/ 1338 h 1700"/>
                <a:gd name="T12" fmla="*/ 1156 w 2338"/>
                <a:gd name="T13" fmla="*/ 1524 h 1700"/>
                <a:gd name="T14" fmla="*/ 1357 w 2338"/>
                <a:gd name="T15" fmla="*/ 1635 h 1700"/>
                <a:gd name="T16" fmla="*/ 1462 w 2338"/>
                <a:gd name="T17" fmla="*/ 1700 h 1700"/>
                <a:gd name="T18" fmla="*/ 1578 w 2338"/>
                <a:gd name="T19" fmla="*/ 1665 h 1700"/>
                <a:gd name="T20" fmla="*/ 1643 w 2338"/>
                <a:gd name="T21" fmla="*/ 1660 h 1700"/>
                <a:gd name="T22" fmla="*/ 1799 w 2338"/>
                <a:gd name="T23" fmla="*/ 1625 h 1700"/>
                <a:gd name="T24" fmla="*/ 1920 w 2338"/>
                <a:gd name="T25" fmla="*/ 1600 h 1700"/>
                <a:gd name="T26" fmla="*/ 2015 w 2338"/>
                <a:gd name="T27" fmla="*/ 1565 h 1700"/>
                <a:gd name="T28" fmla="*/ 2110 w 2338"/>
                <a:gd name="T29" fmla="*/ 1499 h 1700"/>
                <a:gd name="T30" fmla="*/ 2152 w 2338"/>
                <a:gd name="T31" fmla="*/ 1501 h 1700"/>
                <a:gd name="T32" fmla="*/ 2186 w 2338"/>
                <a:gd name="T33" fmla="*/ 1493 h 1700"/>
                <a:gd name="T34" fmla="*/ 2214 w 2338"/>
                <a:gd name="T35" fmla="*/ 1473 h 1700"/>
                <a:gd name="T36" fmla="*/ 2236 w 2338"/>
                <a:gd name="T37" fmla="*/ 1439 h 1700"/>
                <a:gd name="T38" fmla="*/ 2306 w 2338"/>
                <a:gd name="T39" fmla="*/ 1399 h 1700"/>
                <a:gd name="T40" fmla="*/ 2338 w 2338"/>
                <a:gd name="T41" fmla="*/ 1343 h 1700"/>
                <a:gd name="T42" fmla="*/ 2338 w 2338"/>
                <a:gd name="T43" fmla="*/ 1277 h 1700"/>
                <a:gd name="T44" fmla="*/ 2316 w 2338"/>
                <a:gd name="T45" fmla="*/ 1207 h 1700"/>
                <a:gd name="T46" fmla="*/ 2045 w 2338"/>
                <a:gd name="T47" fmla="*/ 820 h 1700"/>
                <a:gd name="T48" fmla="*/ 1731 w 2338"/>
                <a:gd name="T49" fmla="*/ 621 h 1700"/>
                <a:gd name="T50" fmla="*/ 1668 w 2338"/>
                <a:gd name="T51" fmla="*/ 599 h 1700"/>
                <a:gd name="T52" fmla="*/ 1588 w 2338"/>
                <a:gd name="T53" fmla="*/ 614 h 1700"/>
                <a:gd name="T54" fmla="*/ 1500 w 2338"/>
                <a:gd name="T55" fmla="*/ 601 h 1700"/>
                <a:gd name="T56" fmla="*/ 1407 w 2338"/>
                <a:gd name="T57" fmla="*/ 581 h 1700"/>
                <a:gd name="T58" fmla="*/ 1302 w 2338"/>
                <a:gd name="T59" fmla="*/ 619 h 1700"/>
                <a:gd name="T60" fmla="*/ 1199 w 2338"/>
                <a:gd name="T61" fmla="*/ 669 h 1700"/>
                <a:gd name="T62" fmla="*/ 1053 w 2338"/>
                <a:gd name="T63" fmla="*/ 671 h 1700"/>
                <a:gd name="T64" fmla="*/ 942 w 2338"/>
                <a:gd name="T65" fmla="*/ 664 h 1700"/>
                <a:gd name="T66" fmla="*/ 880 w 2338"/>
                <a:gd name="T67" fmla="*/ 621 h 1700"/>
                <a:gd name="T68" fmla="*/ 819 w 2338"/>
                <a:gd name="T69" fmla="*/ 573 h 1700"/>
                <a:gd name="T70" fmla="*/ 748 w 2338"/>
                <a:gd name="T71" fmla="*/ 543 h 1700"/>
                <a:gd name="T72" fmla="*/ 655 w 2338"/>
                <a:gd name="T73" fmla="*/ 508 h 1700"/>
                <a:gd name="T74" fmla="*/ 567 w 2338"/>
                <a:gd name="T75" fmla="*/ 455 h 1700"/>
                <a:gd name="T76" fmla="*/ 479 w 2338"/>
                <a:gd name="T77" fmla="*/ 397 h 1700"/>
                <a:gd name="T78" fmla="*/ 389 w 2338"/>
                <a:gd name="T79" fmla="*/ 321 h 1700"/>
                <a:gd name="T80" fmla="*/ 281 w 2338"/>
                <a:gd name="T81" fmla="*/ 190 h 1700"/>
                <a:gd name="T82" fmla="*/ 195 w 2338"/>
                <a:gd name="T83" fmla="*/ 90 h 1700"/>
                <a:gd name="T84" fmla="*/ 120 w 2338"/>
                <a:gd name="T85" fmla="*/ 0 h 1700"/>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w 2338"/>
                <a:gd name="T130" fmla="*/ 0 h 1700"/>
                <a:gd name="T131" fmla="*/ 2338 w 2338"/>
                <a:gd name="T132" fmla="*/ 1700 h 1700"/>
              </a:gdLst>
              <a:ahLst/>
              <a:cxnLst>
                <a:cxn ang="T86">
                  <a:pos x="T0" y="T1"/>
                </a:cxn>
                <a:cxn ang="T87">
                  <a:pos x="T2" y="T3"/>
                </a:cxn>
                <a:cxn ang="T88">
                  <a:pos x="T4" y="T5"/>
                </a:cxn>
                <a:cxn ang="T89">
                  <a:pos x="T6" y="T7"/>
                </a:cxn>
                <a:cxn ang="T90">
                  <a:pos x="T8" y="T9"/>
                </a:cxn>
                <a:cxn ang="T91">
                  <a:pos x="T10" y="T11"/>
                </a:cxn>
                <a:cxn ang="T92">
                  <a:pos x="T12" y="T13"/>
                </a:cxn>
                <a:cxn ang="T93">
                  <a:pos x="T14" y="T15"/>
                </a:cxn>
                <a:cxn ang="T94">
                  <a:pos x="T16" y="T17"/>
                </a:cxn>
                <a:cxn ang="T95">
                  <a:pos x="T18" y="T19"/>
                </a:cxn>
                <a:cxn ang="T96">
                  <a:pos x="T20" y="T21"/>
                </a:cxn>
                <a:cxn ang="T97">
                  <a:pos x="T22" y="T23"/>
                </a:cxn>
                <a:cxn ang="T98">
                  <a:pos x="T24" y="T25"/>
                </a:cxn>
                <a:cxn ang="T99">
                  <a:pos x="T26" y="T27"/>
                </a:cxn>
                <a:cxn ang="T100">
                  <a:pos x="T28" y="T29"/>
                </a:cxn>
                <a:cxn ang="T101">
                  <a:pos x="T30" y="T31"/>
                </a:cxn>
                <a:cxn ang="T102">
                  <a:pos x="T32" y="T33"/>
                </a:cxn>
                <a:cxn ang="T103">
                  <a:pos x="T34" y="T35"/>
                </a:cxn>
                <a:cxn ang="T104">
                  <a:pos x="T36" y="T37"/>
                </a:cxn>
                <a:cxn ang="T105">
                  <a:pos x="T38" y="T39"/>
                </a:cxn>
                <a:cxn ang="T106">
                  <a:pos x="T40" y="T41"/>
                </a:cxn>
                <a:cxn ang="T107">
                  <a:pos x="T42" y="T43"/>
                </a:cxn>
                <a:cxn ang="T108">
                  <a:pos x="T44" y="T45"/>
                </a:cxn>
                <a:cxn ang="T109">
                  <a:pos x="T46" y="T47"/>
                </a:cxn>
                <a:cxn ang="T110">
                  <a:pos x="T48" y="T49"/>
                </a:cxn>
                <a:cxn ang="T111">
                  <a:pos x="T50" y="T51"/>
                </a:cxn>
                <a:cxn ang="T112">
                  <a:pos x="T52" y="T53"/>
                </a:cxn>
                <a:cxn ang="T113">
                  <a:pos x="T54" y="T55"/>
                </a:cxn>
                <a:cxn ang="T114">
                  <a:pos x="T56" y="T57"/>
                </a:cxn>
                <a:cxn ang="T115">
                  <a:pos x="T58" y="T59"/>
                </a:cxn>
                <a:cxn ang="T116">
                  <a:pos x="T60" y="T61"/>
                </a:cxn>
                <a:cxn ang="T117">
                  <a:pos x="T62" y="T63"/>
                </a:cxn>
                <a:cxn ang="T118">
                  <a:pos x="T64" y="T65"/>
                </a:cxn>
                <a:cxn ang="T119">
                  <a:pos x="T66" y="T67"/>
                </a:cxn>
                <a:cxn ang="T120">
                  <a:pos x="T68" y="T69"/>
                </a:cxn>
                <a:cxn ang="T121">
                  <a:pos x="T70" y="T71"/>
                </a:cxn>
                <a:cxn ang="T122">
                  <a:pos x="T72" y="T73"/>
                </a:cxn>
                <a:cxn ang="T123">
                  <a:pos x="T74" y="T75"/>
                </a:cxn>
                <a:cxn ang="T124">
                  <a:pos x="T76" y="T77"/>
                </a:cxn>
                <a:cxn ang="T125">
                  <a:pos x="T78" y="T79"/>
                </a:cxn>
                <a:cxn ang="T126">
                  <a:pos x="T80" y="T81"/>
                </a:cxn>
                <a:cxn ang="T127">
                  <a:pos x="T82" y="T83"/>
                </a:cxn>
                <a:cxn ang="T128">
                  <a:pos x="T84" y="T85"/>
                </a:cxn>
              </a:cxnLst>
              <a:rect l="T129" t="T130" r="T131" b="T132"/>
              <a:pathLst>
                <a:path w="2338" h="1700">
                  <a:moveTo>
                    <a:pt x="0" y="0"/>
                  </a:moveTo>
                  <a:lnTo>
                    <a:pt x="0" y="744"/>
                  </a:lnTo>
                  <a:lnTo>
                    <a:pt x="60" y="764"/>
                  </a:lnTo>
                  <a:lnTo>
                    <a:pt x="165" y="815"/>
                  </a:lnTo>
                  <a:lnTo>
                    <a:pt x="251" y="865"/>
                  </a:lnTo>
                  <a:lnTo>
                    <a:pt x="371" y="930"/>
                  </a:lnTo>
                  <a:lnTo>
                    <a:pt x="517" y="1026"/>
                  </a:lnTo>
                  <a:lnTo>
                    <a:pt x="607" y="1096"/>
                  </a:lnTo>
                  <a:lnTo>
                    <a:pt x="688" y="1172"/>
                  </a:lnTo>
                  <a:lnTo>
                    <a:pt x="733" y="1232"/>
                  </a:lnTo>
                  <a:lnTo>
                    <a:pt x="779" y="1292"/>
                  </a:lnTo>
                  <a:lnTo>
                    <a:pt x="819" y="1338"/>
                  </a:lnTo>
                  <a:lnTo>
                    <a:pt x="960" y="1424"/>
                  </a:lnTo>
                  <a:lnTo>
                    <a:pt x="1156" y="1524"/>
                  </a:lnTo>
                  <a:lnTo>
                    <a:pt x="1272" y="1580"/>
                  </a:lnTo>
                  <a:lnTo>
                    <a:pt x="1357" y="1635"/>
                  </a:lnTo>
                  <a:lnTo>
                    <a:pt x="1407" y="1670"/>
                  </a:lnTo>
                  <a:lnTo>
                    <a:pt x="1462" y="1700"/>
                  </a:lnTo>
                  <a:lnTo>
                    <a:pt x="1528" y="1695"/>
                  </a:lnTo>
                  <a:lnTo>
                    <a:pt x="1578" y="1665"/>
                  </a:lnTo>
                  <a:lnTo>
                    <a:pt x="1593" y="1635"/>
                  </a:lnTo>
                  <a:lnTo>
                    <a:pt x="1643" y="1660"/>
                  </a:lnTo>
                  <a:lnTo>
                    <a:pt x="1729" y="1645"/>
                  </a:lnTo>
                  <a:lnTo>
                    <a:pt x="1799" y="1625"/>
                  </a:lnTo>
                  <a:lnTo>
                    <a:pt x="1854" y="1595"/>
                  </a:lnTo>
                  <a:lnTo>
                    <a:pt x="1920" y="1600"/>
                  </a:lnTo>
                  <a:lnTo>
                    <a:pt x="1965" y="1595"/>
                  </a:lnTo>
                  <a:lnTo>
                    <a:pt x="2015" y="1565"/>
                  </a:lnTo>
                  <a:lnTo>
                    <a:pt x="2055" y="1539"/>
                  </a:lnTo>
                  <a:lnTo>
                    <a:pt x="2110" y="1499"/>
                  </a:lnTo>
                  <a:lnTo>
                    <a:pt x="2131" y="1498"/>
                  </a:lnTo>
                  <a:lnTo>
                    <a:pt x="2152" y="1501"/>
                  </a:lnTo>
                  <a:lnTo>
                    <a:pt x="2172" y="1498"/>
                  </a:lnTo>
                  <a:lnTo>
                    <a:pt x="2186" y="1493"/>
                  </a:lnTo>
                  <a:lnTo>
                    <a:pt x="2201" y="1484"/>
                  </a:lnTo>
                  <a:lnTo>
                    <a:pt x="2214" y="1473"/>
                  </a:lnTo>
                  <a:lnTo>
                    <a:pt x="2225" y="1460"/>
                  </a:lnTo>
                  <a:lnTo>
                    <a:pt x="2236" y="1439"/>
                  </a:lnTo>
                  <a:lnTo>
                    <a:pt x="2274" y="1423"/>
                  </a:lnTo>
                  <a:lnTo>
                    <a:pt x="2306" y="1399"/>
                  </a:lnTo>
                  <a:lnTo>
                    <a:pt x="2328" y="1370"/>
                  </a:lnTo>
                  <a:lnTo>
                    <a:pt x="2338" y="1343"/>
                  </a:lnTo>
                  <a:lnTo>
                    <a:pt x="2338" y="1306"/>
                  </a:lnTo>
                  <a:lnTo>
                    <a:pt x="2338" y="1277"/>
                  </a:lnTo>
                  <a:lnTo>
                    <a:pt x="2328" y="1241"/>
                  </a:lnTo>
                  <a:lnTo>
                    <a:pt x="2316" y="1207"/>
                  </a:lnTo>
                  <a:lnTo>
                    <a:pt x="2231" y="1036"/>
                  </a:lnTo>
                  <a:lnTo>
                    <a:pt x="2045" y="820"/>
                  </a:lnTo>
                  <a:lnTo>
                    <a:pt x="1769" y="649"/>
                  </a:lnTo>
                  <a:lnTo>
                    <a:pt x="1731" y="621"/>
                  </a:lnTo>
                  <a:lnTo>
                    <a:pt x="1696" y="599"/>
                  </a:lnTo>
                  <a:lnTo>
                    <a:pt x="1668" y="599"/>
                  </a:lnTo>
                  <a:lnTo>
                    <a:pt x="1618" y="609"/>
                  </a:lnTo>
                  <a:lnTo>
                    <a:pt x="1588" y="614"/>
                  </a:lnTo>
                  <a:lnTo>
                    <a:pt x="1558" y="611"/>
                  </a:lnTo>
                  <a:lnTo>
                    <a:pt x="1500" y="601"/>
                  </a:lnTo>
                  <a:lnTo>
                    <a:pt x="1447" y="584"/>
                  </a:lnTo>
                  <a:lnTo>
                    <a:pt x="1407" y="581"/>
                  </a:lnTo>
                  <a:lnTo>
                    <a:pt x="1362" y="591"/>
                  </a:lnTo>
                  <a:lnTo>
                    <a:pt x="1302" y="619"/>
                  </a:lnTo>
                  <a:lnTo>
                    <a:pt x="1246" y="646"/>
                  </a:lnTo>
                  <a:lnTo>
                    <a:pt x="1199" y="669"/>
                  </a:lnTo>
                  <a:lnTo>
                    <a:pt x="1128" y="671"/>
                  </a:lnTo>
                  <a:lnTo>
                    <a:pt x="1053" y="671"/>
                  </a:lnTo>
                  <a:lnTo>
                    <a:pt x="975" y="669"/>
                  </a:lnTo>
                  <a:lnTo>
                    <a:pt x="942" y="664"/>
                  </a:lnTo>
                  <a:lnTo>
                    <a:pt x="910" y="644"/>
                  </a:lnTo>
                  <a:lnTo>
                    <a:pt x="880" y="621"/>
                  </a:lnTo>
                  <a:lnTo>
                    <a:pt x="852" y="599"/>
                  </a:lnTo>
                  <a:lnTo>
                    <a:pt x="819" y="573"/>
                  </a:lnTo>
                  <a:lnTo>
                    <a:pt x="782" y="556"/>
                  </a:lnTo>
                  <a:lnTo>
                    <a:pt x="748" y="543"/>
                  </a:lnTo>
                  <a:lnTo>
                    <a:pt x="700" y="528"/>
                  </a:lnTo>
                  <a:lnTo>
                    <a:pt x="655" y="508"/>
                  </a:lnTo>
                  <a:lnTo>
                    <a:pt x="612" y="483"/>
                  </a:lnTo>
                  <a:lnTo>
                    <a:pt x="567" y="455"/>
                  </a:lnTo>
                  <a:lnTo>
                    <a:pt x="522" y="428"/>
                  </a:lnTo>
                  <a:lnTo>
                    <a:pt x="479" y="397"/>
                  </a:lnTo>
                  <a:lnTo>
                    <a:pt x="432" y="361"/>
                  </a:lnTo>
                  <a:lnTo>
                    <a:pt x="389" y="321"/>
                  </a:lnTo>
                  <a:lnTo>
                    <a:pt x="344" y="266"/>
                  </a:lnTo>
                  <a:lnTo>
                    <a:pt x="281" y="190"/>
                  </a:lnTo>
                  <a:lnTo>
                    <a:pt x="236" y="138"/>
                  </a:lnTo>
                  <a:lnTo>
                    <a:pt x="195" y="90"/>
                  </a:lnTo>
                  <a:lnTo>
                    <a:pt x="160" y="42"/>
                  </a:lnTo>
                  <a:lnTo>
                    <a:pt x="120" y="0"/>
                  </a:lnTo>
                  <a:lnTo>
                    <a:pt x="0" y="0"/>
                  </a:lnTo>
                  <a:close/>
                </a:path>
              </a:pathLst>
            </a:custGeom>
            <a:solidFill>
              <a:srgbClr val="FFBFBF"/>
            </a:solidFill>
            <a:ln w="38100">
              <a:solidFill>
                <a:srgbClr val="000000"/>
              </a:solidFill>
              <a:round/>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12323" name="Group 19"/>
            <p:cNvGrpSpPr>
              <a:grpSpLocks/>
            </p:cNvGrpSpPr>
            <p:nvPr/>
          </p:nvGrpSpPr>
          <p:grpSpPr bwMode="auto">
            <a:xfrm>
              <a:off x="2157" y="3026"/>
              <a:ext cx="814" cy="371"/>
              <a:chOff x="2157" y="3026"/>
              <a:chExt cx="814" cy="371"/>
            </a:xfrm>
          </p:grpSpPr>
          <p:sp>
            <p:nvSpPr>
              <p:cNvPr id="12324" name="Freeform 20"/>
              <p:cNvSpPr>
                <a:spLocks/>
              </p:cNvSpPr>
              <p:nvPr/>
            </p:nvSpPr>
            <p:spPr bwMode="auto">
              <a:xfrm>
                <a:off x="2157" y="3231"/>
                <a:ext cx="319" cy="166"/>
              </a:xfrm>
              <a:custGeom>
                <a:avLst/>
                <a:gdLst>
                  <a:gd name="T0" fmla="*/ 0 w 319"/>
                  <a:gd name="T1" fmla="*/ 0 h 166"/>
                  <a:gd name="T2" fmla="*/ 66 w 319"/>
                  <a:gd name="T3" fmla="*/ 25 h 166"/>
                  <a:gd name="T4" fmla="*/ 126 w 319"/>
                  <a:gd name="T5" fmla="*/ 50 h 166"/>
                  <a:gd name="T6" fmla="*/ 174 w 319"/>
                  <a:gd name="T7" fmla="*/ 75 h 166"/>
                  <a:gd name="T8" fmla="*/ 204 w 319"/>
                  <a:gd name="T9" fmla="*/ 96 h 166"/>
                  <a:gd name="T10" fmla="*/ 234 w 319"/>
                  <a:gd name="T11" fmla="*/ 121 h 166"/>
                  <a:gd name="T12" fmla="*/ 274 w 319"/>
                  <a:gd name="T13" fmla="*/ 148 h 166"/>
                  <a:gd name="T14" fmla="*/ 294 w 319"/>
                  <a:gd name="T15" fmla="*/ 158 h 166"/>
                  <a:gd name="T16" fmla="*/ 314 w 319"/>
                  <a:gd name="T17" fmla="*/ 163 h 166"/>
                  <a:gd name="T18" fmla="*/ 319 w 319"/>
                  <a:gd name="T19" fmla="*/ 166 h 166"/>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0 w 319"/>
                  <a:gd name="T31" fmla="*/ 0 h 166"/>
                  <a:gd name="T32" fmla="*/ 319 w 319"/>
                  <a:gd name="T33" fmla="*/ 166 h 166"/>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319" h="166">
                    <a:moveTo>
                      <a:pt x="0" y="0"/>
                    </a:moveTo>
                    <a:lnTo>
                      <a:pt x="66" y="25"/>
                    </a:lnTo>
                    <a:lnTo>
                      <a:pt x="126" y="50"/>
                    </a:lnTo>
                    <a:lnTo>
                      <a:pt x="174" y="75"/>
                    </a:lnTo>
                    <a:lnTo>
                      <a:pt x="204" y="96"/>
                    </a:lnTo>
                    <a:lnTo>
                      <a:pt x="234" y="121"/>
                    </a:lnTo>
                    <a:lnTo>
                      <a:pt x="274" y="148"/>
                    </a:lnTo>
                    <a:lnTo>
                      <a:pt x="294" y="158"/>
                    </a:lnTo>
                    <a:lnTo>
                      <a:pt x="314" y="163"/>
                    </a:lnTo>
                    <a:lnTo>
                      <a:pt x="319" y="166"/>
                    </a:lnTo>
                  </a:path>
                </a:pathLst>
              </a:cu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325" name="Freeform 21"/>
              <p:cNvSpPr>
                <a:spLocks/>
              </p:cNvSpPr>
              <p:nvPr/>
            </p:nvSpPr>
            <p:spPr bwMode="auto">
              <a:xfrm>
                <a:off x="2391" y="3151"/>
                <a:ext cx="352" cy="193"/>
              </a:xfrm>
              <a:custGeom>
                <a:avLst/>
                <a:gdLst>
                  <a:gd name="T0" fmla="*/ 0 w 352"/>
                  <a:gd name="T1" fmla="*/ 0 h 193"/>
                  <a:gd name="T2" fmla="*/ 60 w 352"/>
                  <a:gd name="T3" fmla="*/ 35 h 193"/>
                  <a:gd name="T4" fmla="*/ 118 w 352"/>
                  <a:gd name="T5" fmla="*/ 65 h 193"/>
                  <a:gd name="T6" fmla="*/ 158 w 352"/>
                  <a:gd name="T7" fmla="*/ 85 h 193"/>
                  <a:gd name="T8" fmla="*/ 178 w 352"/>
                  <a:gd name="T9" fmla="*/ 100 h 193"/>
                  <a:gd name="T10" fmla="*/ 209 w 352"/>
                  <a:gd name="T11" fmla="*/ 130 h 193"/>
                  <a:gd name="T12" fmla="*/ 231 w 352"/>
                  <a:gd name="T13" fmla="*/ 150 h 193"/>
                  <a:gd name="T14" fmla="*/ 261 w 352"/>
                  <a:gd name="T15" fmla="*/ 170 h 193"/>
                  <a:gd name="T16" fmla="*/ 294 w 352"/>
                  <a:gd name="T17" fmla="*/ 178 h 193"/>
                  <a:gd name="T18" fmla="*/ 319 w 352"/>
                  <a:gd name="T19" fmla="*/ 188 h 193"/>
                  <a:gd name="T20" fmla="*/ 352 w 352"/>
                  <a:gd name="T21" fmla="*/ 193 h 193"/>
                  <a:gd name="T22" fmla="*/ 352 w 352"/>
                  <a:gd name="T23" fmla="*/ 191 h 193"/>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352"/>
                  <a:gd name="T37" fmla="*/ 0 h 193"/>
                  <a:gd name="T38" fmla="*/ 352 w 352"/>
                  <a:gd name="T39" fmla="*/ 193 h 193"/>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352" h="193">
                    <a:moveTo>
                      <a:pt x="0" y="0"/>
                    </a:moveTo>
                    <a:lnTo>
                      <a:pt x="60" y="35"/>
                    </a:lnTo>
                    <a:lnTo>
                      <a:pt x="118" y="65"/>
                    </a:lnTo>
                    <a:lnTo>
                      <a:pt x="158" y="85"/>
                    </a:lnTo>
                    <a:lnTo>
                      <a:pt x="178" y="100"/>
                    </a:lnTo>
                    <a:lnTo>
                      <a:pt x="209" y="130"/>
                    </a:lnTo>
                    <a:lnTo>
                      <a:pt x="231" y="150"/>
                    </a:lnTo>
                    <a:lnTo>
                      <a:pt x="261" y="170"/>
                    </a:lnTo>
                    <a:lnTo>
                      <a:pt x="294" y="178"/>
                    </a:lnTo>
                    <a:lnTo>
                      <a:pt x="319" y="188"/>
                    </a:lnTo>
                    <a:lnTo>
                      <a:pt x="352" y="193"/>
                    </a:lnTo>
                    <a:lnTo>
                      <a:pt x="352" y="191"/>
                    </a:lnTo>
                  </a:path>
                </a:pathLst>
              </a:cu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12326" name="Freeform 22"/>
              <p:cNvSpPr>
                <a:spLocks/>
              </p:cNvSpPr>
              <p:nvPr/>
            </p:nvSpPr>
            <p:spPr bwMode="auto">
              <a:xfrm>
                <a:off x="2584" y="3026"/>
                <a:ext cx="387" cy="220"/>
              </a:xfrm>
              <a:custGeom>
                <a:avLst/>
                <a:gdLst>
                  <a:gd name="T0" fmla="*/ 0 w 387"/>
                  <a:gd name="T1" fmla="*/ 0 h 220"/>
                  <a:gd name="T2" fmla="*/ 61 w 387"/>
                  <a:gd name="T3" fmla="*/ 44 h 220"/>
                  <a:gd name="T4" fmla="*/ 101 w 387"/>
                  <a:gd name="T5" fmla="*/ 82 h 220"/>
                  <a:gd name="T6" fmla="*/ 149 w 387"/>
                  <a:gd name="T7" fmla="*/ 117 h 220"/>
                  <a:gd name="T8" fmla="*/ 206 w 387"/>
                  <a:gd name="T9" fmla="*/ 157 h 220"/>
                  <a:gd name="T10" fmla="*/ 237 w 387"/>
                  <a:gd name="T11" fmla="*/ 175 h 220"/>
                  <a:gd name="T12" fmla="*/ 292 w 387"/>
                  <a:gd name="T13" fmla="*/ 192 h 220"/>
                  <a:gd name="T14" fmla="*/ 352 w 387"/>
                  <a:gd name="T15" fmla="*/ 210 h 220"/>
                  <a:gd name="T16" fmla="*/ 387 w 387"/>
                  <a:gd name="T17" fmla="*/ 220 h 22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87"/>
                  <a:gd name="T28" fmla="*/ 0 h 220"/>
                  <a:gd name="T29" fmla="*/ 387 w 387"/>
                  <a:gd name="T30" fmla="*/ 220 h 22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87" h="220">
                    <a:moveTo>
                      <a:pt x="0" y="0"/>
                    </a:moveTo>
                    <a:lnTo>
                      <a:pt x="61" y="44"/>
                    </a:lnTo>
                    <a:lnTo>
                      <a:pt x="101" y="82"/>
                    </a:lnTo>
                    <a:lnTo>
                      <a:pt x="149" y="117"/>
                    </a:lnTo>
                    <a:lnTo>
                      <a:pt x="206" y="157"/>
                    </a:lnTo>
                    <a:lnTo>
                      <a:pt x="237" y="175"/>
                    </a:lnTo>
                    <a:lnTo>
                      <a:pt x="292" y="192"/>
                    </a:lnTo>
                    <a:lnTo>
                      <a:pt x="352" y="210"/>
                    </a:lnTo>
                    <a:lnTo>
                      <a:pt x="387" y="220"/>
                    </a:lnTo>
                  </a:path>
                </a:pathLst>
              </a:custGeom>
              <a:noFill/>
              <a:ln w="3810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sp>
        <p:nvSpPr>
          <p:cNvPr id="12314" name="Line 23"/>
          <p:cNvSpPr>
            <a:spLocks noChangeShapeType="1"/>
          </p:cNvSpPr>
          <p:nvPr/>
        </p:nvSpPr>
        <p:spPr bwMode="auto">
          <a:xfrm flipV="1">
            <a:off x="8153400" y="2630488"/>
            <a:ext cx="0" cy="609600"/>
          </a:xfrm>
          <a:prstGeom prst="line">
            <a:avLst/>
          </a:prstGeom>
          <a:noFill/>
          <a:ln w="38100" cap="sq">
            <a:solidFill>
              <a:srgbClr val="000000"/>
            </a:solidFill>
            <a:round/>
            <a:headEnd type="none" w="sm" len="sm"/>
            <a:tailEnd type="triangl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315" name="Oval 24"/>
          <p:cNvSpPr>
            <a:spLocks noChangeArrowheads="1"/>
          </p:cNvSpPr>
          <p:nvPr/>
        </p:nvSpPr>
        <p:spPr bwMode="auto">
          <a:xfrm>
            <a:off x="6781800" y="2987675"/>
            <a:ext cx="1371600" cy="457200"/>
          </a:xfrm>
          <a:prstGeom prst="ellipse">
            <a:avLst/>
          </a:prstGeom>
          <a:noFill/>
          <a:ln w="38100" cap="sq">
            <a:solidFill>
              <a:srgbClr val="0000FF"/>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aphicFrame>
        <p:nvGraphicFramePr>
          <p:cNvPr id="26" name="Object 1024"/>
          <p:cNvGraphicFramePr>
            <a:graphicFrameLocks noChangeAspect="1"/>
          </p:cNvGraphicFramePr>
          <p:nvPr/>
        </p:nvGraphicFramePr>
        <p:xfrm>
          <a:off x="4191000" y="2819400"/>
          <a:ext cx="1447800" cy="498475"/>
        </p:xfrm>
        <a:graphic>
          <a:graphicData uri="http://schemas.openxmlformats.org/presentationml/2006/ole">
            <mc:AlternateContent xmlns:mc="http://schemas.openxmlformats.org/markup-compatibility/2006">
              <mc:Choice xmlns:v="urn:schemas-microsoft-com:vml" Requires="v">
                <p:oleObj spid="_x0000_s12426" name="Equation" r:id="rId5" imgW="1244520" imgH="431640" progId="Equation.DSMT4">
                  <p:embed/>
                </p:oleObj>
              </mc:Choice>
              <mc:Fallback>
                <p:oleObj name="Equation" r:id="rId5" imgW="1244520" imgH="431640" progId="Equation.DSMT4">
                  <p:embed/>
                  <p:pic>
                    <p:nvPicPr>
                      <p:cNvPr id="0" name="Object 1024"/>
                      <p:cNvPicPr preferRelativeResize="0">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191000" y="2819400"/>
                        <a:ext cx="1447800" cy="4984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cap="sq">
                            <a:solidFill>
                              <a:schemeClr val="tx1"/>
                            </a:solidFill>
                            <a:miter lim="800000"/>
                            <a:headEnd type="none" w="sm" len="sm"/>
                            <a:tailEnd type="none" w="sm" len="sm"/>
                          </a14:hiddenLine>
                        </a:ext>
                      </a:extLst>
                    </p:spPr>
                  </p:pic>
                </p:oleObj>
              </mc:Fallback>
            </mc:AlternateContent>
          </a:graphicData>
        </a:graphic>
      </p:graphicFrame>
      <p:graphicFrame>
        <p:nvGraphicFramePr>
          <p:cNvPr id="27" name="Object 1025"/>
          <p:cNvGraphicFramePr>
            <a:graphicFrameLocks noChangeAspect="1"/>
          </p:cNvGraphicFramePr>
          <p:nvPr/>
        </p:nvGraphicFramePr>
        <p:xfrm>
          <a:off x="1600200" y="2857500"/>
          <a:ext cx="1981200" cy="501650"/>
        </p:xfrm>
        <a:graphic>
          <a:graphicData uri="http://schemas.openxmlformats.org/presentationml/2006/ole">
            <mc:AlternateContent xmlns:mc="http://schemas.openxmlformats.org/markup-compatibility/2006">
              <mc:Choice xmlns:v="urn:schemas-microsoft-com:vml" Requires="v">
                <p:oleObj spid="_x0000_s12427" name="Equation" r:id="rId7" imgW="1701720" imgH="431640" progId="Equation.DSMT4">
                  <p:embed/>
                </p:oleObj>
              </mc:Choice>
              <mc:Fallback>
                <p:oleObj name="Equation" r:id="rId7" imgW="1701720" imgH="431640" progId="Equation.DSMT4">
                  <p:embed/>
                  <p:pic>
                    <p:nvPicPr>
                      <p:cNvPr id="0" name="Object 1025"/>
                      <p:cNvPicPr preferRelativeResize="0">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00200" y="2857500"/>
                        <a:ext cx="1981200" cy="5016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cap="sq">
                            <a:solidFill>
                              <a:schemeClr val="tx1"/>
                            </a:solidFill>
                            <a:miter lim="800000"/>
                            <a:headEnd type="none" w="sm" len="sm"/>
                            <a:tailEnd type="none" w="sm" len="sm"/>
                          </a14:hiddenLine>
                        </a:ext>
                      </a:extLst>
                    </p:spPr>
                  </p:pic>
                </p:oleObj>
              </mc:Fallback>
            </mc:AlternateContent>
          </a:graphicData>
        </a:graphic>
      </p:graphicFrame>
      <p:graphicFrame>
        <p:nvGraphicFramePr>
          <p:cNvPr id="119810" name="Object 1026"/>
          <p:cNvGraphicFramePr>
            <a:graphicFrameLocks noChangeAspect="1"/>
          </p:cNvGraphicFramePr>
          <p:nvPr/>
        </p:nvGraphicFramePr>
        <p:xfrm>
          <a:off x="8121650" y="2524125"/>
          <a:ext cx="368300" cy="341313"/>
        </p:xfrm>
        <a:graphic>
          <a:graphicData uri="http://schemas.openxmlformats.org/presentationml/2006/ole">
            <mc:AlternateContent xmlns:mc="http://schemas.openxmlformats.org/markup-compatibility/2006">
              <mc:Choice xmlns:v="urn:schemas-microsoft-com:vml" Requires="v">
                <p:oleObj spid="_x0000_s12428" name="Equation" r:id="rId9" imgW="368280" imgH="342720" progId="Equation.DSMT4">
                  <p:embed/>
                </p:oleObj>
              </mc:Choice>
              <mc:Fallback>
                <p:oleObj name="Equation" r:id="rId9" imgW="368280" imgH="342720" progId="Equation.DSMT4">
                  <p:embed/>
                  <p:pic>
                    <p:nvPicPr>
                      <p:cNvPr id="0" name="Object 1026"/>
                      <p:cNvPicPr preferRelativeResize="0">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121650" y="2524125"/>
                        <a:ext cx="368300" cy="3413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cap="sq">
                            <a:solidFill>
                              <a:schemeClr val="tx1"/>
                            </a:solidFill>
                            <a:miter lim="800000"/>
                            <a:headEnd type="none" w="sm" len="sm"/>
                            <a:tailEnd type="none" w="sm" len="sm"/>
                          </a14:hiddenLine>
                        </a:ext>
                      </a:extLst>
                    </p:spPr>
                  </p:pic>
                </p:oleObj>
              </mc:Fallback>
            </mc:AlternateContent>
          </a:graphicData>
        </a:graphic>
      </p:graphicFrame>
      <p:graphicFrame>
        <p:nvGraphicFramePr>
          <p:cNvPr id="119811" name="Object 1027"/>
          <p:cNvGraphicFramePr>
            <a:graphicFrameLocks noChangeAspect="1"/>
          </p:cNvGraphicFramePr>
          <p:nvPr/>
        </p:nvGraphicFramePr>
        <p:xfrm>
          <a:off x="7913688" y="3760788"/>
          <a:ext cx="520700" cy="354012"/>
        </p:xfrm>
        <a:graphic>
          <a:graphicData uri="http://schemas.openxmlformats.org/presentationml/2006/ole">
            <mc:AlternateContent xmlns:mc="http://schemas.openxmlformats.org/markup-compatibility/2006">
              <mc:Choice xmlns:v="urn:schemas-microsoft-com:vml" Requires="v">
                <p:oleObj spid="_x0000_s12429" name="Equation" r:id="rId11" imgW="520560" imgH="355320" progId="Equation.DSMT4">
                  <p:embed/>
                </p:oleObj>
              </mc:Choice>
              <mc:Fallback>
                <p:oleObj name="Equation" r:id="rId11" imgW="520560" imgH="355320" progId="Equation.DSMT4">
                  <p:embed/>
                  <p:pic>
                    <p:nvPicPr>
                      <p:cNvPr id="0" name="Object 1027"/>
                      <p:cNvPicPr preferRelativeResize="0">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913688" y="3760788"/>
                        <a:ext cx="520700" cy="3540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cap="sq">
                            <a:solidFill>
                              <a:schemeClr val="tx1"/>
                            </a:solidFill>
                            <a:miter lim="800000"/>
                            <a:headEnd type="none" w="sm" len="sm"/>
                            <a:tailEnd type="none" w="sm" len="sm"/>
                          </a14:hiddenLine>
                        </a:ext>
                      </a:extLst>
                    </p:spPr>
                  </p:pic>
                </p:oleObj>
              </mc:Fallback>
            </mc:AlternateContent>
          </a:graphicData>
        </a:graphic>
      </p:graphicFrame>
      <p:graphicFrame>
        <p:nvGraphicFramePr>
          <p:cNvPr id="119812" name="Object 1028"/>
          <p:cNvGraphicFramePr>
            <a:graphicFrameLocks noChangeAspect="1"/>
          </p:cNvGraphicFramePr>
          <p:nvPr/>
        </p:nvGraphicFramePr>
        <p:xfrm>
          <a:off x="7754938" y="3265488"/>
          <a:ext cx="252412" cy="315912"/>
        </p:xfrm>
        <a:graphic>
          <a:graphicData uri="http://schemas.openxmlformats.org/presentationml/2006/ole">
            <mc:AlternateContent xmlns:mc="http://schemas.openxmlformats.org/markup-compatibility/2006">
              <mc:Choice xmlns:v="urn:schemas-microsoft-com:vml" Requires="v">
                <p:oleObj spid="_x0000_s12430" name="Equation" r:id="rId13" imgW="253800" imgH="317160" progId="Equation.DSMT4">
                  <p:embed/>
                </p:oleObj>
              </mc:Choice>
              <mc:Fallback>
                <p:oleObj name="Equation" r:id="rId13" imgW="253800" imgH="317160" progId="Equation.DSMT4">
                  <p:embed/>
                  <p:pic>
                    <p:nvPicPr>
                      <p:cNvPr id="0" name="Object 1028"/>
                      <p:cNvPicPr preferRelativeResize="0">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7754938" y="3265488"/>
                        <a:ext cx="252412" cy="31591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cap="sq">
                            <a:solidFill>
                              <a:schemeClr val="tx1"/>
                            </a:solidFill>
                            <a:miter lim="800000"/>
                            <a:headEnd type="none" w="sm" len="sm"/>
                            <a:tailEnd type="none" w="sm" len="sm"/>
                          </a14:hiddenLine>
                        </a:ext>
                      </a:extLst>
                    </p:spPr>
                  </p:pic>
                </p:oleObj>
              </mc:Fallback>
            </mc:AlternateContent>
          </a:graphicData>
        </a:graphic>
      </p:graphicFrame>
      <p:graphicFrame>
        <p:nvGraphicFramePr>
          <p:cNvPr id="31" name="Object 1029"/>
          <p:cNvGraphicFramePr>
            <a:graphicFrameLocks noChangeAspect="1"/>
          </p:cNvGraphicFramePr>
          <p:nvPr/>
        </p:nvGraphicFramePr>
        <p:xfrm>
          <a:off x="1752600" y="3657600"/>
          <a:ext cx="1176338" cy="608013"/>
        </p:xfrm>
        <a:graphic>
          <a:graphicData uri="http://schemas.openxmlformats.org/presentationml/2006/ole">
            <mc:AlternateContent xmlns:mc="http://schemas.openxmlformats.org/markup-compatibility/2006">
              <mc:Choice xmlns:v="urn:schemas-microsoft-com:vml" Requires="v">
                <p:oleObj spid="_x0000_s12431" name="Equation" r:id="rId15" imgW="342720" imgH="177480" progId="Equation.DSMT4">
                  <p:embed/>
                </p:oleObj>
              </mc:Choice>
              <mc:Fallback>
                <p:oleObj name="Equation" r:id="rId15" imgW="342720" imgH="177480" progId="Equation.DSMT4">
                  <p:embed/>
                  <p:pic>
                    <p:nvPicPr>
                      <p:cNvPr id="0" name="Object 1029"/>
                      <p:cNvPicPr preferRelativeResize="0">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1752600" y="3657600"/>
                        <a:ext cx="1176338" cy="6080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cap="sq">
                            <a:solidFill>
                              <a:schemeClr val="tx1"/>
                            </a:solidFill>
                            <a:miter lim="800000"/>
                            <a:headEnd type="none" w="sm" len="sm"/>
                            <a:tailEnd type="none" w="sm" len="sm"/>
                          </a14:hiddenLine>
                        </a:ext>
                      </a:extLst>
                    </p:spPr>
                  </p:pic>
                </p:oleObj>
              </mc:Fallback>
            </mc:AlternateContent>
          </a:graphicData>
        </a:graphic>
      </p:graphicFrame>
      <p:graphicFrame>
        <p:nvGraphicFramePr>
          <p:cNvPr id="32" name="Object 1030"/>
          <p:cNvGraphicFramePr>
            <a:graphicFrameLocks noChangeAspect="1"/>
          </p:cNvGraphicFramePr>
          <p:nvPr/>
        </p:nvGraphicFramePr>
        <p:xfrm>
          <a:off x="3962400" y="3733800"/>
          <a:ext cx="1295400" cy="496888"/>
        </p:xfrm>
        <a:graphic>
          <a:graphicData uri="http://schemas.openxmlformats.org/presentationml/2006/ole">
            <mc:AlternateContent xmlns:mc="http://schemas.openxmlformats.org/markup-compatibility/2006">
              <mc:Choice xmlns:v="urn:schemas-microsoft-com:vml" Requires="v">
                <p:oleObj spid="_x0000_s12432" name="Equation" r:id="rId17" imgW="1130040" imgH="431640" progId="Equation.DSMT4">
                  <p:embed/>
                </p:oleObj>
              </mc:Choice>
              <mc:Fallback>
                <p:oleObj name="Equation" r:id="rId17" imgW="1130040" imgH="431640" progId="Equation.DSMT4">
                  <p:embed/>
                  <p:pic>
                    <p:nvPicPr>
                      <p:cNvPr id="0" name="Object 1030"/>
                      <p:cNvPicPr preferRelativeResize="0">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962400" y="3733800"/>
                        <a:ext cx="1295400" cy="4968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cap="sq">
                            <a:solidFill>
                              <a:schemeClr val="tx1"/>
                            </a:solidFill>
                            <a:miter lim="800000"/>
                            <a:headEnd type="none" w="sm" len="sm"/>
                            <a:tailEnd type="none" w="sm" len="sm"/>
                          </a14:hiddenLine>
                        </a:ext>
                      </a:extLst>
                    </p:spPr>
                  </p:pic>
                </p:oleObj>
              </mc:Fallback>
            </mc:AlternateContent>
          </a:graphicData>
        </a:graphic>
      </p:graphicFrame>
      <p:sp>
        <p:nvSpPr>
          <p:cNvPr id="33" name="Rectangle 33"/>
          <p:cNvSpPr>
            <a:spLocks noChangeArrowheads="1"/>
          </p:cNvSpPr>
          <p:nvPr/>
        </p:nvSpPr>
        <p:spPr bwMode="auto">
          <a:xfrm>
            <a:off x="457200" y="4572000"/>
            <a:ext cx="3048000"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92075" tIns="46038" rIns="92075" bIns="46038"/>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15000"/>
              </a:lnSpc>
              <a:spcBef>
                <a:spcPct val="20000"/>
              </a:spcBef>
            </a:pPr>
            <a:r>
              <a:rPr lang="zh-CN" altLang="en-US" sz="2800" b="1">
                <a:latin typeface="宋体" panose="02010600030101010101" pitchFamily="2" charset="-122"/>
              </a:rPr>
              <a:t>绳缓慢拉下，每一瞬时均可看作小球近似作圆周运动。</a:t>
            </a:r>
            <a:endParaRPr lang="zh-CN" altLang="zh-CN" sz="2800" b="1">
              <a:latin typeface="宋体" panose="02010600030101010101" pitchFamily="2" charset="-122"/>
            </a:endParaRPr>
          </a:p>
        </p:txBody>
      </p:sp>
      <p:graphicFrame>
        <p:nvGraphicFramePr>
          <p:cNvPr id="34" name="Object 1031"/>
          <p:cNvGraphicFramePr>
            <a:graphicFrameLocks noChangeAspect="1"/>
          </p:cNvGraphicFramePr>
          <p:nvPr/>
        </p:nvGraphicFramePr>
        <p:xfrm>
          <a:off x="4038600" y="4572000"/>
          <a:ext cx="2514600" cy="685800"/>
        </p:xfrm>
        <a:graphic>
          <a:graphicData uri="http://schemas.openxmlformats.org/presentationml/2006/ole">
            <mc:AlternateContent xmlns:mc="http://schemas.openxmlformats.org/markup-compatibility/2006">
              <mc:Choice xmlns:v="urn:schemas-microsoft-com:vml" Requires="v">
                <p:oleObj spid="_x0000_s12433" name="Equation" r:id="rId19" imgW="647640" imgH="177480" progId="Equation.DSMT4">
                  <p:embed/>
                </p:oleObj>
              </mc:Choice>
              <mc:Fallback>
                <p:oleObj name="Equation" r:id="rId19" imgW="647640" imgH="177480" progId="Equation.DSMT4">
                  <p:embed/>
                  <p:pic>
                    <p:nvPicPr>
                      <p:cNvPr id="0" name="Object 1031"/>
                      <p:cNvPicPr preferRelativeResize="0">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4038600" y="4572000"/>
                        <a:ext cx="2514600" cy="6858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cap="sq">
                            <a:solidFill>
                              <a:schemeClr val="tx1"/>
                            </a:solidFill>
                            <a:miter lim="800000"/>
                            <a:headEnd type="none" w="sm" len="sm"/>
                            <a:tailEnd type="none" w="sm" len="sm"/>
                          </a14:hiddenLine>
                        </a:ext>
                      </a:extLst>
                    </p:spPr>
                  </p:pic>
                </p:oleObj>
              </mc:Fallback>
            </mc:AlternateContent>
          </a:graphicData>
        </a:graphic>
      </p:graphicFrame>
      <p:graphicFrame>
        <p:nvGraphicFramePr>
          <p:cNvPr id="35" name="Object 1032"/>
          <p:cNvGraphicFramePr>
            <a:graphicFrameLocks noChangeAspect="1"/>
          </p:cNvGraphicFramePr>
          <p:nvPr/>
        </p:nvGraphicFramePr>
        <p:xfrm>
          <a:off x="4191000" y="5410200"/>
          <a:ext cx="1371600" cy="968375"/>
        </p:xfrm>
        <a:graphic>
          <a:graphicData uri="http://schemas.openxmlformats.org/presentationml/2006/ole">
            <mc:AlternateContent xmlns:mc="http://schemas.openxmlformats.org/markup-compatibility/2006">
              <mc:Choice xmlns:v="urn:schemas-microsoft-com:vml" Requires="v">
                <p:oleObj spid="_x0000_s12434" name="Equation" r:id="rId21" imgW="1193760" imgH="838080" progId="Equation.DSMT4">
                  <p:embed/>
                </p:oleObj>
              </mc:Choice>
              <mc:Fallback>
                <p:oleObj name="Equation" r:id="rId21" imgW="1193760" imgH="838080" progId="Equation.DSMT4">
                  <p:embed/>
                  <p:pic>
                    <p:nvPicPr>
                      <p:cNvPr id="0" name="Object 1032"/>
                      <p:cNvPicPr preferRelativeResize="0">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4191000" y="5410200"/>
                        <a:ext cx="1371600" cy="9683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8575" cap="sq">
                            <a:solidFill>
                              <a:srgbClr val="0000FF"/>
                            </a:solidFill>
                            <a:miter lim="800000"/>
                            <a:headEnd type="none" w="sm" len="sm"/>
                            <a:tailEnd type="none" w="sm" len="sm"/>
                          </a14:hiddenLine>
                        </a:ext>
                      </a:extLst>
                    </p:spPr>
                  </p:pic>
                </p:oleObj>
              </mc:Fallback>
            </mc:AlternateContent>
          </a:graphicData>
        </a:graphic>
      </p:graphicFrame>
      <p:sp>
        <p:nvSpPr>
          <p:cNvPr id="12317" name="Text Box 36"/>
          <p:cNvSpPr txBox="1">
            <a:spLocks noChangeArrowheads="1"/>
          </p:cNvSpPr>
          <p:nvPr/>
        </p:nvSpPr>
        <p:spPr bwMode="auto">
          <a:xfrm>
            <a:off x="7575550" y="2819400"/>
            <a:ext cx="654050" cy="712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2800" i="1"/>
              <a:t>r</a:t>
            </a:r>
          </a:p>
        </p:txBody>
      </p:sp>
      <p:sp>
        <p:nvSpPr>
          <p:cNvPr id="12318" name="Line 37"/>
          <p:cNvSpPr>
            <a:spLocks noChangeShapeType="1"/>
          </p:cNvSpPr>
          <p:nvPr/>
        </p:nvSpPr>
        <p:spPr bwMode="auto">
          <a:xfrm>
            <a:off x="7467600" y="3216275"/>
            <a:ext cx="635000" cy="0"/>
          </a:xfrm>
          <a:prstGeom prst="line">
            <a:avLst/>
          </a:prstGeom>
          <a:noFill/>
          <a:ln w="3810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8" name="Text Box 41"/>
          <p:cNvSpPr txBox="1">
            <a:spLocks noChangeArrowheads="1"/>
          </p:cNvSpPr>
          <p:nvPr/>
        </p:nvSpPr>
        <p:spPr bwMode="auto">
          <a:xfrm>
            <a:off x="6324600" y="5410200"/>
            <a:ext cx="256788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dirty="0">
                <a:solidFill>
                  <a:srgbClr val="CC3300"/>
                </a:solidFill>
              </a:rPr>
              <a:t>动量守恒</a:t>
            </a:r>
            <a:r>
              <a:rPr lang="zh-CN" altLang="en-US" sz="2800" b="1" dirty="0" smtClean="0">
                <a:solidFill>
                  <a:srgbClr val="CC3300"/>
                </a:solidFill>
              </a:rPr>
              <a:t>？不动能</a:t>
            </a:r>
            <a:r>
              <a:rPr lang="zh-CN" altLang="en-US" sz="2800" b="1" dirty="0">
                <a:solidFill>
                  <a:srgbClr val="CC3300"/>
                </a:solidFill>
              </a:rPr>
              <a:t>守恒</a:t>
            </a:r>
            <a:r>
              <a:rPr lang="zh-CN" altLang="en-US" sz="2800" b="1" dirty="0" smtClean="0">
                <a:solidFill>
                  <a:srgbClr val="CC3300"/>
                </a:solidFill>
              </a:rPr>
              <a:t>？不</a:t>
            </a:r>
            <a:endParaRPr lang="zh-CN" altLang="en-US" sz="2800" b="1" dirty="0">
              <a:solidFill>
                <a:srgbClr val="CC3300"/>
              </a:solidFill>
            </a:endParaRPr>
          </a:p>
        </p:txBody>
      </p:sp>
      <p:sp>
        <p:nvSpPr>
          <p:cNvPr id="12320" name="Rectangle 7"/>
          <p:cNvSpPr>
            <a:spLocks noChangeArrowheads="1"/>
          </p:cNvSpPr>
          <p:nvPr/>
        </p:nvSpPr>
        <p:spPr bwMode="auto">
          <a:xfrm>
            <a:off x="381000" y="76200"/>
            <a:ext cx="82296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92075" tIns="46038" rIns="92075" bIns="46038" anchor="b"/>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lnSpc>
                <a:spcPct val="110000"/>
              </a:lnSpc>
            </a:pPr>
            <a:r>
              <a:rPr lang="zh-CN" altLang="en-US" sz="2800" b="1"/>
              <a:t>      在光滑桌面上开一小孔，把系在轻绳一端的小球放在桌面上，绳的另一端穿过小孔而执于手中。设开始时小球以速率 </a:t>
            </a:r>
            <a:r>
              <a:rPr lang="en-US" altLang="zh-CN" sz="2800" b="1" i="1"/>
              <a:t>v</a:t>
            </a:r>
            <a:r>
              <a:rPr lang="en-US" altLang="zh-CN" sz="2800" b="1" baseline="-25000"/>
              <a:t>0</a:t>
            </a:r>
            <a:r>
              <a:rPr lang="en-US" altLang="zh-CN" sz="2800" b="1"/>
              <a:t> </a:t>
            </a:r>
            <a:r>
              <a:rPr lang="zh-CN" altLang="en-US" sz="2800" b="1"/>
              <a:t>作半径为 </a:t>
            </a:r>
            <a:r>
              <a:rPr lang="en-US" altLang="zh-CN" sz="2800" b="1" i="1"/>
              <a:t>r</a:t>
            </a:r>
            <a:r>
              <a:rPr lang="en-US" altLang="zh-CN" sz="2800" b="1" baseline="-25000"/>
              <a:t>0</a:t>
            </a:r>
            <a:r>
              <a:rPr lang="en-US" altLang="zh-CN" sz="2800" b="1"/>
              <a:t> </a:t>
            </a:r>
            <a:r>
              <a:rPr lang="zh-CN" altLang="en-US" sz="2800" b="1"/>
              <a:t>的圆周运动 </a:t>
            </a:r>
            <a:r>
              <a:rPr lang="en-US" altLang="zh-CN" sz="2800" b="1"/>
              <a:t>(</a:t>
            </a:r>
            <a:r>
              <a:rPr lang="zh-CN" altLang="en-US" sz="2800" b="1"/>
              <a:t>图</a:t>
            </a:r>
            <a:r>
              <a:rPr lang="en-US" altLang="zh-CN" sz="2800" b="1"/>
              <a:t>)</a:t>
            </a:r>
            <a:r>
              <a:rPr lang="zh-CN" altLang="en-US" sz="2800" b="1"/>
              <a:t>，然后向下缓慢拉绳使小球的转动半径减为 </a:t>
            </a:r>
            <a:r>
              <a:rPr lang="en-US" altLang="zh-CN" sz="2800" b="1" i="1"/>
              <a:t>r</a:t>
            </a:r>
            <a:r>
              <a:rPr lang="zh-CN" altLang="en-US" sz="2800" b="1"/>
              <a:t>，求这时小球的速率 </a:t>
            </a:r>
            <a:r>
              <a:rPr lang="en-US" altLang="zh-CN" sz="2800" b="1" i="1"/>
              <a:t>v</a:t>
            </a:r>
            <a:endParaRPr lang="en-US" altLang="zh-CN" sz="2800" b="1"/>
          </a:p>
        </p:txBody>
      </p:sp>
      <p:sp>
        <p:nvSpPr>
          <p:cNvPr id="12321" name="Text Box 9"/>
          <p:cNvSpPr txBox="1">
            <a:spLocks noChangeArrowheads="1"/>
          </p:cNvSpPr>
          <p:nvPr/>
        </p:nvSpPr>
        <p:spPr bwMode="auto">
          <a:xfrm>
            <a:off x="-71438" y="190500"/>
            <a:ext cx="1885951"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rgbClr val="0000FF"/>
                </a:solidFill>
                <a:sym typeface="Symbol" panose="05050102010706020507" pitchFamily="18" charset="2"/>
              </a:rPr>
              <a:t>【</a:t>
            </a:r>
            <a:r>
              <a:rPr lang="zh-CN" altLang="en-US" sz="2800">
                <a:solidFill>
                  <a:srgbClr val="0000FF"/>
                </a:solidFill>
              </a:rPr>
              <a:t>例</a:t>
            </a:r>
            <a:r>
              <a:rPr lang="en-US" altLang="zh-CN" sz="2800">
                <a:solidFill>
                  <a:srgbClr val="0000FF"/>
                </a:solidFill>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7"/>
                                        </p:tgtEl>
                                        <p:attrNameLst>
                                          <p:attrName>style.visibility</p:attrName>
                                        </p:attrNameLst>
                                      </p:cBhvr>
                                      <p:to>
                                        <p:strVal val="visible"/>
                                      </p:to>
                                    </p:set>
                                    <p:animEffect transition="in" filter="blinds(horizontal)">
                                      <p:cBhvr>
                                        <p:cTn id="12" dur="500"/>
                                        <p:tgtEl>
                                          <p:spTgt spid="27"/>
                                        </p:tgtEl>
                                      </p:cBhvr>
                                    </p:animEffect>
                                  </p:childTnLst>
                                </p:cTn>
                              </p:par>
                              <p:par>
                                <p:cTn id="13" presetID="3" presetClass="entr" presetSubtype="10" fill="hold" nodeType="with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blinds(horizontal)">
                                      <p:cBhvr>
                                        <p:cTn id="15" dur="500"/>
                                        <p:tgtEl>
                                          <p:spTgt spid="26"/>
                                        </p:tgtEl>
                                      </p:cBhvr>
                                    </p:animEffect>
                                  </p:childTnLst>
                                </p:cTn>
                              </p:par>
                              <p:par>
                                <p:cTn id="16" presetID="3" presetClass="entr" presetSubtype="10" fill="hold" nodeType="withEffect">
                                  <p:stCondLst>
                                    <p:cond delay="0"/>
                                  </p:stCondLst>
                                  <p:childTnLst>
                                    <p:set>
                                      <p:cBhvr>
                                        <p:cTn id="17" dur="1" fill="hold">
                                          <p:stCondLst>
                                            <p:cond delay="0"/>
                                          </p:stCondLst>
                                        </p:cTn>
                                        <p:tgtEl>
                                          <p:spTgt spid="31"/>
                                        </p:tgtEl>
                                        <p:attrNameLst>
                                          <p:attrName>style.visibility</p:attrName>
                                        </p:attrNameLst>
                                      </p:cBhvr>
                                      <p:to>
                                        <p:strVal val="visible"/>
                                      </p:to>
                                    </p:set>
                                    <p:animEffect transition="in" filter="blinds(horizontal)">
                                      <p:cBhvr>
                                        <p:cTn id="18" dur="500"/>
                                        <p:tgtEl>
                                          <p:spTgt spid="31"/>
                                        </p:tgtEl>
                                      </p:cBhvr>
                                    </p:animEffect>
                                  </p:childTnLst>
                                </p:cTn>
                              </p:par>
                              <p:par>
                                <p:cTn id="19" presetID="3" presetClass="entr" presetSubtype="10" fill="hold" nodeType="withEffect">
                                  <p:stCondLst>
                                    <p:cond delay="0"/>
                                  </p:stCondLst>
                                  <p:childTnLst>
                                    <p:set>
                                      <p:cBhvr>
                                        <p:cTn id="20" dur="1" fill="hold">
                                          <p:stCondLst>
                                            <p:cond delay="0"/>
                                          </p:stCondLst>
                                        </p:cTn>
                                        <p:tgtEl>
                                          <p:spTgt spid="32"/>
                                        </p:tgtEl>
                                        <p:attrNameLst>
                                          <p:attrName>style.visibility</p:attrName>
                                        </p:attrNameLst>
                                      </p:cBhvr>
                                      <p:to>
                                        <p:strVal val="visible"/>
                                      </p:to>
                                    </p:set>
                                    <p:animEffect transition="in" filter="blinds(horizontal)">
                                      <p:cBhvr>
                                        <p:cTn id="21" dur="500"/>
                                        <p:tgtEl>
                                          <p:spTgt spid="32"/>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33"/>
                                        </p:tgtEl>
                                        <p:attrNameLst>
                                          <p:attrName>style.visibility</p:attrName>
                                        </p:attrNameLst>
                                      </p:cBhvr>
                                      <p:to>
                                        <p:strVal val="visible"/>
                                      </p:to>
                                    </p:set>
                                    <p:animEffect transition="in" filter="blinds(horizontal)">
                                      <p:cBhvr>
                                        <p:cTn id="26" dur="500"/>
                                        <p:tgtEl>
                                          <p:spTgt spid="33"/>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nodeType="clickEffect">
                                  <p:stCondLst>
                                    <p:cond delay="0"/>
                                  </p:stCondLst>
                                  <p:childTnLst>
                                    <p:set>
                                      <p:cBhvr>
                                        <p:cTn id="30" dur="1" fill="hold">
                                          <p:stCondLst>
                                            <p:cond delay="0"/>
                                          </p:stCondLst>
                                        </p:cTn>
                                        <p:tgtEl>
                                          <p:spTgt spid="34"/>
                                        </p:tgtEl>
                                        <p:attrNameLst>
                                          <p:attrName>style.visibility</p:attrName>
                                        </p:attrNameLst>
                                      </p:cBhvr>
                                      <p:to>
                                        <p:strVal val="visible"/>
                                      </p:to>
                                    </p:set>
                                    <p:animEffect transition="in" filter="blinds(horizontal)">
                                      <p:cBhvr>
                                        <p:cTn id="31" dur="500"/>
                                        <p:tgtEl>
                                          <p:spTgt spid="34"/>
                                        </p:tgtEl>
                                      </p:cBhvr>
                                    </p:animEffect>
                                  </p:childTnLst>
                                </p:cTn>
                              </p:par>
                              <p:par>
                                <p:cTn id="32" presetID="3" presetClass="entr" presetSubtype="10" fill="hold" nodeType="withEffect">
                                  <p:stCondLst>
                                    <p:cond delay="0"/>
                                  </p:stCondLst>
                                  <p:childTnLst>
                                    <p:set>
                                      <p:cBhvr>
                                        <p:cTn id="33" dur="1" fill="hold">
                                          <p:stCondLst>
                                            <p:cond delay="0"/>
                                          </p:stCondLst>
                                        </p:cTn>
                                        <p:tgtEl>
                                          <p:spTgt spid="35"/>
                                        </p:tgtEl>
                                        <p:attrNameLst>
                                          <p:attrName>style.visibility</p:attrName>
                                        </p:attrNameLst>
                                      </p:cBhvr>
                                      <p:to>
                                        <p:strVal val="visible"/>
                                      </p:to>
                                    </p:set>
                                    <p:animEffect transition="in" filter="blinds(horizontal)">
                                      <p:cBhvr>
                                        <p:cTn id="34" dur="500"/>
                                        <p:tgtEl>
                                          <p:spTgt spid="35"/>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3" presetClass="entr" presetSubtype="10" fill="hold" grpId="0" nodeType="clickEffect">
                                  <p:stCondLst>
                                    <p:cond delay="0"/>
                                  </p:stCondLst>
                                  <p:childTnLst>
                                    <p:set>
                                      <p:cBhvr>
                                        <p:cTn id="38" dur="1" fill="hold">
                                          <p:stCondLst>
                                            <p:cond delay="0"/>
                                          </p:stCondLst>
                                        </p:cTn>
                                        <p:tgtEl>
                                          <p:spTgt spid="38"/>
                                        </p:tgtEl>
                                        <p:attrNameLst>
                                          <p:attrName>style.visibility</p:attrName>
                                        </p:attrNameLst>
                                      </p:cBhvr>
                                      <p:to>
                                        <p:strVal val="visible"/>
                                      </p:to>
                                    </p:set>
                                    <p:animEffect transition="in" filter="blinds(horizontal)">
                                      <p:cBhvr>
                                        <p:cTn id="39"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3" grpId="0"/>
      <p:bldP spid="3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319" name="Group 2"/>
          <p:cNvGrpSpPr>
            <a:grpSpLocks/>
          </p:cNvGrpSpPr>
          <p:nvPr/>
        </p:nvGrpSpPr>
        <p:grpSpPr bwMode="auto">
          <a:xfrm>
            <a:off x="7508875" y="714375"/>
            <a:ext cx="1492250" cy="1512888"/>
            <a:chOff x="8854" y="6450"/>
            <a:chExt cx="1432" cy="1683"/>
          </a:xfrm>
        </p:grpSpPr>
        <p:sp>
          <p:nvSpPr>
            <p:cNvPr id="13362" name="Rectangle 84"/>
            <p:cNvSpPr>
              <a:spLocks noChangeArrowheads="1"/>
            </p:cNvSpPr>
            <p:nvPr/>
          </p:nvSpPr>
          <p:spPr bwMode="auto">
            <a:xfrm>
              <a:off x="9065" y="6536"/>
              <a:ext cx="156"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000">
                  <a:latin typeface="Times New Roman" panose="02020603050405020304" pitchFamily="18" charset="0"/>
                </a:rPr>
                <a:t>	</a:t>
              </a:r>
            </a:p>
            <a:p>
              <a:pPr eaLnBrk="1" hangingPunct="1"/>
              <a:endParaRPr lang="zh-CN" altLang="zh-CN"/>
            </a:p>
          </p:txBody>
        </p:sp>
        <p:sp>
          <p:nvSpPr>
            <p:cNvPr id="13363" name="Rectangle 85"/>
            <p:cNvSpPr>
              <a:spLocks noChangeArrowheads="1"/>
            </p:cNvSpPr>
            <p:nvPr/>
          </p:nvSpPr>
          <p:spPr bwMode="auto">
            <a:xfrm>
              <a:off x="9420" y="6923"/>
              <a:ext cx="463" cy="4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13364" name="Rectangle 86"/>
            <p:cNvSpPr>
              <a:spLocks noChangeArrowheads="1"/>
            </p:cNvSpPr>
            <p:nvPr/>
          </p:nvSpPr>
          <p:spPr bwMode="auto">
            <a:xfrm>
              <a:off x="9471" y="6987"/>
              <a:ext cx="541"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solidFill>
                    <a:srgbClr val="000000"/>
                  </a:solidFill>
                  <a:latin typeface="Symbol" panose="05050102010706020507" pitchFamily="18" charset="2"/>
                </a:rPr>
                <a:t>30</a:t>
              </a:r>
              <a:r>
                <a:rPr lang="zh-CN" altLang="en-US">
                  <a:solidFill>
                    <a:srgbClr val="000000"/>
                  </a:solidFill>
                  <a:latin typeface="Symbol" panose="05050102010706020507" pitchFamily="18" charset="2"/>
                </a:rPr>
                <a:t> </a:t>
              </a:r>
              <a:r>
                <a:rPr lang="en-US" altLang="zh-CN" sz="1200">
                  <a:latin typeface="Times New Roman" panose="02020603050405020304" pitchFamily="18" charset="0"/>
                </a:rPr>
                <a:t>	</a:t>
              </a:r>
            </a:p>
            <a:p>
              <a:pPr eaLnBrk="1" hangingPunct="1"/>
              <a:endParaRPr lang="zh-CN" altLang="zh-CN" sz="2800"/>
            </a:p>
          </p:txBody>
        </p:sp>
        <p:sp>
          <p:nvSpPr>
            <p:cNvPr id="13365" name="Rectangle 88"/>
            <p:cNvSpPr>
              <a:spLocks noChangeArrowheads="1"/>
            </p:cNvSpPr>
            <p:nvPr/>
          </p:nvSpPr>
          <p:spPr bwMode="auto">
            <a:xfrm>
              <a:off x="8854" y="7062"/>
              <a:ext cx="411" cy="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13366" name="Rectangle 89"/>
            <p:cNvSpPr>
              <a:spLocks noChangeArrowheads="1"/>
            </p:cNvSpPr>
            <p:nvPr/>
          </p:nvSpPr>
          <p:spPr bwMode="auto">
            <a:xfrm>
              <a:off x="8923" y="7802"/>
              <a:ext cx="223"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i="1">
                  <a:solidFill>
                    <a:srgbClr val="000000"/>
                  </a:solidFill>
                  <a:latin typeface="Calibri" panose="020F0502020204030204" pitchFamily="34" charset="0"/>
                </a:rPr>
                <a:t> A</a:t>
              </a:r>
              <a:r>
                <a:rPr lang="en-US" altLang="zh-CN" sz="2000">
                  <a:latin typeface="Calibri" panose="020F0502020204030204" pitchFamily="34" charset="0"/>
                </a:rPr>
                <a:t>	</a:t>
              </a:r>
            </a:p>
            <a:p>
              <a:pPr eaLnBrk="1" hangingPunct="1"/>
              <a:endParaRPr lang="zh-CN" altLang="zh-CN" sz="2000">
                <a:latin typeface="Calibri" panose="020F0502020204030204" pitchFamily="34" charset="0"/>
              </a:endParaRPr>
            </a:p>
          </p:txBody>
        </p:sp>
        <p:grpSp>
          <p:nvGrpSpPr>
            <p:cNvPr id="13367" name="Group 91"/>
            <p:cNvGrpSpPr>
              <a:grpSpLocks/>
            </p:cNvGrpSpPr>
            <p:nvPr/>
          </p:nvGrpSpPr>
          <p:grpSpPr bwMode="auto">
            <a:xfrm>
              <a:off x="9693" y="6515"/>
              <a:ext cx="15" cy="1304"/>
              <a:chOff x="8849" y="10975"/>
              <a:chExt cx="15" cy="2174"/>
            </a:xfrm>
          </p:grpSpPr>
          <p:sp>
            <p:nvSpPr>
              <p:cNvPr id="13373" name="Freeform 92"/>
              <p:cNvSpPr>
                <a:spLocks/>
              </p:cNvSpPr>
              <p:nvPr/>
            </p:nvSpPr>
            <p:spPr bwMode="auto">
              <a:xfrm>
                <a:off x="8849" y="10975"/>
                <a:ext cx="15" cy="72"/>
              </a:xfrm>
              <a:custGeom>
                <a:avLst/>
                <a:gdLst>
                  <a:gd name="T0" fmla="*/ 15 w 15"/>
                  <a:gd name="T1" fmla="*/ 9 h 72"/>
                  <a:gd name="T2" fmla="*/ 15 w 15"/>
                  <a:gd name="T3" fmla="*/ 7 h 72"/>
                  <a:gd name="T4" fmla="*/ 12 w 15"/>
                  <a:gd name="T5" fmla="*/ 5 h 72"/>
                  <a:gd name="T6" fmla="*/ 10 w 15"/>
                  <a:gd name="T7" fmla="*/ 2 h 72"/>
                  <a:gd name="T8" fmla="*/ 8 w 15"/>
                  <a:gd name="T9" fmla="*/ 0 h 72"/>
                  <a:gd name="T10" fmla="*/ 5 w 15"/>
                  <a:gd name="T11" fmla="*/ 2 h 72"/>
                  <a:gd name="T12" fmla="*/ 3 w 15"/>
                  <a:gd name="T13" fmla="*/ 5 h 72"/>
                  <a:gd name="T14" fmla="*/ 0 w 15"/>
                  <a:gd name="T15" fmla="*/ 7 h 72"/>
                  <a:gd name="T16" fmla="*/ 0 w 15"/>
                  <a:gd name="T17" fmla="*/ 62 h 72"/>
                  <a:gd name="T18" fmla="*/ 0 w 15"/>
                  <a:gd name="T19" fmla="*/ 65 h 72"/>
                  <a:gd name="T20" fmla="*/ 3 w 15"/>
                  <a:gd name="T21" fmla="*/ 67 h 72"/>
                  <a:gd name="T22" fmla="*/ 5 w 15"/>
                  <a:gd name="T23" fmla="*/ 69 h 72"/>
                  <a:gd name="T24" fmla="*/ 8 w 15"/>
                  <a:gd name="T25" fmla="*/ 72 h 72"/>
                  <a:gd name="T26" fmla="*/ 10 w 15"/>
                  <a:gd name="T27" fmla="*/ 72 h 72"/>
                  <a:gd name="T28" fmla="*/ 12 w 15"/>
                  <a:gd name="T29" fmla="*/ 69 h 72"/>
                  <a:gd name="T30" fmla="*/ 15 w 15"/>
                  <a:gd name="T31" fmla="*/ 67 h 72"/>
                  <a:gd name="T32" fmla="*/ 15 w 15"/>
                  <a:gd name="T33" fmla="*/ 65 h 72"/>
                  <a:gd name="T34" fmla="*/ 15 w 15"/>
                  <a:gd name="T35" fmla="*/ 9 h 7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5"/>
                  <a:gd name="T55" fmla="*/ 0 h 72"/>
                  <a:gd name="T56" fmla="*/ 15 w 15"/>
                  <a:gd name="T57" fmla="*/ 72 h 7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5" h="72">
                    <a:moveTo>
                      <a:pt x="15" y="9"/>
                    </a:moveTo>
                    <a:lnTo>
                      <a:pt x="15" y="7"/>
                    </a:lnTo>
                    <a:lnTo>
                      <a:pt x="12" y="5"/>
                    </a:lnTo>
                    <a:lnTo>
                      <a:pt x="10" y="2"/>
                    </a:lnTo>
                    <a:lnTo>
                      <a:pt x="8" y="0"/>
                    </a:lnTo>
                    <a:lnTo>
                      <a:pt x="5" y="2"/>
                    </a:lnTo>
                    <a:lnTo>
                      <a:pt x="3" y="5"/>
                    </a:lnTo>
                    <a:lnTo>
                      <a:pt x="0" y="7"/>
                    </a:lnTo>
                    <a:lnTo>
                      <a:pt x="0" y="62"/>
                    </a:lnTo>
                    <a:lnTo>
                      <a:pt x="0" y="65"/>
                    </a:lnTo>
                    <a:lnTo>
                      <a:pt x="3" y="67"/>
                    </a:lnTo>
                    <a:lnTo>
                      <a:pt x="5" y="69"/>
                    </a:lnTo>
                    <a:lnTo>
                      <a:pt x="8" y="72"/>
                    </a:lnTo>
                    <a:lnTo>
                      <a:pt x="10" y="72"/>
                    </a:lnTo>
                    <a:lnTo>
                      <a:pt x="12" y="69"/>
                    </a:lnTo>
                    <a:lnTo>
                      <a:pt x="15" y="67"/>
                    </a:lnTo>
                    <a:lnTo>
                      <a:pt x="15" y="65"/>
                    </a:lnTo>
                    <a:lnTo>
                      <a:pt x="1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13374" name="Freeform 93"/>
              <p:cNvSpPr>
                <a:spLocks/>
              </p:cNvSpPr>
              <p:nvPr/>
            </p:nvSpPr>
            <p:spPr bwMode="auto">
              <a:xfrm>
                <a:off x="8849" y="11076"/>
                <a:ext cx="15" cy="72"/>
              </a:xfrm>
              <a:custGeom>
                <a:avLst/>
                <a:gdLst>
                  <a:gd name="T0" fmla="*/ 15 w 15"/>
                  <a:gd name="T1" fmla="*/ 7 h 72"/>
                  <a:gd name="T2" fmla="*/ 15 w 15"/>
                  <a:gd name="T3" fmla="*/ 4 h 72"/>
                  <a:gd name="T4" fmla="*/ 15 w 15"/>
                  <a:gd name="T5" fmla="*/ 2 h 72"/>
                  <a:gd name="T6" fmla="*/ 12 w 15"/>
                  <a:gd name="T7" fmla="*/ 0 h 72"/>
                  <a:gd name="T8" fmla="*/ 10 w 15"/>
                  <a:gd name="T9" fmla="*/ 0 h 72"/>
                  <a:gd name="T10" fmla="*/ 8 w 15"/>
                  <a:gd name="T11" fmla="*/ 0 h 72"/>
                  <a:gd name="T12" fmla="*/ 5 w 15"/>
                  <a:gd name="T13" fmla="*/ 0 h 72"/>
                  <a:gd name="T14" fmla="*/ 3 w 15"/>
                  <a:gd name="T15" fmla="*/ 2 h 72"/>
                  <a:gd name="T16" fmla="*/ 0 w 15"/>
                  <a:gd name="T17" fmla="*/ 4 h 72"/>
                  <a:gd name="T18" fmla="*/ 0 w 15"/>
                  <a:gd name="T19" fmla="*/ 62 h 72"/>
                  <a:gd name="T20" fmla="*/ 0 w 15"/>
                  <a:gd name="T21" fmla="*/ 64 h 72"/>
                  <a:gd name="T22" fmla="*/ 3 w 15"/>
                  <a:gd name="T23" fmla="*/ 67 h 72"/>
                  <a:gd name="T24" fmla="*/ 5 w 15"/>
                  <a:gd name="T25" fmla="*/ 69 h 72"/>
                  <a:gd name="T26" fmla="*/ 8 w 15"/>
                  <a:gd name="T27" fmla="*/ 72 h 72"/>
                  <a:gd name="T28" fmla="*/ 10 w 15"/>
                  <a:gd name="T29" fmla="*/ 72 h 72"/>
                  <a:gd name="T30" fmla="*/ 12 w 15"/>
                  <a:gd name="T31" fmla="*/ 69 h 72"/>
                  <a:gd name="T32" fmla="*/ 15 w 15"/>
                  <a:gd name="T33" fmla="*/ 67 h 72"/>
                  <a:gd name="T34" fmla="*/ 15 w 15"/>
                  <a:gd name="T35" fmla="*/ 64 h 72"/>
                  <a:gd name="T36" fmla="*/ 15 w 15"/>
                  <a:gd name="T37" fmla="*/ 7 h 7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
                  <a:gd name="T58" fmla="*/ 0 h 72"/>
                  <a:gd name="T59" fmla="*/ 15 w 15"/>
                  <a:gd name="T60" fmla="*/ 72 h 7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 h="72">
                    <a:moveTo>
                      <a:pt x="15" y="7"/>
                    </a:moveTo>
                    <a:lnTo>
                      <a:pt x="15" y="4"/>
                    </a:lnTo>
                    <a:lnTo>
                      <a:pt x="15" y="2"/>
                    </a:lnTo>
                    <a:lnTo>
                      <a:pt x="12" y="0"/>
                    </a:lnTo>
                    <a:lnTo>
                      <a:pt x="10" y="0"/>
                    </a:lnTo>
                    <a:lnTo>
                      <a:pt x="8" y="0"/>
                    </a:lnTo>
                    <a:lnTo>
                      <a:pt x="5" y="0"/>
                    </a:lnTo>
                    <a:lnTo>
                      <a:pt x="3" y="2"/>
                    </a:lnTo>
                    <a:lnTo>
                      <a:pt x="0" y="4"/>
                    </a:lnTo>
                    <a:lnTo>
                      <a:pt x="0" y="62"/>
                    </a:lnTo>
                    <a:lnTo>
                      <a:pt x="0" y="64"/>
                    </a:lnTo>
                    <a:lnTo>
                      <a:pt x="3" y="67"/>
                    </a:lnTo>
                    <a:lnTo>
                      <a:pt x="5" y="69"/>
                    </a:lnTo>
                    <a:lnTo>
                      <a:pt x="8" y="72"/>
                    </a:lnTo>
                    <a:lnTo>
                      <a:pt x="10" y="72"/>
                    </a:lnTo>
                    <a:lnTo>
                      <a:pt x="12" y="69"/>
                    </a:lnTo>
                    <a:lnTo>
                      <a:pt x="15" y="67"/>
                    </a:lnTo>
                    <a:lnTo>
                      <a:pt x="15" y="64"/>
                    </a:lnTo>
                    <a:lnTo>
                      <a:pt x="15"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13375" name="Freeform 94"/>
              <p:cNvSpPr>
                <a:spLocks/>
              </p:cNvSpPr>
              <p:nvPr/>
            </p:nvSpPr>
            <p:spPr bwMode="auto">
              <a:xfrm>
                <a:off x="8849" y="11176"/>
                <a:ext cx="15" cy="72"/>
              </a:xfrm>
              <a:custGeom>
                <a:avLst/>
                <a:gdLst>
                  <a:gd name="T0" fmla="*/ 15 w 15"/>
                  <a:gd name="T1" fmla="*/ 8 h 72"/>
                  <a:gd name="T2" fmla="*/ 15 w 15"/>
                  <a:gd name="T3" fmla="*/ 5 h 72"/>
                  <a:gd name="T4" fmla="*/ 15 w 15"/>
                  <a:gd name="T5" fmla="*/ 3 h 72"/>
                  <a:gd name="T6" fmla="*/ 12 w 15"/>
                  <a:gd name="T7" fmla="*/ 0 h 72"/>
                  <a:gd name="T8" fmla="*/ 10 w 15"/>
                  <a:gd name="T9" fmla="*/ 0 h 72"/>
                  <a:gd name="T10" fmla="*/ 8 w 15"/>
                  <a:gd name="T11" fmla="*/ 0 h 72"/>
                  <a:gd name="T12" fmla="*/ 5 w 15"/>
                  <a:gd name="T13" fmla="*/ 0 h 72"/>
                  <a:gd name="T14" fmla="*/ 3 w 15"/>
                  <a:gd name="T15" fmla="*/ 3 h 72"/>
                  <a:gd name="T16" fmla="*/ 0 w 15"/>
                  <a:gd name="T17" fmla="*/ 5 h 72"/>
                  <a:gd name="T18" fmla="*/ 0 w 15"/>
                  <a:gd name="T19" fmla="*/ 63 h 72"/>
                  <a:gd name="T20" fmla="*/ 0 w 15"/>
                  <a:gd name="T21" fmla="*/ 65 h 72"/>
                  <a:gd name="T22" fmla="*/ 3 w 15"/>
                  <a:gd name="T23" fmla="*/ 68 h 72"/>
                  <a:gd name="T24" fmla="*/ 5 w 15"/>
                  <a:gd name="T25" fmla="*/ 70 h 72"/>
                  <a:gd name="T26" fmla="*/ 8 w 15"/>
                  <a:gd name="T27" fmla="*/ 72 h 72"/>
                  <a:gd name="T28" fmla="*/ 10 w 15"/>
                  <a:gd name="T29" fmla="*/ 72 h 72"/>
                  <a:gd name="T30" fmla="*/ 12 w 15"/>
                  <a:gd name="T31" fmla="*/ 70 h 72"/>
                  <a:gd name="T32" fmla="*/ 15 w 15"/>
                  <a:gd name="T33" fmla="*/ 68 h 72"/>
                  <a:gd name="T34" fmla="*/ 15 w 15"/>
                  <a:gd name="T35" fmla="*/ 65 h 72"/>
                  <a:gd name="T36" fmla="*/ 15 w 15"/>
                  <a:gd name="T37" fmla="*/ 8 h 7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
                  <a:gd name="T58" fmla="*/ 0 h 72"/>
                  <a:gd name="T59" fmla="*/ 15 w 15"/>
                  <a:gd name="T60" fmla="*/ 72 h 7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 h="72">
                    <a:moveTo>
                      <a:pt x="15" y="8"/>
                    </a:moveTo>
                    <a:lnTo>
                      <a:pt x="15" y="5"/>
                    </a:lnTo>
                    <a:lnTo>
                      <a:pt x="15" y="3"/>
                    </a:lnTo>
                    <a:lnTo>
                      <a:pt x="12" y="0"/>
                    </a:lnTo>
                    <a:lnTo>
                      <a:pt x="10" y="0"/>
                    </a:lnTo>
                    <a:lnTo>
                      <a:pt x="8" y="0"/>
                    </a:lnTo>
                    <a:lnTo>
                      <a:pt x="5" y="0"/>
                    </a:lnTo>
                    <a:lnTo>
                      <a:pt x="3" y="3"/>
                    </a:lnTo>
                    <a:lnTo>
                      <a:pt x="0" y="5"/>
                    </a:lnTo>
                    <a:lnTo>
                      <a:pt x="0" y="63"/>
                    </a:lnTo>
                    <a:lnTo>
                      <a:pt x="0" y="65"/>
                    </a:lnTo>
                    <a:lnTo>
                      <a:pt x="3" y="68"/>
                    </a:lnTo>
                    <a:lnTo>
                      <a:pt x="5" y="70"/>
                    </a:lnTo>
                    <a:lnTo>
                      <a:pt x="8" y="72"/>
                    </a:lnTo>
                    <a:lnTo>
                      <a:pt x="10" y="72"/>
                    </a:lnTo>
                    <a:lnTo>
                      <a:pt x="12" y="70"/>
                    </a:lnTo>
                    <a:lnTo>
                      <a:pt x="15" y="68"/>
                    </a:lnTo>
                    <a:lnTo>
                      <a:pt x="15" y="65"/>
                    </a:lnTo>
                    <a:lnTo>
                      <a:pt x="15"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13376" name="Freeform 95"/>
              <p:cNvSpPr>
                <a:spLocks/>
              </p:cNvSpPr>
              <p:nvPr/>
            </p:nvSpPr>
            <p:spPr bwMode="auto">
              <a:xfrm>
                <a:off x="8849" y="11277"/>
                <a:ext cx="15" cy="72"/>
              </a:xfrm>
              <a:custGeom>
                <a:avLst/>
                <a:gdLst>
                  <a:gd name="T0" fmla="*/ 15 w 15"/>
                  <a:gd name="T1" fmla="*/ 7 h 72"/>
                  <a:gd name="T2" fmla="*/ 15 w 15"/>
                  <a:gd name="T3" fmla="*/ 5 h 72"/>
                  <a:gd name="T4" fmla="*/ 15 w 15"/>
                  <a:gd name="T5" fmla="*/ 3 h 72"/>
                  <a:gd name="T6" fmla="*/ 12 w 15"/>
                  <a:gd name="T7" fmla="*/ 0 h 72"/>
                  <a:gd name="T8" fmla="*/ 10 w 15"/>
                  <a:gd name="T9" fmla="*/ 0 h 72"/>
                  <a:gd name="T10" fmla="*/ 8 w 15"/>
                  <a:gd name="T11" fmla="*/ 0 h 72"/>
                  <a:gd name="T12" fmla="*/ 5 w 15"/>
                  <a:gd name="T13" fmla="*/ 0 h 72"/>
                  <a:gd name="T14" fmla="*/ 3 w 15"/>
                  <a:gd name="T15" fmla="*/ 3 h 72"/>
                  <a:gd name="T16" fmla="*/ 0 w 15"/>
                  <a:gd name="T17" fmla="*/ 5 h 72"/>
                  <a:gd name="T18" fmla="*/ 0 w 15"/>
                  <a:gd name="T19" fmla="*/ 62 h 72"/>
                  <a:gd name="T20" fmla="*/ 0 w 15"/>
                  <a:gd name="T21" fmla="*/ 65 h 72"/>
                  <a:gd name="T22" fmla="*/ 3 w 15"/>
                  <a:gd name="T23" fmla="*/ 67 h 72"/>
                  <a:gd name="T24" fmla="*/ 5 w 15"/>
                  <a:gd name="T25" fmla="*/ 70 h 72"/>
                  <a:gd name="T26" fmla="*/ 8 w 15"/>
                  <a:gd name="T27" fmla="*/ 72 h 72"/>
                  <a:gd name="T28" fmla="*/ 10 w 15"/>
                  <a:gd name="T29" fmla="*/ 72 h 72"/>
                  <a:gd name="T30" fmla="*/ 12 w 15"/>
                  <a:gd name="T31" fmla="*/ 70 h 72"/>
                  <a:gd name="T32" fmla="*/ 15 w 15"/>
                  <a:gd name="T33" fmla="*/ 67 h 72"/>
                  <a:gd name="T34" fmla="*/ 15 w 15"/>
                  <a:gd name="T35" fmla="*/ 65 h 72"/>
                  <a:gd name="T36" fmla="*/ 15 w 15"/>
                  <a:gd name="T37" fmla="*/ 7 h 7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
                  <a:gd name="T58" fmla="*/ 0 h 72"/>
                  <a:gd name="T59" fmla="*/ 15 w 15"/>
                  <a:gd name="T60" fmla="*/ 72 h 7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 h="72">
                    <a:moveTo>
                      <a:pt x="15" y="7"/>
                    </a:moveTo>
                    <a:lnTo>
                      <a:pt x="15" y="5"/>
                    </a:lnTo>
                    <a:lnTo>
                      <a:pt x="15" y="3"/>
                    </a:lnTo>
                    <a:lnTo>
                      <a:pt x="12" y="0"/>
                    </a:lnTo>
                    <a:lnTo>
                      <a:pt x="10" y="0"/>
                    </a:lnTo>
                    <a:lnTo>
                      <a:pt x="8" y="0"/>
                    </a:lnTo>
                    <a:lnTo>
                      <a:pt x="5" y="0"/>
                    </a:lnTo>
                    <a:lnTo>
                      <a:pt x="3" y="3"/>
                    </a:lnTo>
                    <a:lnTo>
                      <a:pt x="0" y="5"/>
                    </a:lnTo>
                    <a:lnTo>
                      <a:pt x="0" y="62"/>
                    </a:lnTo>
                    <a:lnTo>
                      <a:pt x="0" y="65"/>
                    </a:lnTo>
                    <a:lnTo>
                      <a:pt x="3" y="67"/>
                    </a:lnTo>
                    <a:lnTo>
                      <a:pt x="5" y="70"/>
                    </a:lnTo>
                    <a:lnTo>
                      <a:pt x="8" y="72"/>
                    </a:lnTo>
                    <a:lnTo>
                      <a:pt x="10" y="72"/>
                    </a:lnTo>
                    <a:lnTo>
                      <a:pt x="12" y="70"/>
                    </a:lnTo>
                    <a:lnTo>
                      <a:pt x="15" y="67"/>
                    </a:lnTo>
                    <a:lnTo>
                      <a:pt x="15" y="65"/>
                    </a:lnTo>
                    <a:lnTo>
                      <a:pt x="15"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13377" name="Freeform 96"/>
              <p:cNvSpPr>
                <a:spLocks/>
              </p:cNvSpPr>
              <p:nvPr/>
            </p:nvSpPr>
            <p:spPr bwMode="auto">
              <a:xfrm>
                <a:off x="8849" y="11378"/>
                <a:ext cx="15" cy="72"/>
              </a:xfrm>
              <a:custGeom>
                <a:avLst/>
                <a:gdLst>
                  <a:gd name="T0" fmla="*/ 15 w 15"/>
                  <a:gd name="T1" fmla="*/ 7 h 72"/>
                  <a:gd name="T2" fmla="*/ 15 w 15"/>
                  <a:gd name="T3" fmla="*/ 5 h 72"/>
                  <a:gd name="T4" fmla="*/ 15 w 15"/>
                  <a:gd name="T5" fmla="*/ 2 h 72"/>
                  <a:gd name="T6" fmla="*/ 12 w 15"/>
                  <a:gd name="T7" fmla="*/ 0 h 72"/>
                  <a:gd name="T8" fmla="*/ 10 w 15"/>
                  <a:gd name="T9" fmla="*/ 0 h 72"/>
                  <a:gd name="T10" fmla="*/ 8 w 15"/>
                  <a:gd name="T11" fmla="*/ 0 h 72"/>
                  <a:gd name="T12" fmla="*/ 5 w 15"/>
                  <a:gd name="T13" fmla="*/ 0 h 72"/>
                  <a:gd name="T14" fmla="*/ 3 w 15"/>
                  <a:gd name="T15" fmla="*/ 2 h 72"/>
                  <a:gd name="T16" fmla="*/ 0 w 15"/>
                  <a:gd name="T17" fmla="*/ 5 h 72"/>
                  <a:gd name="T18" fmla="*/ 0 w 15"/>
                  <a:gd name="T19" fmla="*/ 62 h 72"/>
                  <a:gd name="T20" fmla="*/ 0 w 15"/>
                  <a:gd name="T21" fmla="*/ 65 h 72"/>
                  <a:gd name="T22" fmla="*/ 3 w 15"/>
                  <a:gd name="T23" fmla="*/ 67 h 72"/>
                  <a:gd name="T24" fmla="*/ 5 w 15"/>
                  <a:gd name="T25" fmla="*/ 69 h 72"/>
                  <a:gd name="T26" fmla="*/ 8 w 15"/>
                  <a:gd name="T27" fmla="*/ 72 h 72"/>
                  <a:gd name="T28" fmla="*/ 10 w 15"/>
                  <a:gd name="T29" fmla="*/ 72 h 72"/>
                  <a:gd name="T30" fmla="*/ 12 w 15"/>
                  <a:gd name="T31" fmla="*/ 69 h 72"/>
                  <a:gd name="T32" fmla="*/ 15 w 15"/>
                  <a:gd name="T33" fmla="*/ 67 h 72"/>
                  <a:gd name="T34" fmla="*/ 15 w 15"/>
                  <a:gd name="T35" fmla="*/ 65 h 72"/>
                  <a:gd name="T36" fmla="*/ 15 w 15"/>
                  <a:gd name="T37" fmla="*/ 7 h 7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
                  <a:gd name="T58" fmla="*/ 0 h 72"/>
                  <a:gd name="T59" fmla="*/ 15 w 15"/>
                  <a:gd name="T60" fmla="*/ 72 h 7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 h="72">
                    <a:moveTo>
                      <a:pt x="15" y="7"/>
                    </a:moveTo>
                    <a:lnTo>
                      <a:pt x="15" y="5"/>
                    </a:lnTo>
                    <a:lnTo>
                      <a:pt x="15" y="2"/>
                    </a:lnTo>
                    <a:lnTo>
                      <a:pt x="12" y="0"/>
                    </a:lnTo>
                    <a:lnTo>
                      <a:pt x="10" y="0"/>
                    </a:lnTo>
                    <a:lnTo>
                      <a:pt x="8" y="0"/>
                    </a:lnTo>
                    <a:lnTo>
                      <a:pt x="5" y="0"/>
                    </a:lnTo>
                    <a:lnTo>
                      <a:pt x="3" y="2"/>
                    </a:lnTo>
                    <a:lnTo>
                      <a:pt x="0" y="5"/>
                    </a:lnTo>
                    <a:lnTo>
                      <a:pt x="0" y="62"/>
                    </a:lnTo>
                    <a:lnTo>
                      <a:pt x="0" y="65"/>
                    </a:lnTo>
                    <a:lnTo>
                      <a:pt x="3" y="67"/>
                    </a:lnTo>
                    <a:lnTo>
                      <a:pt x="5" y="69"/>
                    </a:lnTo>
                    <a:lnTo>
                      <a:pt x="8" y="72"/>
                    </a:lnTo>
                    <a:lnTo>
                      <a:pt x="10" y="72"/>
                    </a:lnTo>
                    <a:lnTo>
                      <a:pt x="12" y="69"/>
                    </a:lnTo>
                    <a:lnTo>
                      <a:pt x="15" y="67"/>
                    </a:lnTo>
                    <a:lnTo>
                      <a:pt x="15" y="65"/>
                    </a:lnTo>
                    <a:lnTo>
                      <a:pt x="15"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13378" name="Freeform 97"/>
              <p:cNvSpPr>
                <a:spLocks/>
              </p:cNvSpPr>
              <p:nvPr/>
            </p:nvSpPr>
            <p:spPr bwMode="auto">
              <a:xfrm>
                <a:off x="8849" y="11479"/>
                <a:ext cx="15" cy="72"/>
              </a:xfrm>
              <a:custGeom>
                <a:avLst/>
                <a:gdLst>
                  <a:gd name="T0" fmla="*/ 15 w 15"/>
                  <a:gd name="T1" fmla="*/ 7 h 72"/>
                  <a:gd name="T2" fmla="*/ 15 w 15"/>
                  <a:gd name="T3" fmla="*/ 4 h 72"/>
                  <a:gd name="T4" fmla="*/ 15 w 15"/>
                  <a:gd name="T5" fmla="*/ 2 h 72"/>
                  <a:gd name="T6" fmla="*/ 12 w 15"/>
                  <a:gd name="T7" fmla="*/ 0 h 72"/>
                  <a:gd name="T8" fmla="*/ 10 w 15"/>
                  <a:gd name="T9" fmla="*/ 0 h 72"/>
                  <a:gd name="T10" fmla="*/ 8 w 15"/>
                  <a:gd name="T11" fmla="*/ 0 h 72"/>
                  <a:gd name="T12" fmla="*/ 5 w 15"/>
                  <a:gd name="T13" fmla="*/ 0 h 72"/>
                  <a:gd name="T14" fmla="*/ 3 w 15"/>
                  <a:gd name="T15" fmla="*/ 2 h 72"/>
                  <a:gd name="T16" fmla="*/ 0 w 15"/>
                  <a:gd name="T17" fmla="*/ 4 h 72"/>
                  <a:gd name="T18" fmla="*/ 0 w 15"/>
                  <a:gd name="T19" fmla="*/ 62 h 72"/>
                  <a:gd name="T20" fmla="*/ 0 w 15"/>
                  <a:gd name="T21" fmla="*/ 64 h 72"/>
                  <a:gd name="T22" fmla="*/ 3 w 15"/>
                  <a:gd name="T23" fmla="*/ 67 h 72"/>
                  <a:gd name="T24" fmla="*/ 5 w 15"/>
                  <a:gd name="T25" fmla="*/ 69 h 72"/>
                  <a:gd name="T26" fmla="*/ 8 w 15"/>
                  <a:gd name="T27" fmla="*/ 72 h 72"/>
                  <a:gd name="T28" fmla="*/ 10 w 15"/>
                  <a:gd name="T29" fmla="*/ 72 h 72"/>
                  <a:gd name="T30" fmla="*/ 12 w 15"/>
                  <a:gd name="T31" fmla="*/ 69 h 72"/>
                  <a:gd name="T32" fmla="*/ 15 w 15"/>
                  <a:gd name="T33" fmla="*/ 67 h 72"/>
                  <a:gd name="T34" fmla="*/ 15 w 15"/>
                  <a:gd name="T35" fmla="*/ 64 h 72"/>
                  <a:gd name="T36" fmla="*/ 15 w 15"/>
                  <a:gd name="T37" fmla="*/ 7 h 7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
                  <a:gd name="T58" fmla="*/ 0 h 72"/>
                  <a:gd name="T59" fmla="*/ 15 w 15"/>
                  <a:gd name="T60" fmla="*/ 72 h 7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 h="72">
                    <a:moveTo>
                      <a:pt x="15" y="7"/>
                    </a:moveTo>
                    <a:lnTo>
                      <a:pt x="15" y="4"/>
                    </a:lnTo>
                    <a:lnTo>
                      <a:pt x="15" y="2"/>
                    </a:lnTo>
                    <a:lnTo>
                      <a:pt x="12" y="0"/>
                    </a:lnTo>
                    <a:lnTo>
                      <a:pt x="10" y="0"/>
                    </a:lnTo>
                    <a:lnTo>
                      <a:pt x="8" y="0"/>
                    </a:lnTo>
                    <a:lnTo>
                      <a:pt x="5" y="0"/>
                    </a:lnTo>
                    <a:lnTo>
                      <a:pt x="3" y="2"/>
                    </a:lnTo>
                    <a:lnTo>
                      <a:pt x="0" y="4"/>
                    </a:lnTo>
                    <a:lnTo>
                      <a:pt x="0" y="62"/>
                    </a:lnTo>
                    <a:lnTo>
                      <a:pt x="0" y="64"/>
                    </a:lnTo>
                    <a:lnTo>
                      <a:pt x="3" y="67"/>
                    </a:lnTo>
                    <a:lnTo>
                      <a:pt x="5" y="69"/>
                    </a:lnTo>
                    <a:lnTo>
                      <a:pt x="8" y="72"/>
                    </a:lnTo>
                    <a:lnTo>
                      <a:pt x="10" y="72"/>
                    </a:lnTo>
                    <a:lnTo>
                      <a:pt x="12" y="69"/>
                    </a:lnTo>
                    <a:lnTo>
                      <a:pt x="15" y="67"/>
                    </a:lnTo>
                    <a:lnTo>
                      <a:pt x="15" y="64"/>
                    </a:lnTo>
                    <a:lnTo>
                      <a:pt x="15"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13379" name="Freeform 98"/>
              <p:cNvSpPr>
                <a:spLocks/>
              </p:cNvSpPr>
              <p:nvPr/>
            </p:nvSpPr>
            <p:spPr bwMode="auto">
              <a:xfrm>
                <a:off x="8849" y="11579"/>
                <a:ext cx="15" cy="72"/>
              </a:xfrm>
              <a:custGeom>
                <a:avLst/>
                <a:gdLst>
                  <a:gd name="T0" fmla="*/ 15 w 15"/>
                  <a:gd name="T1" fmla="*/ 8 h 72"/>
                  <a:gd name="T2" fmla="*/ 15 w 15"/>
                  <a:gd name="T3" fmla="*/ 5 h 72"/>
                  <a:gd name="T4" fmla="*/ 15 w 15"/>
                  <a:gd name="T5" fmla="*/ 3 h 72"/>
                  <a:gd name="T6" fmla="*/ 12 w 15"/>
                  <a:gd name="T7" fmla="*/ 0 h 72"/>
                  <a:gd name="T8" fmla="*/ 10 w 15"/>
                  <a:gd name="T9" fmla="*/ 0 h 72"/>
                  <a:gd name="T10" fmla="*/ 8 w 15"/>
                  <a:gd name="T11" fmla="*/ 0 h 72"/>
                  <a:gd name="T12" fmla="*/ 5 w 15"/>
                  <a:gd name="T13" fmla="*/ 0 h 72"/>
                  <a:gd name="T14" fmla="*/ 3 w 15"/>
                  <a:gd name="T15" fmla="*/ 3 h 72"/>
                  <a:gd name="T16" fmla="*/ 0 w 15"/>
                  <a:gd name="T17" fmla="*/ 5 h 72"/>
                  <a:gd name="T18" fmla="*/ 0 w 15"/>
                  <a:gd name="T19" fmla="*/ 63 h 72"/>
                  <a:gd name="T20" fmla="*/ 0 w 15"/>
                  <a:gd name="T21" fmla="*/ 65 h 72"/>
                  <a:gd name="T22" fmla="*/ 3 w 15"/>
                  <a:gd name="T23" fmla="*/ 68 h 72"/>
                  <a:gd name="T24" fmla="*/ 5 w 15"/>
                  <a:gd name="T25" fmla="*/ 70 h 72"/>
                  <a:gd name="T26" fmla="*/ 8 w 15"/>
                  <a:gd name="T27" fmla="*/ 72 h 72"/>
                  <a:gd name="T28" fmla="*/ 10 w 15"/>
                  <a:gd name="T29" fmla="*/ 72 h 72"/>
                  <a:gd name="T30" fmla="*/ 12 w 15"/>
                  <a:gd name="T31" fmla="*/ 70 h 72"/>
                  <a:gd name="T32" fmla="*/ 15 w 15"/>
                  <a:gd name="T33" fmla="*/ 68 h 72"/>
                  <a:gd name="T34" fmla="*/ 15 w 15"/>
                  <a:gd name="T35" fmla="*/ 65 h 72"/>
                  <a:gd name="T36" fmla="*/ 15 w 15"/>
                  <a:gd name="T37" fmla="*/ 8 h 7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
                  <a:gd name="T58" fmla="*/ 0 h 72"/>
                  <a:gd name="T59" fmla="*/ 15 w 15"/>
                  <a:gd name="T60" fmla="*/ 72 h 7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 h="72">
                    <a:moveTo>
                      <a:pt x="15" y="8"/>
                    </a:moveTo>
                    <a:lnTo>
                      <a:pt x="15" y="5"/>
                    </a:lnTo>
                    <a:lnTo>
                      <a:pt x="15" y="3"/>
                    </a:lnTo>
                    <a:lnTo>
                      <a:pt x="12" y="0"/>
                    </a:lnTo>
                    <a:lnTo>
                      <a:pt x="10" y="0"/>
                    </a:lnTo>
                    <a:lnTo>
                      <a:pt x="8" y="0"/>
                    </a:lnTo>
                    <a:lnTo>
                      <a:pt x="5" y="0"/>
                    </a:lnTo>
                    <a:lnTo>
                      <a:pt x="3" y="3"/>
                    </a:lnTo>
                    <a:lnTo>
                      <a:pt x="0" y="5"/>
                    </a:lnTo>
                    <a:lnTo>
                      <a:pt x="0" y="63"/>
                    </a:lnTo>
                    <a:lnTo>
                      <a:pt x="0" y="65"/>
                    </a:lnTo>
                    <a:lnTo>
                      <a:pt x="3" y="68"/>
                    </a:lnTo>
                    <a:lnTo>
                      <a:pt x="5" y="70"/>
                    </a:lnTo>
                    <a:lnTo>
                      <a:pt x="8" y="72"/>
                    </a:lnTo>
                    <a:lnTo>
                      <a:pt x="10" y="72"/>
                    </a:lnTo>
                    <a:lnTo>
                      <a:pt x="12" y="70"/>
                    </a:lnTo>
                    <a:lnTo>
                      <a:pt x="15" y="68"/>
                    </a:lnTo>
                    <a:lnTo>
                      <a:pt x="15" y="65"/>
                    </a:lnTo>
                    <a:lnTo>
                      <a:pt x="15"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13380" name="Freeform 99"/>
              <p:cNvSpPr>
                <a:spLocks/>
              </p:cNvSpPr>
              <p:nvPr/>
            </p:nvSpPr>
            <p:spPr bwMode="auto">
              <a:xfrm>
                <a:off x="8849" y="11680"/>
                <a:ext cx="15" cy="72"/>
              </a:xfrm>
              <a:custGeom>
                <a:avLst/>
                <a:gdLst>
                  <a:gd name="T0" fmla="*/ 15 w 15"/>
                  <a:gd name="T1" fmla="*/ 7 h 72"/>
                  <a:gd name="T2" fmla="*/ 15 w 15"/>
                  <a:gd name="T3" fmla="*/ 5 h 72"/>
                  <a:gd name="T4" fmla="*/ 15 w 15"/>
                  <a:gd name="T5" fmla="*/ 3 h 72"/>
                  <a:gd name="T6" fmla="*/ 12 w 15"/>
                  <a:gd name="T7" fmla="*/ 0 h 72"/>
                  <a:gd name="T8" fmla="*/ 10 w 15"/>
                  <a:gd name="T9" fmla="*/ 0 h 72"/>
                  <a:gd name="T10" fmla="*/ 8 w 15"/>
                  <a:gd name="T11" fmla="*/ 0 h 72"/>
                  <a:gd name="T12" fmla="*/ 5 w 15"/>
                  <a:gd name="T13" fmla="*/ 0 h 72"/>
                  <a:gd name="T14" fmla="*/ 3 w 15"/>
                  <a:gd name="T15" fmla="*/ 3 h 72"/>
                  <a:gd name="T16" fmla="*/ 0 w 15"/>
                  <a:gd name="T17" fmla="*/ 5 h 72"/>
                  <a:gd name="T18" fmla="*/ 0 w 15"/>
                  <a:gd name="T19" fmla="*/ 63 h 72"/>
                  <a:gd name="T20" fmla="*/ 0 w 15"/>
                  <a:gd name="T21" fmla="*/ 65 h 72"/>
                  <a:gd name="T22" fmla="*/ 3 w 15"/>
                  <a:gd name="T23" fmla="*/ 67 h 72"/>
                  <a:gd name="T24" fmla="*/ 5 w 15"/>
                  <a:gd name="T25" fmla="*/ 70 h 72"/>
                  <a:gd name="T26" fmla="*/ 8 w 15"/>
                  <a:gd name="T27" fmla="*/ 72 h 72"/>
                  <a:gd name="T28" fmla="*/ 10 w 15"/>
                  <a:gd name="T29" fmla="*/ 72 h 72"/>
                  <a:gd name="T30" fmla="*/ 12 w 15"/>
                  <a:gd name="T31" fmla="*/ 70 h 72"/>
                  <a:gd name="T32" fmla="*/ 15 w 15"/>
                  <a:gd name="T33" fmla="*/ 67 h 72"/>
                  <a:gd name="T34" fmla="*/ 15 w 15"/>
                  <a:gd name="T35" fmla="*/ 65 h 72"/>
                  <a:gd name="T36" fmla="*/ 15 w 15"/>
                  <a:gd name="T37" fmla="*/ 7 h 7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
                  <a:gd name="T58" fmla="*/ 0 h 72"/>
                  <a:gd name="T59" fmla="*/ 15 w 15"/>
                  <a:gd name="T60" fmla="*/ 72 h 7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 h="72">
                    <a:moveTo>
                      <a:pt x="15" y="7"/>
                    </a:moveTo>
                    <a:lnTo>
                      <a:pt x="15" y="5"/>
                    </a:lnTo>
                    <a:lnTo>
                      <a:pt x="15" y="3"/>
                    </a:lnTo>
                    <a:lnTo>
                      <a:pt x="12" y="0"/>
                    </a:lnTo>
                    <a:lnTo>
                      <a:pt x="10" y="0"/>
                    </a:lnTo>
                    <a:lnTo>
                      <a:pt x="8" y="0"/>
                    </a:lnTo>
                    <a:lnTo>
                      <a:pt x="5" y="0"/>
                    </a:lnTo>
                    <a:lnTo>
                      <a:pt x="3" y="3"/>
                    </a:lnTo>
                    <a:lnTo>
                      <a:pt x="0" y="5"/>
                    </a:lnTo>
                    <a:lnTo>
                      <a:pt x="0" y="63"/>
                    </a:lnTo>
                    <a:lnTo>
                      <a:pt x="0" y="65"/>
                    </a:lnTo>
                    <a:lnTo>
                      <a:pt x="3" y="67"/>
                    </a:lnTo>
                    <a:lnTo>
                      <a:pt x="5" y="70"/>
                    </a:lnTo>
                    <a:lnTo>
                      <a:pt x="8" y="72"/>
                    </a:lnTo>
                    <a:lnTo>
                      <a:pt x="10" y="72"/>
                    </a:lnTo>
                    <a:lnTo>
                      <a:pt x="12" y="70"/>
                    </a:lnTo>
                    <a:lnTo>
                      <a:pt x="15" y="67"/>
                    </a:lnTo>
                    <a:lnTo>
                      <a:pt x="15" y="65"/>
                    </a:lnTo>
                    <a:lnTo>
                      <a:pt x="15"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13381" name="Freeform 100"/>
              <p:cNvSpPr>
                <a:spLocks/>
              </p:cNvSpPr>
              <p:nvPr/>
            </p:nvSpPr>
            <p:spPr bwMode="auto">
              <a:xfrm>
                <a:off x="8849" y="11781"/>
                <a:ext cx="15" cy="72"/>
              </a:xfrm>
              <a:custGeom>
                <a:avLst/>
                <a:gdLst>
                  <a:gd name="T0" fmla="*/ 15 w 15"/>
                  <a:gd name="T1" fmla="*/ 7 h 72"/>
                  <a:gd name="T2" fmla="*/ 15 w 15"/>
                  <a:gd name="T3" fmla="*/ 5 h 72"/>
                  <a:gd name="T4" fmla="*/ 15 w 15"/>
                  <a:gd name="T5" fmla="*/ 2 h 72"/>
                  <a:gd name="T6" fmla="*/ 12 w 15"/>
                  <a:gd name="T7" fmla="*/ 0 h 72"/>
                  <a:gd name="T8" fmla="*/ 10 w 15"/>
                  <a:gd name="T9" fmla="*/ 0 h 72"/>
                  <a:gd name="T10" fmla="*/ 8 w 15"/>
                  <a:gd name="T11" fmla="*/ 0 h 72"/>
                  <a:gd name="T12" fmla="*/ 5 w 15"/>
                  <a:gd name="T13" fmla="*/ 0 h 72"/>
                  <a:gd name="T14" fmla="*/ 3 w 15"/>
                  <a:gd name="T15" fmla="*/ 2 h 72"/>
                  <a:gd name="T16" fmla="*/ 0 w 15"/>
                  <a:gd name="T17" fmla="*/ 5 h 72"/>
                  <a:gd name="T18" fmla="*/ 0 w 15"/>
                  <a:gd name="T19" fmla="*/ 62 h 72"/>
                  <a:gd name="T20" fmla="*/ 0 w 15"/>
                  <a:gd name="T21" fmla="*/ 65 h 72"/>
                  <a:gd name="T22" fmla="*/ 3 w 15"/>
                  <a:gd name="T23" fmla="*/ 67 h 72"/>
                  <a:gd name="T24" fmla="*/ 5 w 15"/>
                  <a:gd name="T25" fmla="*/ 70 h 72"/>
                  <a:gd name="T26" fmla="*/ 8 w 15"/>
                  <a:gd name="T27" fmla="*/ 72 h 72"/>
                  <a:gd name="T28" fmla="*/ 10 w 15"/>
                  <a:gd name="T29" fmla="*/ 72 h 72"/>
                  <a:gd name="T30" fmla="*/ 12 w 15"/>
                  <a:gd name="T31" fmla="*/ 70 h 72"/>
                  <a:gd name="T32" fmla="*/ 15 w 15"/>
                  <a:gd name="T33" fmla="*/ 67 h 72"/>
                  <a:gd name="T34" fmla="*/ 15 w 15"/>
                  <a:gd name="T35" fmla="*/ 65 h 72"/>
                  <a:gd name="T36" fmla="*/ 15 w 15"/>
                  <a:gd name="T37" fmla="*/ 7 h 7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
                  <a:gd name="T58" fmla="*/ 0 h 72"/>
                  <a:gd name="T59" fmla="*/ 15 w 15"/>
                  <a:gd name="T60" fmla="*/ 72 h 7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 h="72">
                    <a:moveTo>
                      <a:pt x="15" y="7"/>
                    </a:moveTo>
                    <a:lnTo>
                      <a:pt x="15" y="5"/>
                    </a:lnTo>
                    <a:lnTo>
                      <a:pt x="15" y="2"/>
                    </a:lnTo>
                    <a:lnTo>
                      <a:pt x="12" y="0"/>
                    </a:lnTo>
                    <a:lnTo>
                      <a:pt x="10" y="0"/>
                    </a:lnTo>
                    <a:lnTo>
                      <a:pt x="8" y="0"/>
                    </a:lnTo>
                    <a:lnTo>
                      <a:pt x="5" y="0"/>
                    </a:lnTo>
                    <a:lnTo>
                      <a:pt x="3" y="2"/>
                    </a:lnTo>
                    <a:lnTo>
                      <a:pt x="0" y="5"/>
                    </a:lnTo>
                    <a:lnTo>
                      <a:pt x="0" y="62"/>
                    </a:lnTo>
                    <a:lnTo>
                      <a:pt x="0" y="65"/>
                    </a:lnTo>
                    <a:lnTo>
                      <a:pt x="3" y="67"/>
                    </a:lnTo>
                    <a:lnTo>
                      <a:pt x="5" y="70"/>
                    </a:lnTo>
                    <a:lnTo>
                      <a:pt x="8" y="72"/>
                    </a:lnTo>
                    <a:lnTo>
                      <a:pt x="10" y="72"/>
                    </a:lnTo>
                    <a:lnTo>
                      <a:pt x="12" y="70"/>
                    </a:lnTo>
                    <a:lnTo>
                      <a:pt x="15" y="67"/>
                    </a:lnTo>
                    <a:lnTo>
                      <a:pt x="15" y="65"/>
                    </a:lnTo>
                    <a:lnTo>
                      <a:pt x="15"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13382" name="Freeform 101"/>
              <p:cNvSpPr>
                <a:spLocks/>
              </p:cNvSpPr>
              <p:nvPr/>
            </p:nvSpPr>
            <p:spPr bwMode="auto">
              <a:xfrm>
                <a:off x="8849" y="11882"/>
                <a:ext cx="15" cy="72"/>
              </a:xfrm>
              <a:custGeom>
                <a:avLst/>
                <a:gdLst>
                  <a:gd name="T0" fmla="*/ 15 w 15"/>
                  <a:gd name="T1" fmla="*/ 7 h 72"/>
                  <a:gd name="T2" fmla="*/ 15 w 15"/>
                  <a:gd name="T3" fmla="*/ 5 h 72"/>
                  <a:gd name="T4" fmla="*/ 15 w 15"/>
                  <a:gd name="T5" fmla="*/ 2 h 72"/>
                  <a:gd name="T6" fmla="*/ 12 w 15"/>
                  <a:gd name="T7" fmla="*/ 0 h 72"/>
                  <a:gd name="T8" fmla="*/ 10 w 15"/>
                  <a:gd name="T9" fmla="*/ 0 h 72"/>
                  <a:gd name="T10" fmla="*/ 8 w 15"/>
                  <a:gd name="T11" fmla="*/ 0 h 72"/>
                  <a:gd name="T12" fmla="*/ 5 w 15"/>
                  <a:gd name="T13" fmla="*/ 0 h 72"/>
                  <a:gd name="T14" fmla="*/ 3 w 15"/>
                  <a:gd name="T15" fmla="*/ 2 h 72"/>
                  <a:gd name="T16" fmla="*/ 0 w 15"/>
                  <a:gd name="T17" fmla="*/ 5 h 72"/>
                  <a:gd name="T18" fmla="*/ 0 w 15"/>
                  <a:gd name="T19" fmla="*/ 62 h 72"/>
                  <a:gd name="T20" fmla="*/ 0 w 15"/>
                  <a:gd name="T21" fmla="*/ 65 h 72"/>
                  <a:gd name="T22" fmla="*/ 3 w 15"/>
                  <a:gd name="T23" fmla="*/ 67 h 72"/>
                  <a:gd name="T24" fmla="*/ 5 w 15"/>
                  <a:gd name="T25" fmla="*/ 69 h 72"/>
                  <a:gd name="T26" fmla="*/ 8 w 15"/>
                  <a:gd name="T27" fmla="*/ 72 h 72"/>
                  <a:gd name="T28" fmla="*/ 10 w 15"/>
                  <a:gd name="T29" fmla="*/ 72 h 72"/>
                  <a:gd name="T30" fmla="*/ 12 w 15"/>
                  <a:gd name="T31" fmla="*/ 69 h 72"/>
                  <a:gd name="T32" fmla="*/ 15 w 15"/>
                  <a:gd name="T33" fmla="*/ 67 h 72"/>
                  <a:gd name="T34" fmla="*/ 15 w 15"/>
                  <a:gd name="T35" fmla="*/ 65 h 72"/>
                  <a:gd name="T36" fmla="*/ 15 w 15"/>
                  <a:gd name="T37" fmla="*/ 7 h 7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
                  <a:gd name="T58" fmla="*/ 0 h 72"/>
                  <a:gd name="T59" fmla="*/ 15 w 15"/>
                  <a:gd name="T60" fmla="*/ 72 h 7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 h="72">
                    <a:moveTo>
                      <a:pt x="15" y="7"/>
                    </a:moveTo>
                    <a:lnTo>
                      <a:pt x="15" y="5"/>
                    </a:lnTo>
                    <a:lnTo>
                      <a:pt x="15" y="2"/>
                    </a:lnTo>
                    <a:lnTo>
                      <a:pt x="12" y="0"/>
                    </a:lnTo>
                    <a:lnTo>
                      <a:pt x="10" y="0"/>
                    </a:lnTo>
                    <a:lnTo>
                      <a:pt x="8" y="0"/>
                    </a:lnTo>
                    <a:lnTo>
                      <a:pt x="5" y="0"/>
                    </a:lnTo>
                    <a:lnTo>
                      <a:pt x="3" y="2"/>
                    </a:lnTo>
                    <a:lnTo>
                      <a:pt x="0" y="5"/>
                    </a:lnTo>
                    <a:lnTo>
                      <a:pt x="0" y="62"/>
                    </a:lnTo>
                    <a:lnTo>
                      <a:pt x="0" y="65"/>
                    </a:lnTo>
                    <a:lnTo>
                      <a:pt x="3" y="67"/>
                    </a:lnTo>
                    <a:lnTo>
                      <a:pt x="5" y="69"/>
                    </a:lnTo>
                    <a:lnTo>
                      <a:pt x="8" y="72"/>
                    </a:lnTo>
                    <a:lnTo>
                      <a:pt x="10" y="72"/>
                    </a:lnTo>
                    <a:lnTo>
                      <a:pt x="12" y="69"/>
                    </a:lnTo>
                    <a:lnTo>
                      <a:pt x="15" y="67"/>
                    </a:lnTo>
                    <a:lnTo>
                      <a:pt x="15" y="65"/>
                    </a:lnTo>
                    <a:lnTo>
                      <a:pt x="15"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13383" name="Freeform 102"/>
              <p:cNvSpPr>
                <a:spLocks/>
              </p:cNvSpPr>
              <p:nvPr/>
            </p:nvSpPr>
            <p:spPr bwMode="auto">
              <a:xfrm>
                <a:off x="8849" y="11983"/>
                <a:ext cx="15" cy="71"/>
              </a:xfrm>
              <a:custGeom>
                <a:avLst/>
                <a:gdLst>
                  <a:gd name="T0" fmla="*/ 15 w 15"/>
                  <a:gd name="T1" fmla="*/ 7 h 71"/>
                  <a:gd name="T2" fmla="*/ 15 w 15"/>
                  <a:gd name="T3" fmla="*/ 4 h 71"/>
                  <a:gd name="T4" fmla="*/ 15 w 15"/>
                  <a:gd name="T5" fmla="*/ 2 h 71"/>
                  <a:gd name="T6" fmla="*/ 12 w 15"/>
                  <a:gd name="T7" fmla="*/ 0 h 71"/>
                  <a:gd name="T8" fmla="*/ 10 w 15"/>
                  <a:gd name="T9" fmla="*/ 0 h 71"/>
                  <a:gd name="T10" fmla="*/ 8 w 15"/>
                  <a:gd name="T11" fmla="*/ 0 h 71"/>
                  <a:gd name="T12" fmla="*/ 5 w 15"/>
                  <a:gd name="T13" fmla="*/ 0 h 71"/>
                  <a:gd name="T14" fmla="*/ 3 w 15"/>
                  <a:gd name="T15" fmla="*/ 2 h 71"/>
                  <a:gd name="T16" fmla="*/ 0 w 15"/>
                  <a:gd name="T17" fmla="*/ 4 h 71"/>
                  <a:gd name="T18" fmla="*/ 0 w 15"/>
                  <a:gd name="T19" fmla="*/ 62 h 71"/>
                  <a:gd name="T20" fmla="*/ 0 w 15"/>
                  <a:gd name="T21" fmla="*/ 64 h 71"/>
                  <a:gd name="T22" fmla="*/ 3 w 15"/>
                  <a:gd name="T23" fmla="*/ 67 h 71"/>
                  <a:gd name="T24" fmla="*/ 5 w 15"/>
                  <a:gd name="T25" fmla="*/ 69 h 71"/>
                  <a:gd name="T26" fmla="*/ 8 w 15"/>
                  <a:gd name="T27" fmla="*/ 71 h 71"/>
                  <a:gd name="T28" fmla="*/ 10 w 15"/>
                  <a:gd name="T29" fmla="*/ 71 h 71"/>
                  <a:gd name="T30" fmla="*/ 12 w 15"/>
                  <a:gd name="T31" fmla="*/ 69 h 71"/>
                  <a:gd name="T32" fmla="*/ 15 w 15"/>
                  <a:gd name="T33" fmla="*/ 67 h 71"/>
                  <a:gd name="T34" fmla="*/ 15 w 15"/>
                  <a:gd name="T35" fmla="*/ 64 h 71"/>
                  <a:gd name="T36" fmla="*/ 15 w 15"/>
                  <a:gd name="T37" fmla="*/ 7 h 7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
                  <a:gd name="T58" fmla="*/ 0 h 71"/>
                  <a:gd name="T59" fmla="*/ 15 w 15"/>
                  <a:gd name="T60" fmla="*/ 71 h 7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 h="71">
                    <a:moveTo>
                      <a:pt x="15" y="7"/>
                    </a:moveTo>
                    <a:lnTo>
                      <a:pt x="15" y="4"/>
                    </a:lnTo>
                    <a:lnTo>
                      <a:pt x="15" y="2"/>
                    </a:lnTo>
                    <a:lnTo>
                      <a:pt x="12" y="0"/>
                    </a:lnTo>
                    <a:lnTo>
                      <a:pt x="10" y="0"/>
                    </a:lnTo>
                    <a:lnTo>
                      <a:pt x="8" y="0"/>
                    </a:lnTo>
                    <a:lnTo>
                      <a:pt x="5" y="0"/>
                    </a:lnTo>
                    <a:lnTo>
                      <a:pt x="3" y="2"/>
                    </a:lnTo>
                    <a:lnTo>
                      <a:pt x="0" y="4"/>
                    </a:lnTo>
                    <a:lnTo>
                      <a:pt x="0" y="62"/>
                    </a:lnTo>
                    <a:lnTo>
                      <a:pt x="0" y="64"/>
                    </a:lnTo>
                    <a:lnTo>
                      <a:pt x="3" y="67"/>
                    </a:lnTo>
                    <a:lnTo>
                      <a:pt x="5" y="69"/>
                    </a:lnTo>
                    <a:lnTo>
                      <a:pt x="8" y="71"/>
                    </a:lnTo>
                    <a:lnTo>
                      <a:pt x="10" y="71"/>
                    </a:lnTo>
                    <a:lnTo>
                      <a:pt x="12" y="69"/>
                    </a:lnTo>
                    <a:lnTo>
                      <a:pt x="15" y="67"/>
                    </a:lnTo>
                    <a:lnTo>
                      <a:pt x="15" y="64"/>
                    </a:lnTo>
                    <a:lnTo>
                      <a:pt x="15"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13384" name="Freeform 103"/>
              <p:cNvSpPr>
                <a:spLocks/>
              </p:cNvSpPr>
              <p:nvPr/>
            </p:nvSpPr>
            <p:spPr bwMode="auto">
              <a:xfrm>
                <a:off x="8849" y="12083"/>
                <a:ext cx="15" cy="72"/>
              </a:xfrm>
              <a:custGeom>
                <a:avLst/>
                <a:gdLst>
                  <a:gd name="T0" fmla="*/ 15 w 15"/>
                  <a:gd name="T1" fmla="*/ 7 h 72"/>
                  <a:gd name="T2" fmla="*/ 15 w 15"/>
                  <a:gd name="T3" fmla="*/ 5 h 72"/>
                  <a:gd name="T4" fmla="*/ 15 w 15"/>
                  <a:gd name="T5" fmla="*/ 3 h 72"/>
                  <a:gd name="T6" fmla="*/ 12 w 15"/>
                  <a:gd name="T7" fmla="*/ 0 h 72"/>
                  <a:gd name="T8" fmla="*/ 10 w 15"/>
                  <a:gd name="T9" fmla="*/ 0 h 72"/>
                  <a:gd name="T10" fmla="*/ 8 w 15"/>
                  <a:gd name="T11" fmla="*/ 0 h 72"/>
                  <a:gd name="T12" fmla="*/ 5 w 15"/>
                  <a:gd name="T13" fmla="*/ 0 h 72"/>
                  <a:gd name="T14" fmla="*/ 3 w 15"/>
                  <a:gd name="T15" fmla="*/ 3 h 72"/>
                  <a:gd name="T16" fmla="*/ 0 w 15"/>
                  <a:gd name="T17" fmla="*/ 5 h 72"/>
                  <a:gd name="T18" fmla="*/ 0 w 15"/>
                  <a:gd name="T19" fmla="*/ 63 h 72"/>
                  <a:gd name="T20" fmla="*/ 0 w 15"/>
                  <a:gd name="T21" fmla="*/ 65 h 72"/>
                  <a:gd name="T22" fmla="*/ 3 w 15"/>
                  <a:gd name="T23" fmla="*/ 67 h 72"/>
                  <a:gd name="T24" fmla="*/ 5 w 15"/>
                  <a:gd name="T25" fmla="*/ 70 h 72"/>
                  <a:gd name="T26" fmla="*/ 8 w 15"/>
                  <a:gd name="T27" fmla="*/ 72 h 72"/>
                  <a:gd name="T28" fmla="*/ 10 w 15"/>
                  <a:gd name="T29" fmla="*/ 72 h 72"/>
                  <a:gd name="T30" fmla="*/ 12 w 15"/>
                  <a:gd name="T31" fmla="*/ 70 h 72"/>
                  <a:gd name="T32" fmla="*/ 15 w 15"/>
                  <a:gd name="T33" fmla="*/ 67 h 72"/>
                  <a:gd name="T34" fmla="*/ 15 w 15"/>
                  <a:gd name="T35" fmla="*/ 65 h 72"/>
                  <a:gd name="T36" fmla="*/ 15 w 15"/>
                  <a:gd name="T37" fmla="*/ 7 h 7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
                  <a:gd name="T58" fmla="*/ 0 h 72"/>
                  <a:gd name="T59" fmla="*/ 15 w 15"/>
                  <a:gd name="T60" fmla="*/ 72 h 7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 h="72">
                    <a:moveTo>
                      <a:pt x="15" y="7"/>
                    </a:moveTo>
                    <a:lnTo>
                      <a:pt x="15" y="5"/>
                    </a:lnTo>
                    <a:lnTo>
                      <a:pt x="15" y="3"/>
                    </a:lnTo>
                    <a:lnTo>
                      <a:pt x="12" y="0"/>
                    </a:lnTo>
                    <a:lnTo>
                      <a:pt x="10" y="0"/>
                    </a:lnTo>
                    <a:lnTo>
                      <a:pt x="8" y="0"/>
                    </a:lnTo>
                    <a:lnTo>
                      <a:pt x="5" y="0"/>
                    </a:lnTo>
                    <a:lnTo>
                      <a:pt x="3" y="3"/>
                    </a:lnTo>
                    <a:lnTo>
                      <a:pt x="0" y="5"/>
                    </a:lnTo>
                    <a:lnTo>
                      <a:pt x="0" y="63"/>
                    </a:lnTo>
                    <a:lnTo>
                      <a:pt x="0" y="65"/>
                    </a:lnTo>
                    <a:lnTo>
                      <a:pt x="3" y="67"/>
                    </a:lnTo>
                    <a:lnTo>
                      <a:pt x="5" y="70"/>
                    </a:lnTo>
                    <a:lnTo>
                      <a:pt x="8" y="72"/>
                    </a:lnTo>
                    <a:lnTo>
                      <a:pt x="10" y="72"/>
                    </a:lnTo>
                    <a:lnTo>
                      <a:pt x="12" y="70"/>
                    </a:lnTo>
                    <a:lnTo>
                      <a:pt x="15" y="67"/>
                    </a:lnTo>
                    <a:lnTo>
                      <a:pt x="15" y="65"/>
                    </a:lnTo>
                    <a:lnTo>
                      <a:pt x="15"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13385" name="Freeform 104"/>
              <p:cNvSpPr>
                <a:spLocks/>
              </p:cNvSpPr>
              <p:nvPr/>
            </p:nvSpPr>
            <p:spPr bwMode="auto">
              <a:xfrm>
                <a:off x="8849" y="12184"/>
                <a:ext cx="15" cy="72"/>
              </a:xfrm>
              <a:custGeom>
                <a:avLst/>
                <a:gdLst>
                  <a:gd name="T0" fmla="*/ 15 w 15"/>
                  <a:gd name="T1" fmla="*/ 7 h 72"/>
                  <a:gd name="T2" fmla="*/ 15 w 15"/>
                  <a:gd name="T3" fmla="*/ 5 h 72"/>
                  <a:gd name="T4" fmla="*/ 15 w 15"/>
                  <a:gd name="T5" fmla="*/ 2 h 72"/>
                  <a:gd name="T6" fmla="*/ 12 w 15"/>
                  <a:gd name="T7" fmla="*/ 0 h 72"/>
                  <a:gd name="T8" fmla="*/ 10 w 15"/>
                  <a:gd name="T9" fmla="*/ 0 h 72"/>
                  <a:gd name="T10" fmla="*/ 8 w 15"/>
                  <a:gd name="T11" fmla="*/ 0 h 72"/>
                  <a:gd name="T12" fmla="*/ 5 w 15"/>
                  <a:gd name="T13" fmla="*/ 0 h 72"/>
                  <a:gd name="T14" fmla="*/ 3 w 15"/>
                  <a:gd name="T15" fmla="*/ 2 h 72"/>
                  <a:gd name="T16" fmla="*/ 0 w 15"/>
                  <a:gd name="T17" fmla="*/ 5 h 72"/>
                  <a:gd name="T18" fmla="*/ 0 w 15"/>
                  <a:gd name="T19" fmla="*/ 62 h 72"/>
                  <a:gd name="T20" fmla="*/ 0 w 15"/>
                  <a:gd name="T21" fmla="*/ 65 h 72"/>
                  <a:gd name="T22" fmla="*/ 3 w 15"/>
                  <a:gd name="T23" fmla="*/ 67 h 72"/>
                  <a:gd name="T24" fmla="*/ 5 w 15"/>
                  <a:gd name="T25" fmla="*/ 70 h 72"/>
                  <a:gd name="T26" fmla="*/ 8 w 15"/>
                  <a:gd name="T27" fmla="*/ 72 h 72"/>
                  <a:gd name="T28" fmla="*/ 10 w 15"/>
                  <a:gd name="T29" fmla="*/ 72 h 72"/>
                  <a:gd name="T30" fmla="*/ 12 w 15"/>
                  <a:gd name="T31" fmla="*/ 70 h 72"/>
                  <a:gd name="T32" fmla="*/ 15 w 15"/>
                  <a:gd name="T33" fmla="*/ 67 h 72"/>
                  <a:gd name="T34" fmla="*/ 15 w 15"/>
                  <a:gd name="T35" fmla="*/ 65 h 72"/>
                  <a:gd name="T36" fmla="*/ 15 w 15"/>
                  <a:gd name="T37" fmla="*/ 7 h 7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
                  <a:gd name="T58" fmla="*/ 0 h 72"/>
                  <a:gd name="T59" fmla="*/ 15 w 15"/>
                  <a:gd name="T60" fmla="*/ 72 h 7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 h="72">
                    <a:moveTo>
                      <a:pt x="15" y="7"/>
                    </a:moveTo>
                    <a:lnTo>
                      <a:pt x="15" y="5"/>
                    </a:lnTo>
                    <a:lnTo>
                      <a:pt x="15" y="2"/>
                    </a:lnTo>
                    <a:lnTo>
                      <a:pt x="12" y="0"/>
                    </a:lnTo>
                    <a:lnTo>
                      <a:pt x="10" y="0"/>
                    </a:lnTo>
                    <a:lnTo>
                      <a:pt x="8" y="0"/>
                    </a:lnTo>
                    <a:lnTo>
                      <a:pt x="5" y="0"/>
                    </a:lnTo>
                    <a:lnTo>
                      <a:pt x="3" y="2"/>
                    </a:lnTo>
                    <a:lnTo>
                      <a:pt x="0" y="5"/>
                    </a:lnTo>
                    <a:lnTo>
                      <a:pt x="0" y="62"/>
                    </a:lnTo>
                    <a:lnTo>
                      <a:pt x="0" y="65"/>
                    </a:lnTo>
                    <a:lnTo>
                      <a:pt x="3" y="67"/>
                    </a:lnTo>
                    <a:lnTo>
                      <a:pt x="5" y="70"/>
                    </a:lnTo>
                    <a:lnTo>
                      <a:pt x="8" y="72"/>
                    </a:lnTo>
                    <a:lnTo>
                      <a:pt x="10" y="72"/>
                    </a:lnTo>
                    <a:lnTo>
                      <a:pt x="12" y="70"/>
                    </a:lnTo>
                    <a:lnTo>
                      <a:pt x="15" y="67"/>
                    </a:lnTo>
                    <a:lnTo>
                      <a:pt x="15" y="65"/>
                    </a:lnTo>
                    <a:lnTo>
                      <a:pt x="15"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13386" name="Freeform 105"/>
              <p:cNvSpPr>
                <a:spLocks/>
              </p:cNvSpPr>
              <p:nvPr/>
            </p:nvSpPr>
            <p:spPr bwMode="auto">
              <a:xfrm>
                <a:off x="8849" y="12285"/>
                <a:ext cx="15" cy="72"/>
              </a:xfrm>
              <a:custGeom>
                <a:avLst/>
                <a:gdLst>
                  <a:gd name="T0" fmla="*/ 15 w 15"/>
                  <a:gd name="T1" fmla="*/ 7 h 72"/>
                  <a:gd name="T2" fmla="*/ 15 w 15"/>
                  <a:gd name="T3" fmla="*/ 5 h 72"/>
                  <a:gd name="T4" fmla="*/ 15 w 15"/>
                  <a:gd name="T5" fmla="*/ 2 h 72"/>
                  <a:gd name="T6" fmla="*/ 12 w 15"/>
                  <a:gd name="T7" fmla="*/ 0 h 72"/>
                  <a:gd name="T8" fmla="*/ 10 w 15"/>
                  <a:gd name="T9" fmla="*/ 0 h 72"/>
                  <a:gd name="T10" fmla="*/ 8 w 15"/>
                  <a:gd name="T11" fmla="*/ 0 h 72"/>
                  <a:gd name="T12" fmla="*/ 5 w 15"/>
                  <a:gd name="T13" fmla="*/ 0 h 72"/>
                  <a:gd name="T14" fmla="*/ 3 w 15"/>
                  <a:gd name="T15" fmla="*/ 2 h 72"/>
                  <a:gd name="T16" fmla="*/ 0 w 15"/>
                  <a:gd name="T17" fmla="*/ 5 h 72"/>
                  <a:gd name="T18" fmla="*/ 0 w 15"/>
                  <a:gd name="T19" fmla="*/ 62 h 72"/>
                  <a:gd name="T20" fmla="*/ 0 w 15"/>
                  <a:gd name="T21" fmla="*/ 65 h 72"/>
                  <a:gd name="T22" fmla="*/ 3 w 15"/>
                  <a:gd name="T23" fmla="*/ 67 h 72"/>
                  <a:gd name="T24" fmla="*/ 5 w 15"/>
                  <a:gd name="T25" fmla="*/ 69 h 72"/>
                  <a:gd name="T26" fmla="*/ 8 w 15"/>
                  <a:gd name="T27" fmla="*/ 72 h 72"/>
                  <a:gd name="T28" fmla="*/ 10 w 15"/>
                  <a:gd name="T29" fmla="*/ 72 h 72"/>
                  <a:gd name="T30" fmla="*/ 12 w 15"/>
                  <a:gd name="T31" fmla="*/ 69 h 72"/>
                  <a:gd name="T32" fmla="*/ 15 w 15"/>
                  <a:gd name="T33" fmla="*/ 67 h 72"/>
                  <a:gd name="T34" fmla="*/ 15 w 15"/>
                  <a:gd name="T35" fmla="*/ 65 h 72"/>
                  <a:gd name="T36" fmla="*/ 15 w 15"/>
                  <a:gd name="T37" fmla="*/ 7 h 7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
                  <a:gd name="T58" fmla="*/ 0 h 72"/>
                  <a:gd name="T59" fmla="*/ 15 w 15"/>
                  <a:gd name="T60" fmla="*/ 72 h 7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 h="72">
                    <a:moveTo>
                      <a:pt x="15" y="7"/>
                    </a:moveTo>
                    <a:lnTo>
                      <a:pt x="15" y="5"/>
                    </a:lnTo>
                    <a:lnTo>
                      <a:pt x="15" y="2"/>
                    </a:lnTo>
                    <a:lnTo>
                      <a:pt x="12" y="0"/>
                    </a:lnTo>
                    <a:lnTo>
                      <a:pt x="10" y="0"/>
                    </a:lnTo>
                    <a:lnTo>
                      <a:pt x="8" y="0"/>
                    </a:lnTo>
                    <a:lnTo>
                      <a:pt x="5" y="0"/>
                    </a:lnTo>
                    <a:lnTo>
                      <a:pt x="3" y="2"/>
                    </a:lnTo>
                    <a:lnTo>
                      <a:pt x="0" y="5"/>
                    </a:lnTo>
                    <a:lnTo>
                      <a:pt x="0" y="62"/>
                    </a:lnTo>
                    <a:lnTo>
                      <a:pt x="0" y="65"/>
                    </a:lnTo>
                    <a:lnTo>
                      <a:pt x="3" y="67"/>
                    </a:lnTo>
                    <a:lnTo>
                      <a:pt x="5" y="69"/>
                    </a:lnTo>
                    <a:lnTo>
                      <a:pt x="8" y="72"/>
                    </a:lnTo>
                    <a:lnTo>
                      <a:pt x="10" y="72"/>
                    </a:lnTo>
                    <a:lnTo>
                      <a:pt x="12" y="69"/>
                    </a:lnTo>
                    <a:lnTo>
                      <a:pt x="15" y="67"/>
                    </a:lnTo>
                    <a:lnTo>
                      <a:pt x="15" y="65"/>
                    </a:lnTo>
                    <a:lnTo>
                      <a:pt x="15"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13387" name="Freeform 106"/>
              <p:cNvSpPr>
                <a:spLocks/>
              </p:cNvSpPr>
              <p:nvPr/>
            </p:nvSpPr>
            <p:spPr bwMode="auto">
              <a:xfrm>
                <a:off x="8849" y="12386"/>
                <a:ext cx="15" cy="72"/>
              </a:xfrm>
              <a:custGeom>
                <a:avLst/>
                <a:gdLst>
                  <a:gd name="T0" fmla="*/ 15 w 15"/>
                  <a:gd name="T1" fmla="*/ 7 h 72"/>
                  <a:gd name="T2" fmla="*/ 15 w 15"/>
                  <a:gd name="T3" fmla="*/ 4 h 72"/>
                  <a:gd name="T4" fmla="*/ 15 w 15"/>
                  <a:gd name="T5" fmla="*/ 2 h 72"/>
                  <a:gd name="T6" fmla="*/ 12 w 15"/>
                  <a:gd name="T7" fmla="*/ 0 h 72"/>
                  <a:gd name="T8" fmla="*/ 10 w 15"/>
                  <a:gd name="T9" fmla="*/ 0 h 72"/>
                  <a:gd name="T10" fmla="*/ 8 w 15"/>
                  <a:gd name="T11" fmla="*/ 0 h 72"/>
                  <a:gd name="T12" fmla="*/ 5 w 15"/>
                  <a:gd name="T13" fmla="*/ 0 h 72"/>
                  <a:gd name="T14" fmla="*/ 3 w 15"/>
                  <a:gd name="T15" fmla="*/ 2 h 72"/>
                  <a:gd name="T16" fmla="*/ 0 w 15"/>
                  <a:gd name="T17" fmla="*/ 4 h 72"/>
                  <a:gd name="T18" fmla="*/ 0 w 15"/>
                  <a:gd name="T19" fmla="*/ 62 h 72"/>
                  <a:gd name="T20" fmla="*/ 0 w 15"/>
                  <a:gd name="T21" fmla="*/ 64 h 72"/>
                  <a:gd name="T22" fmla="*/ 3 w 15"/>
                  <a:gd name="T23" fmla="*/ 67 h 72"/>
                  <a:gd name="T24" fmla="*/ 5 w 15"/>
                  <a:gd name="T25" fmla="*/ 69 h 72"/>
                  <a:gd name="T26" fmla="*/ 8 w 15"/>
                  <a:gd name="T27" fmla="*/ 72 h 72"/>
                  <a:gd name="T28" fmla="*/ 10 w 15"/>
                  <a:gd name="T29" fmla="*/ 72 h 72"/>
                  <a:gd name="T30" fmla="*/ 12 w 15"/>
                  <a:gd name="T31" fmla="*/ 69 h 72"/>
                  <a:gd name="T32" fmla="*/ 15 w 15"/>
                  <a:gd name="T33" fmla="*/ 67 h 72"/>
                  <a:gd name="T34" fmla="*/ 15 w 15"/>
                  <a:gd name="T35" fmla="*/ 64 h 72"/>
                  <a:gd name="T36" fmla="*/ 15 w 15"/>
                  <a:gd name="T37" fmla="*/ 7 h 7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
                  <a:gd name="T58" fmla="*/ 0 h 72"/>
                  <a:gd name="T59" fmla="*/ 15 w 15"/>
                  <a:gd name="T60" fmla="*/ 72 h 7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 h="72">
                    <a:moveTo>
                      <a:pt x="15" y="7"/>
                    </a:moveTo>
                    <a:lnTo>
                      <a:pt x="15" y="4"/>
                    </a:lnTo>
                    <a:lnTo>
                      <a:pt x="15" y="2"/>
                    </a:lnTo>
                    <a:lnTo>
                      <a:pt x="12" y="0"/>
                    </a:lnTo>
                    <a:lnTo>
                      <a:pt x="10" y="0"/>
                    </a:lnTo>
                    <a:lnTo>
                      <a:pt x="8" y="0"/>
                    </a:lnTo>
                    <a:lnTo>
                      <a:pt x="5" y="0"/>
                    </a:lnTo>
                    <a:lnTo>
                      <a:pt x="3" y="2"/>
                    </a:lnTo>
                    <a:lnTo>
                      <a:pt x="0" y="4"/>
                    </a:lnTo>
                    <a:lnTo>
                      <a:pt x="0" y="62"/>
                    </a:lnTo>
                    <a:lnTo>
                      <a:pt x="0" y="64"/>
                    </a:lnTo>
                    <a:lnTo>
                      <a:pt x="3" y="67"/>
                    </a:lnTo>
                    <a:lnTo>
                      <a:pt x="5" y="69"/>
                    </a:lnTo>
                    <a:lnTo>
                      <a:pt x="8" y="72"/>
                    </a:lnTo>
                    <a:lnTo>
                      <a:pt x="10" y="72"/>
                    </a:lnTo>
                    <a:lnTo>
                      <a:pt x="12" y="69"/>
                    </a:lnTo>
                    <a:lnTo>
                      <a:pt x="15" y="67"/>
                    </a:lnTo>
                    <a:lnTo>
                      <a:pt x="15" y="64"/>
                    </a:lnTo>
                    <a:lnTo>
                      <a:pt x="15"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13388" name="Freeform 107"/>
              <p:cNvSpPr>
                <a:spLocks/>
              </p:cNvSpPr>
              <p:nvPr/>
            </p:nvSpPr>
            <p:spPr bwMode="auto">
              <a:xfrm>
                <a:off x="8849" y="12486"/>
                <a:ext cx="15" cy="72"/>
              </a:xfrm>
              <a:custGeom>
                <a:avLst/>
                <a:gdLst>
                  <a:gd name="T0" fmla="*/ 15 w 15"/>
                  <a:gd name="T1" fmla="*/ 8 h 72"/>
                  <a:gd name="T2" fmla="*/ 15 w 15"/>
                  <a:gd name="T3" fmla="*/ 5 h 72"/>
                  <a:gd name="T4" fmla="*/ 15 w 15"/>
                  <a:gd name="T5" fmla="*/ 3 h 72"/>
                  <a:gd name="T6" fmla="*/ 12 w 15"/>
                  <a:gd name="T7" fmla="*/ 0 h 72"/>
                  <a:gd name="T8" fmla="*/ 10 w 15"/>
                  <a:gd name="T9" fmla="*/ 0 h 72"/>
                  <a:gd name="T10" fmla="*/ 8 w 15"/>
                  <a:gd name="T11" fmla="*/ 0 h 72"/>
                  <a:gd name="T12" fmla="*/ 5 w 15"/>
                  <a:gd name="T13" fmla="*/ 0 h 72"/>
                  <a:gd name="T14" fmla="*/ 3 w 15"/>
                  <a:gd name="T15" fmla="*/ 3 h 72"/>
                  <a:gd name="T16" fmla="*/ 0 w 15"/>
                  <a:gd name="T17" fmla="*/ 5 h 72"/>
                  <a:gd name="T18" fmla="*/ 0 w 15"/>
                  <a:gd name="T19" fmla="*/ 63 h 72"/>
                  <a:gd name="T20" fmla="*/ 0 w 15"/>
                  <a:gd name="T21" fmla="*/ 65 h 72"/>
                  <a:gd name="T22" fmla="*/ 3 w 15"/>
                  <a:gd name="T23" fmla="*/ 68 h 72"/>
                  <a:gd name="T24" fmla="*/ 5 w 15"/>
                  <a:gd name="T25" fmla="*/ 70 h 72"/>
                  <a:gd name="T26" fmla="*/ 8 w 15"/>
                  <a:gd name="T27" fmla="*/ 72 h 72"/>
                  <a:gd name="T28" fmla="*/ 10 w 15"/>
                  <a:gd name="T29" fmla="*/ 72 h 72"/>
                  <a:gd name="T30" fmla="*/ 12 w 15"/>
                  <a:gd name="T31" fmla="*/ 70 h 72"/>
                  <a:gd name="T32" fmla="*/ 15 w 15"/>
                  <a:gd name="T33" fmla="*/ 68 h 72"/>
                  <a:gd name="T34" fmla="*/ 15 w 15"/>
                  <a:gd name="T35" fmla="*/ 65 h 72"/>
                  <a:gd name="T36" fmla="*/ 15 w 15"/>
                  <a:gd name="T37" fmla="*/ 8 h 7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
                  <a:gd name="T58" fmla="*/ 0 h 72"/>
                  <a:gd name="T59" fmla="*/ 15 w 15"/>
                  <a:gd name="T60" fmla="*/ 72 h 7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 h="72">
                    <a:moveTo>
                      <a:pt x="15" y="8"/>
                    </a:moveTo>
                    <a:lnTo>
                      <a:pt x="15" y="5"/>
                    </a:lnTo>
                    <a:lnTo>
                      <a:pt x="15" y="3"/>
                    </a:lnTo>
                    <a:lnTo>
                      <a:pt x="12" y="0"/>
                    </a:lnTo>
                    <a:lnTo>
                      <a:pt x="10" y="0"/>
                    </a:lnTo>
                    <a:lnTo>
                      <a:pt x="8" y="0"/>
                    </a:lnTo>
                    <a:lnTo>
                      <a:pt x="5" y="0"/>
                    </a:lnTo>
                    <a:lnTo>
                      <a:pt x="3" y="3"/>
                    </a:lnTo>
                    <a:lnTo>
                      <a:pt x="0" y="5"/>
                    </a:lnTo>
                    <a:lnTo>
                      <a:pt x="0" y="63"/>
                    </a:lnTo>
                    <a:lnTo>
                      <a:pt x="0" y="65"/>
                    </a:lnTo>
                    <a:lnTo>
                      <a:pt x="3" y="68"/>
                    </a:lnTo>
                    <a:lnTo>
                      <a:pt x="5" y="70"/>
                    </a:lnTo>
                    <a:lnTo>
                      <a:pt x="8" y="72"/>
                    </a:lnTo>
                    <a:lnTo>
                      <a:pt x="10" y="72"/>
                    </a:lnTo>
                    <a:lnTo>
                      <a:pt x="12" y="70"/>
                    </a:lnTo>
                    <a:lnTo>
                      <a:pt x="15" y="68"/>
                    </a:lnTo>
                    <a:lnTo>
                      <a:pt x="15" y="65"/>
                    </a:lnTo>
                    <a:lnTo>
                      <a:pt x="15"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13389" name="Freeform 108"/>
              <p:cNvSpPr>
                <a:spLocks/>
              </p:cNvSpPr>
              <p:nvPr/>
            </p:nvSpPr>
            <p:spPr bwMode="auto">
              <a:xfrm>
                <a:off x="8849" y="12587"/>
                <a:ext cx="15" cy="72"/>
              </a:xfrm>
              <a:custGeom>
                <a:avLst/>
                <a:gdLst>
                  <a:gd name="T0" fmla="*/ 15 w 15"/>
                  <a:gd name="T1" fmla="*/ 7 h 72"/>
                  <a:gd name="T2" fmla="*/ 15 w 15"/>
                  <a:gd name="T3" fmla="*/ 5 h 72"/>
                  <a:gd name="T4" fmla="*/ 15 w 15"/>
                  <a:gd name="T5" fmla="*/ 3 h 72"/>
                  <a:gd name="T6" fmla="*/ 12 w 15"/>
                  <a:gd name="T7" fmla="*/ 0 h 72"/>
                  <a:gd name="T8" fmla="*/ 10 w 15"/>
                  <a:gd name="T9" fmla="*/ 0 h 72"/>
                  <a:gd name="T10" fmla="*/ 8 w 15"/>
                  <a:gd name="T11" fmla="*/ 0 h 72"/>
                  <a:gd name="T12" fmla="*/ 5 w 15"/>
                  <a:gd name="T13" fmla="*/ 0 h 72"/>
                  <a:gd name="T14" fmla="*/ 3 w 15"/>
                  <a:gd name="T15" fmla="*/ 3 h 72"/>
                  <a:gd name="T16" fmla="*/ 0 w 15"/>
                  <a:gd name="T17" fmla="*/ 5 h 72"/>
                  <a:gd name="T18" fmla="*/ 0 w 15"/>
                  <a:gd name="T19" fmla="*/ 63 h 72"/>
                  <a:gd name="T20" fmla="*/ 0 w 15"/>
                  <a:gd name="T21" fmla="*/ 65 h 72"/>
                  <a:gd name="T22" fmla="*/ 3 w 15"/>
                  <a:gd name="T23" fmla="*/ 67 h 72"/>
                  <a:gd name="T24" fmla="*/ 5 w 15"/>
                  <a:gd name="T25" fmla="*/ 70 h 72"/>
                  <a:gd name="T26" fmla="*/ 8 w 15"/>
                  <a:gd name="T27" fmla="*/ 72 h 72"/>
                  <a:gd name="T28" fmla="*/ 10 w 15"/>
                  <a:gd name="T29" fmla="*/ 72 h 72"/>
                  <a:gd name="T30" fmla="*/ 12 w 15"/>
                  <a:gd name="T31" fmla="*/ 70 h 72"/>
                  <a:gd name="T32" fmla="*/ 15 w 15"/>
                  <a:gd name="T33" fmla="*/ 67 h 72"/>
                  <a:gd name="T34" fmla="*/ 15 w 15"/>
                  <a:gd name="T35" fmla="*/ 65 h 72"/>
                  <a:gd name="T36" fmla="*/ 15 w 15"/>
                  <a:gd name="T37" fmla="*/ 7 h 7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
                  <a:gd name="T58" fmla="*/ 0 h 72"/>
                  <a:gd name="T59" fmla="*/ 15 w 15"/>
                  <a:gd name="T60" fmla="*/ 72 h 7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 h="72">
                    <a:moveTo>
                      <a:pt x="15" y="7"/>
                    </a:moveTo>
                    <a:lnTo>
                      <a:pt x="15" y="5"/>
                    </a:lnTo>
                    <a:lnTo>
                      <a:pt x="15" y="3"/>
                    </a:lnTo>
                    <a:lnTo>
                      <a:pt x="12" y="0"/>
                    </a:lnTo>
                    <a:lnTo>
                      <a:pt x="10" y="0"/>
                    </a:lnTo>
                    <a:lnTo>
                      <a:pt x="8" y="0"/>
                    </a:lnTo>
                    <a:lnTo>
                      <a:pt x="5" y="0"/>
                    </a:lnTo>
                    <a:lnTo>
                      <a:pt x="3" y="3"/>
                    </a:lnTo>
                    <a:lnTo>
                      <a:pt x="0" y="5"/>
                    </a:lnTo>
                    <a:lnTo>
                      <a:pt x="0" y="63"/>
                    </a:lnTo>
                    <a:lnTo>
                      <a:pt x="0" y="65"/>
                    </a:lnTo>
                    <a:lnTo>
                      <a:pt x="3" y="67"/>
                    </a:lnTo>
                    <a:lnTo>
                      <a:pt x="5" y="70"/>
                    </a:lnTo>
                    <a:lnTo>
                      <a:pt x="8" y="72"/>
                    </a:lnTo>
                    <a:lnTo>
                      <a:pt x="10" y="72"/>
                    </a:lnTo>
                    <a:lnTo>
                      <a:pt x="12" y="70"/>
                    </a:lnTo>
                    <a:lnTo>
                      <a:pt x="15" y="67"/>
                    </a:lnTo>
                    <a:lnTo>
                      <a:pt x="15" y="65"/>
                    </a:lnTo>
                    <a:lnTo>
                      <a:pt x="15"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13390" name="Freeform 109"/>
              <p:cNvSpPr>
                <a:spLocks/>
              </p:cNvSpPr>
              <p:nvPr/>
            </p:nvSpPr>
            <p:spPr bwMode="auto">
              <a:xfrm>
                <a:off x="8849" y="12688"/>
                <a:ext cx="15" cy="72"/>
              </a:xfrm>
              <a:custGeom>
                <a:avLst/>
                <a:gdLst>
                  <a:gd name="T0" fmla="*/ 15 w 15"/>
                  <a:gd name="T1" fmla="*/ 7 h 72"/>
                  <a:gd name="T2" fmla="*/ 15 w 15"/>
                  <a:gd name="T3" fmla="*/ 5 h 72"/>
                  <a:gd name="T4" fmla="*/ 15 w 15"/>
                  <a:gd name="T5" fmla="*/ 2 h 72"/>
                  <a:gd name="T6" fmla="*/ 12 w 15"/>
                  <a:gd name="T7" fmla="*/ 0 h 72"/>
                  <a:gd name="T8" fmla="*/ 10 w 15"/>
                  <a:gd name="T9" fmla="*/ 0 h 72"/>
                  <a:gd name="T10" fmla="*/ 8 w 15"/>
                  <a:gd name="T11" fmla="*/ 0 h 72"/>
                  <a:gd name="T12" fmla="*/ 5 w 15"/>
                  <a:gd name="T13" fmla="*/ 0 h 72"/>
                  <a:gd name="T14" fmla="*/ 3 w 15"/>
                  <a:gd name="T15" fmla="*/ 2 h 72"/>
                  <a:gd name="T16" fmla="*/ 0 w 15"/>
                  <a:gd name="T17" fmla="*/ 5 h 72"/>
                  <a:gd name="T18" fmla="*/ 0 w 15"/>
                  <a:gd name="T19" fmla="*/ 62 h 72"/>
                  <a:gd name="T20" fmla="*/ 0 w 15"/>
                  <a:gd name="T21" fmla="*/ 65 h 72"/>
                  <a:gd name="T22" fmla="*/ 3 w 15"/>
                  <a:gd name="T23" fmla="*/ 67 h 72"/>
                  <a:gd name="T24" fmla="*/ 5 w 15"/>
                  <a:gd name="T25" fmla="*/ 70 h 72"/>
                  <a:gd name="T26" fmla="*/ 8 w 15"/>
                  <a:gd name="T27" fmla="*/ 72 h 72"/>
                  <a:gd name="T28" fmla="*/ 10 w 15"/>
                  <a:gd name="T29" fmla="*/ 72 h 72"/>
                  <a:gd name="T30" fmla="*/ 12 w 15"/>
                  <a:gd name="T31" fmla="*/ 70 h 72"/>
                  <a:gd name="T32" fmla="*/ 15 w 15"/>
                  <a:gd name="T33" fmla="*/ 67 h 72"/>
                  <a:gd name="T34" fmla="*/ 15 w 15"/>
                  <a:gd name="T35" fmla="*/ 65 h 72"/>
                  <a:gd name="T36" fmla="*/ 15 w 15"/>
                  <a:gd name="T37" fmla="*/ 7 h 7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
                  <a:gd name="T58" fmla="*/ 0 h 72"/>
                  <a:gd name="T59" fmla="*/ 15 w 15"/>
                  <a:gd name="T60" fmla="*/ 72 h 7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 h="72">
                    <a:moveTo>
                      <a:pt x="15" y="7"/>
                    </a:moveTo>
                    <a:lnTo>
                      <a:pt x="15" y="5"/>
                    </a:lnTo>
                    <a:lnTo>
                      <a:pt x="15" y="2"/>
                    </a:lnTo>
                    <a:lnTo>
                      <a:pt x="12" y="0"/>
                    </a:lnTo>
                    <a:lnTo>
                      <a:pt x="10" y="0"/>
                    </a:lnTo>
                    <a:lnTo>
                      <a:pt x="8" y="0"/>
                    </a:lnTo>
                    <a:lnTo>
                      <a:pt x="5" y="0"/>
                    </a:lnTo>
                    <a:lnTo>
                      <a:pt x="3" y="2"/>
                    </a:lnTo>
                    <a:lnTo>
                      <a:pt x="0" y="5"/>
                    </a:lnTo>
                    <a:lnTo>
                      <a:pt x="0" y="62"/>
                    </a:lnTo>
                    <a:lnTo>
                      <a:pt x="0" y="65"/>
                    </a:lnTo>
                    <a:lnTo>
                      <a:pt x="3" y="67"/>
                    </a:lnTo>
                    <a:lnTo>
                      <a:pt x="5" y="70"/>
                    </a:lnTo>
                    <a:lnTo>
                      <a:pt x="8" y="72"/>
                    </a:lnTo>
                    <a:lnTo>
                      <a:pt x="10" y="72"/>
                    </a:lnTo>
                    <a:lnTo>
                      <a:pt x="12" y="70"/>
                    </a:lnTo>
                    <a:lnTo>
                      <a:pt x="15" y="67"/>
                    </a:lnTo>
                    <a:lnTo>
                      <a:pt x="15" y="65"/>
                    </a:lnTo>
                    <a:lnTo>
                      <a:pt x="15"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13391" name="Freeform 110"/>
              <p:cNvSpPr>
                <a:spLocks/>
              </p:cNvSpPr>
              <p:nvPr/>
            </p:nvSpPr>
            <p:spPr bwMode="auto">
              <a:xfrm>
                <a:off x="8849" y="12789"/>
                <a:ext cx="15" cy="72"/>
              </a:xfrm>
              <a:custGeom>
                <a:avLst/>
                <a:gdLst>
                  <a:gd name="T0" fmla="*/ 15 w 15"/>
                  <a:gd name="T1" fmla="*/ 7 h 72"/>
                  <a:gd name="T2" fmla="*/ 15 w 15"/>
                  <a:gd name="T3" fmla="*/ 5 h 72"/>
                  <a:gd name="T4" fmla="*/ 15 w 15"/>
                  <a:gd name="T5" fmla="*/ 2 h 72"/>
                  <a:gd name="T6" fmla="*/ 12 w 15"/>
                  <a:gd name="T7" fmla="*/ 0 h 72"/>
                  <a:gd name="T8" fmla="*/ 10 w 15"/>
                  <a:gd name="T9" fmla="*/ 0 h 72"/>
                  <a:gd name="T10" fmla="*/ 8 w 15"/>
                  <a:gd name="T11" fmla="*/ 0 h 72"/>
                  <a:gd name="T12" fmla="*/ 5 w 15"/>
                  <a:gd name="T13" fmla="*/ 0 h 72"/>
                  <a:gd name="T14" fmla="*/ 3 w 15"/>
                  <a:gd name="T15" fmla="*/ 2 h 72"/>
                  <a:gd name="T16" fmla="*/ 0 w 15"/>
                  <a:gd name="T17" fmla="*/ 5 h 72"/>
                  <a:gd name="T18" fmla="*/ 0 w 15"/>
                  <a:gd name="T19" fmla="*/ 62 h 72"/>
                  <a:gd name="T20" fmla="*/ 0 w 15"/>
                  <a:gd name="T21" fmla="*/ 64 h 72"/>
                  <a:gd name="T22" fmla="*/ 3 w 15"/>
                  <a:gd name="T23" fmla="*/ 67 h 72"/>
                  <a:gd name="T24" fmla="*/ 5 w 15"/>
                  <a:gd name="T25" fmla="*/ 69 h 72"/>
                  <a:gd name="T26" fmla="*/ 8 w 15"/>
                  <a:gd name="T27" fmla="*/ 72 h 72"/>
                  <a:gd name="T28" fmla="*/ 10 w 15"/>
                  <a:gd name="T29" fmla="*/ 72 h 72"/>
                  <a:gd name="T30" fmla="*/ 12 w 15"/>
                  <a:gd name="T31" fmla="*/ 69 h 72"/>
                  <a:gd name="T32" fmla="*/ 15 w 15"/>
                  <a:gd name="T33" fmla="*/ 67 h 72"/>
                  <a:gd name="T34" fmla="*/ 15 w 15"/>
                  <a:gd name="T35" fmla="*/ 64 h 72"/>
                  <a:gd name="T36" fmla="*/ 15 w 15"/>
                  <a:gd name="T37" fmla="*/ 7 h 7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
                  <a:gd name="T58" fmla="*/ 0 h 72"/>
                  <a:gd name="T59" fmla="*/ 15 w 15"/>
                  <a:gd name="T60" fmla="*/ 72 h 7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 h="72">
                    <a:moveTo>
                      <a:pt x="15" y="7"/>
                    </a:moveTo>
                    <a:lnTo>
                      <a:pt x="15" y="5"/>
                    </a:lnTo>
                    <a:lnTo>
                      <a:pt x="15" y="2"/>
                    </a:lnTo>
                    <a:lnTo>
                      <a:pt x="12" y="0"/>
                    </a:lnTo>
                    <a:lnTo>
                      <a:pt x="10" y="0"/>
                    </a:lnTo>
                    <a:lnTo>
                      <a:pt x="8" y="0"/>
                    </a:lnTo>
                    <a:lnTo>
                      <a:pt x="5" y="0"/>
                    </a:lnTo>
                    <a:lnTo>
                      <a:pt x="3" y="2"/>
                    </a:lnTo>
                    <a:lnTo>
                      <a:pt x="0" y="5"/>
                    </a:lnTo>
                    <a:lnTo>
                      <a:pt x="0" y="62"/>
                    </a:lnTo>
                    <a:lnTo>
                      <a:pt x="0" y="64"/>
                    </a:lnTo>
                    <a:lnTo>
                      <a:pt x="3" y="67"/>
                    </a:lnTo>
                    <a:lnTo>
                      <a:pt x="5" y="69"/>
                    </a:lnTo>
                    <a:lnTo>
                      <a:pt x="8" y="72"/>
                    </a:lnTo>
                    <a:lnTo>
                      <a:pt x="10" y="72"/>
                    </a:lnTo>
                    <a:lnTo>
                      <a:pt x="12" y="69"/>
                    </a:lnTo>
                    <a:lnTo>
                      <a:pt x="15" y="67"/>
                    </a:lnTo>
                    <a:lnTo>
                      <a:pt x="15" y="64"/>
                    </a:lnTo>
                    <a:lnTo>
                      <a:pt x="15"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13392" name="Freeform 111"/>
              <p:cNvSpPr>
                <a:spLocks/>
              </p:cNvSpPr>
              <p:nvPr/>
            </p:nvSpPr>
            <p:spPr bwMode="auto">
              <a:xfrm>
                <a:off x="8849" y="12889"/>
                <a:ext cx="15" cy="72"/>
              </a:xfrm>
              <a:custGeom>
                <a:avLst/>
                <a:gdLst>
                  <a:gd name="T0" fmla="*/ 15 w 15"/>
                  <a:gd name="T1" fmla="*/ 8 h 72"/>
                  <a:gd name="T2" fmla="*/ 15 w 15"/>
                  <a:gd name="T3" fmla="*/ 5 h 72"/>
                  <a:gd name="T4" fmla="*/ 15 w 15"/>
                  <a:gd name="T5" fmla="*/ 3 h 72"/>
                  <a:gd name="T6" fmla="*/ 12 w 15"/>
                  <a:gd name="T7" fmla="*/ 0 h 72"/>
                  <a:gd name="T8" fmla="*/ 10 w 15"/>
                  <a:gd name="T9" fmla="*/ 0 h 72"/>
                  <a:gd name="T10" fmla="*/ 8 w 15"/>
                  <a:gd name="T11" fmla="*/ 0 h 72"/>
                  <a:gd name="T12" fmla="*/ 5 w 15"/>
                  <a:gd name="T13" fmla="*/ 0 h 72"/>
                  <a:gd name="T14" fmla="*/ 3 w 15"/>
                  <a:gd name="T15" fmla="*/ 3 h 72"/>
                  <a:gd name="T16" fmla="*/ 0 w 15"/>
                  <a:gd name="T17" fmla="*/ 5 h 72"/>
                  <a:gd name="T18" fmla="*/ 0 w 15"/>
                  <a:gd name="T19" fmla="*/ 63 h 72"/>
                  <a:gd name="T20" fmla="*/ 0 w 15"/>
                  <a:gd name="T21" fmla="*/ 65 h 72"/>
                  <a:gd name="T22" fmla="*/ 3 w 15"/>
                  <a:gd name="T23" fmla="*/ 68 h 72"/>
                  <a:gd name="T24" fmla="*/ 5 w 15"/>
                  <a:gd name="T25" fmla="*/ 70 h 72"/>
                  <a:gd name="T26" fmla="*/ 8 w 15"/>
                  <a:gd name="T27" fmla="*/ 72 h 72"/>
                  <a:gd name="T28" fmla="*/ 10 w 15"/>
                  <a:gd name="T29" fmla="*/ 72 h 72"/>
                  <a:gd name="T30" fmla="*/ 12 w 15"/>
                  <a:gd name="T31" fmla="*/ 70 h 72"/>
                  <a:gd name="T32" fmla="*/ 15 w 15"/>
                  <a:gd name="T33" fmla="*/ 68 h 72"/>
                  <a:gd name="T34" fmla="*/ 15 w 15"/>
                  <a:gd name="T35" fmla="*/ 65 h 72"/>
                  <a:gd name="T36" fmla="*/ 15 w 15"/>
                  <a:gd name="T37" fmla="*/ 8 h 7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
                  <a:gd name="T58" fmla="*/ 0 h 72"/>
                  <a:gd name="T59" fmla="*/ 15 w 15"/>
                  <a:gd name="T60" fmla="*/ 72 h 7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 h="72">
                    <a:moveTo>
                      <a:pt x="15" y="8"/>
                    </a:moveTo>
                    <a:lnTo>
                      <a:pt x="15" y="5"/>
                    </a:lnTo>
                    <a:lnTo>
                      <a:pt x="15" y="3"/>
                    </a:lnTo>
                    <a:lnTo>
                      <a:pt x="12" y="0"/>
                    </a:lnTo>
                    <a:lnTo>
                      <a:pt x="10" y="0"/>
                    </a:lnTo>
                    <a:lnTo>
                      <a:pt x="8" y="0"/>
                    </a:lnTo>
                    <a:lnTo>
                      <a:pt x="5" y="0"/>
                    </a:lnTo>
                    <a:lnTo>
                      <a:pt x="3" y="3"/>
                    </a:lnTo>
                    <a:lnTo>
                      <a:pt x="0" y="5"/>
                    </a:lnTo>
                    <a:lnTo>
                      <a:pt x="0" y="63"/>
                    </a:lnTo>
                    <a:lnTo>
                      <a:pt x="0" y="65"/>
                    </a:lnTo>
                    <a:lnTo>
                      <a:pt x="3" y="68"/>
                    </a:lnTo>
                    <a:lnTo>
                      <a:pt x="5" y="70"/>
                    </a:lnTo>
                    <a:lnTo>
                      <a:pt x="8" y="72"/>
                    </a:lnTo>
                    <a:lnTo>
                      <a:pt x="10" y="72"/>
                    </a:lnTo>
                    <a:lnTo>
                      <a:pt x="12" y="70"/>
                    </a:lnTo>
                    <a:lnTo>
                      <a:pt x="15" y="68"/>
                    </a:lnTo>
                    <a:lnTo>
                      <a:pt x="15" y="65"/>
                    </a:lnTo>
                    <a:lnTo>
                      <a:pt x="15"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13393" name="Freeform 112"/>
              <p:cNvSpPr>
                <a:spLocks/>
              </p:cNvSpPr>
              <p:nvPr/>
            </p:nvSpPr>
            <p:spPr bwMode="auto">
              <a:xfrm>
                <a:off x="8849" y="12990"/>
                <a:ext cx="15" cy="72"/>
              </a:xfrm>
              <a:custGeom>
                <a:avLst/>
                <a:gdLst>
                  <a:gd name="T0" fmla="*/ 15 w 15"/>
                  <a:gd name="T1" fmla="*/ 7 h 72"/>
                  <a:gd name="T2" fmla="*/ 15 w 15"/>
                  <a:gd name="T3" fmla="*/ 5 h 72"/>
                  <a:gd name="T4" fmla="*/ 15 w 15"/>
                  <a:gd name="T5" fmla="*/ 3 h 72"/>
                  <a:gd name="T6" fmla="*/ 12 w 15"/>
                  <a:gd name="T7" fmla="*/ 0 h 72"/>
                  <a:gd name="T8" fmla="*/ 10 w 15"/>
                  <a:gd name="T9" fmla="*/ 0 h 72"/>
                  <a:gd name="T10" fmla="*/ 8 w 15"/>
                  <a:gd name="T11" fmla="*/ 0 h 72"/>
                  <a:gd name="T12" fmla="*/ 5 w 15"/>
                  <a:gd name="T13" fmla="*/ 0 h 72"/>
                  <a:gd name="T14" fmla="*/ 3 w 15"/>
                  <a:gd name="T15" fmla="*/ 3 h 72"/>
                  <a:gd name="T16" fmla="*/ 0 w 15"/>
                  <a:gd name="T17" fmla="*/ 5 h 72"/>
                  <a:gd name="T18" fmla="*/ 0 w 15"/>
                  <a:gd name="T19" fmla="*/ 63 h 72"/>
                  <a:gd name="T20" fmla="*/ 0 w 15"/>
                  <a:gd name="T21" fmla="*/ 65 h 72"/>
                  <a:gd name="T22" fmla="*/ 3 w 15"/>
                  <a:gd name="T23" fmla="*/ 67 h 72"/>
                  <a:gd name="T24" fmla="*/ 5 w 15"/>
                  <a:gd name="T25" fmla="*/ 70 h 72"/>
                  <a:gd name="T26" fmla="*/ 8 w 15"/>
                  <a:gd name="T27" fmla="*/ 72 h 72"/>
                  <a:gd name="T28" fmla="*/ 10 w 15"/>
                  <a:gd name="T29" fmla="*/ 72 h 72"/>
                  <a:gd name="T30" fmla="*/ 12 w 15"/>
                  <a:gd name="T31" fmla="*/ 70 h 72"/>
                  <a:gd name="T32" fmla="*/ 15 w 15"/>
                  <a:gd name="T33" fmla="*/ 67 h 72"/>
                  <a:gd name="T34" fmla="*/ 15 w 15"/>
                  <a:gd name="T35" fmla="*/ 65 h 72"/>
                  <a:gd name="T36" fmla="*/ 15 w 15"/>
                  <a:gd name="T37" fmla="*/ 7 h 7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
                  <a:gd name="T58" fmla="*/ 0 h 72"/>
                  <a:gd name="T59" fmla="*/ 15 w 15"/>
                  <a:gd name="T60" fmla="*/ 72 h 7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 h="72">
                    <a:moveTo>
                      <a:pt x="15" y="7"/>
                    </a:moveTo>
                    <a:lnTo>
                      <a:pt x="15" y="5"/>
                    </a:lnTo>
                    <a:lnTo>
                      <a:pt x="15" y="3"/>
                    </a:lnTo>
                    <a:lnTo>
                      <a:pt x="12" y="0"/>
                    </a:lnTo>
                    <a:lnTo>
                      <a:pt x="10" y="0"/>
                    </a:lnTo>
                    <a:lnTo>
                      <a:pt x="8" y="0"/>
                    </a:lnTo>
                    <a:lnTo>
                      <a:pt x="5" y="0"/>
                    </a:lnTo>
                    <a:lnTo>
                      <a:pt x="3" y="3"/>
                    </a:lnTo>
                    <a:lnTo>
                      <a:pt x="0" y="5"/>
                    </a:lnTo>
                    <a:lnTo>
                      <a:pt x="0" y="63"/>
                    </a:lnTo>
                    <a:lnTo>
                      <a:pt x="0" y="65"/>
                    </a:lnTo>
                    <a:lnTo>
                      <a:pt x="3" y="67"/>
                    </a:lnTo>
                    <a:lnTo>
                      <a:pt x="5" y="70"/>
                    </a:lnTo>
                    <a:lnTo>
                      <a:pt x="8" y="72"/>
                    </a:lnTo>
                    <a:lnTo>
                      <a:pt x="10" y="72"/>
                    </a:lnTo>
                    <a:lnTo>
                      <a:pt x="12" y="70"/>
                    </a:lnTo>
                    <a:lnTo>
                      <a:pt x="15" y="67"/>
                    </a:lnTo>
                    <a:lnTo>
                      <a:pt x="15" y="65"/>
                    </a:lnTo>
                    <a:lnTo>
                      <a:pt x="15"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13394" name="Freeform 113"/>
              <p:cNvSpPr>
                <a:spLocks/>
              </p:cNvSpPr>
              <p:nvPr/>
            </p:nvSpPr>
            <p:spPr bwMode="auto">
              <a:xfrm>
                <a:off x="8849" y="13091"/>
                <a:ext cx="15" cy="58"/>
              </a:xfrm>
              <a:custGeom>
                <a:avLst/>
                <a:gdLst>
                  <a:gd name="T0" fmla="*/ 15 w 15"/>
                  <a:gd name="T1" fmla="*/ 7 h 58"/>
                  <a:gd name="T2" fmla="*/ 15 w 15"/>
                  <a:gd name="T3" fmla="*/ 5 h 58"/>
                  <a:gd name="T4" fmla="*/ 15 w 15"/>
                  <a:gd name="T5" fmla="*/ 2 h 58"/>
                  <a:gd name="T6" fmla="*/ 12 w 15"/>
                  <a:gd name="T7" fmla="*/ 0 h 58"/>
                  <a:gd name="T8" fmla="*/ 10 w 15"/>
                  <a:gd name="T9" fmla="*/ 0 h 58"/>
                  <a:gd name="T10" fmla="*/ 8 w 15"/>
                  <a:gd name="T11" fmla="*/ 0 h 58"/>
                  <a:gd name="T12" fmla="*/ 5 w 15"/>
                  <a:gd name="T13" fmla="*/ 0 h 58"/>
                  <a:gd name="T14" fmla="*/ 3 w 15"/>
                  <a:gd name="T15" fmla="*/ 2 h 58"/>
                  <a:gd name="T16" fmla="*/ 0 w 15"/>
                  <a:gd name="T17" fmla="*/ 5 h 58"/>
                  <a:gd name="T18" fmla="*/ 0 w 15"/>
                  <a:gd name="T19" fmla="*/ 50 h 58"/>
                  <a:gd name="T20" fmla="*/ 3 w 15"/>
                  <a:gd name="T21" fmla="*/ 53 h 58"/>
                  <a:gd name="T22" fmla="*/ 5 w 15"/>
                  <a:gd name="T23" fmla="*/ 55 h 58"/>
                  <a:gd name="T24" fmla="*/ 8 w 15"/>
                  <a:gd name="T25" fmla="*/ 58 h 58"/>
                  <a:gd name="T26" fmla="*/ 10 w 15"/>
                  <a:gd name="T27" fmla="*/ 55 h 58"/>
                  <a:gd name="T28" fmla="*/ 12 w 15"/>
                  <a:gd name="T29" fmla="*/ 53 h 58"/>
                  <a:gd name="T30" fmla="*/ 15 w 15"/>
                  <a:gd name="T31" fmla="*/ 53 h 58"/>
                  <a:gd name="T32" fmla="*/ 15 w 15"/>
                  <a:gd name="T33" fmla="*/ 7 h 5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
                  <a:gd name="T52" fmla="*/ 0 h 58"/>
                  <a:gd name="T53" fmla="*/ 15 w 15"/>
                  <a:gd name="T54" fmla="*/ 58 h 5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 h="58">
                    <a:moveTo>
                      <a:pt x="15" y="7"/>
                    </a:moveTo>
                    <a:lnTo>
                      <a:pt x="15" y="5"/>
                    </a:lnTo>
                    <a:lnTo>
                      <a:pt x="15" y="2"/>
                    </a:lnTo>
                    <a:lnTo>
                      <a:pt x="12" y="0"/>
                    </a:lnTo>
                    <a:lnTo>
                      <a:pt x="10" y="0"/>
                    </a:lnTo>
                    <a:lnTo>
                      <a:pt x="8" y="0"/>
                    </a:lnTo>
                    <a:lnTo>
                      <a:pt x="5" y="0"/>
                    </a:lnTo>
                    <a:lnTo>
                      <a:pt x="3" y="2"/>
                    </a:lnTo>
                    <a:lnTo>
                      <a:pt x="0" y="5"/>
                    </a:lnTo>
                    <a:lnTo>
                      <a:pt x="0" y="50"/>
                    </a:lnTo>
                    <a:lnTo>
                      <a:pt x="3" y="53"/>
                    </a:lnTo>
                    <a:lnTo>
                      <a:pt x="5" y="55"/>
                    </a:lnTo>
                    <a:lnTo>
                      <a:pt x="8" y="58"/>
                    </a:lnTo>
                    <a:lnTo>
                      <a:pt x="10" y="55"/>
                    </a:lnTo>
                    <a:lnTo>
                      <a:pt x="12" y="53"/>
                    </a:lnTo>
                    <a:lnTo>
                      <a:pt x="15" y="53"/>
                    </a:lnTo>
                    <a:lnTo>
                      <a:pt x="15"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grpSp>
        <p:sp>
          <p:nvSpPr>
            <p:cNvPr id="13368" name="Line 114"/>
            <p:cNvSpPr>
              <a:spLocks noChangeShapeType="1"/>
            </p:cNvSpPr>
            <p:nvPr/>
          </p:nvSpPr>
          <p:spPr bwMode="auto">
            <a:xfrm flipH="1">
              <a:off x="9144" y="6534"/>
              <a:ext cx="516" cy="1298"/>
            </a:xfrm>
            <a:prstGeom prst="line">
              <a:avLst/>
            </a:prstGeom>
            <a:noFill/>
            <a:ln w="889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69" name="Freeform 118"/>
            <p:cNvSpPr>
              <a:spLocks/>
            </p:cNvSpPr>
            <p:nvPr/>
          </p:nvSpPr>
          <p:spPr bwMode="auto">
            <a:xfrm>
              <a:off x="9542" y="6843"/>
              <a:ext cx="159" cy="140"/>
            </a:xfrm>
            <a:custGeom>
              <a:avLst/>
              <a:gdLst>
                <a:gd name="T0" fmla="*/ 159 w 159"/>
                <a:gd name="T1" fmla="*/ 140 h 140"/>
                <a:gd name="T2" fmla="*/ 128 w 159"/>
                <a:gd name="T3" fmla="*/ 137 h 140"/>
                <a:gd name="T4" fmla="*/ 99 w 159"/>
                <a:gd name="T5" fmla="*/ 128 h 140"/>
                <a:gd name="T6" fmla="*/ 70 w 159"/>
                <a:gd name="T7" fmla="*/ 116 h 140"/>
                <a:gd name="T8" fmla="*/ 48 w 159"/>
                <a:gd name="T9" fmla="*/ 99 h 140"/>
                <a:gd name="T10" fmla="*/ 27 w 159"/>
                <a:gd name="T11" fmla="*/ 77 h 140"/>
                <a:gd name="T12" fmla="*/ 12 w 159"/>
                <a:gd name="T13" fmla="*/ 56 h 140"/>
                <a:gd name="T14" fmla="*/ 3 w 159"/>
                <a:gd name="T15" fmla="*/ 29 h 140"/>
                <a:gd name="T16" fmla="*/ 0 w 159"/>
                <a:gd name="T17" fmla="*/ 0 h 1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9"/>
                <a:gd name="T28" fmla="*/ 0 h 140"/>
                <a:gd name="T29" fmla="*/ 159 w 159"/>
                <a:gd name="T30" fmla="*/ 140 h 14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9" h="140">
                  <a:moveTo>
                    <a:pt x="159" y="140"/>
                  </a:moveTo>
                  <a:lnTo>
                    <a:pt x="128" y="137"/>
                  </a:lnTo>
                  <a:lnTo>
                    <a:pt x="99" y="128"/>
                  </a:lnTo>
                  <a:lnTo>
                    <a:pt x="70" y="116"/>
                  </a:lnTo>
                  <a:lnTo>
                    <a:pt x="48" y="99"/>
                  </a:lnTo>
                  <a:lnTo>
                    <a:pt x="27" y="77"/>
                  </a:lnTo>
                  <a:lnTo>
                    <a:pt x="12" y="56"/>
                  </a:lnTo>
                  <a:lnTo>
                    <a:pt x="3" y="29"/>
                  </a:lnTo>
                  <a:lnTo>
                    <a:pt x="0" y="0"/>
                  </a:lnTo>
                </a:path>
              </a:pathLst>
            </a:custGeom>
            <a:noFill/>
            <a:ln w="889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13370" name="Rectangle 120"/>
            <p:cNvSpPr>
              <a:spLocks noChangeArrowheads="1"/>
            </p:cNvSpPr>
            <p:nvPr/>
          </p:nvSpPr>
          <p:spPr bwMode="auto">
            <a:xfrm>
              <a:off x="9147" y="6450"/>
              <a:ext cx="1079" cy="82"/>
            </a:xfrm>
            <a:prstGeom prst="rect">
              <a:avLst/>
            </a:prstGeom>
            <a:blipFill dpi="0" rotWithShape="0">
              <a:blip r:embed="rId4"/>
              <a:srcRect/>
              <a:tile tx="0" ty="0" sx="100000" sy="100000" flip="none" algn="tl"/>
            </a:blipFill>
            <a:ln>
              <a:noFill/>
            </a:ln>
            <a:extLs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13371" name="Line 121"/>
            <p:cNvSpPr>
              <a:spLocks noChangeShapeType="1"/>
            </p:cNvSpPr>
            <p:nvPr/>
          </p:nvSpPr>
          <p:spPr bwMode="auto">
            <a:xfrm>
              <a:off x="9087" y="6532"/>
              <a:ext cx="1199" cy="1"/>
            </a:xfrm>
            <a:prstGeom prst="line">
              <a:avLst/>
            </a:prstGeom>
            <a:noFill/>
            <a:ln w="889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72" name="Oval 122"/>
            <p:cNvSpPr>
              <a:spLocks noChangeArrowheads="1"/>
            </p:cNvSpPr>
            <p:nvPr/>
          </p:nvSpPr>
          <p:spPr bwMode="auto">
            <a:xfrm>
              <a:off x="9125" y="7791"/>
              <a:ext cx="84" cy="63"/>
            </a:xfrm>
            <a:prstGeom prst="ellipse">
              <a:avLst/>
            </a:prstGeom>
            <a:solidFill>
              <a:srgbClr val="FFFFFF"/>
            </a:solidFill>
            <a:ln w="8890">
              <a:solidFill>
                <a:srgbClr val="000000"/>
              </a:solidFill>
              <a:round/>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grpSp>
      <p:sp>
        <p:nvSpPr>
          <p:cNvPr id="13320" name="Rectangle 89"/>
          <p:cNvSpPr>
            <a:spLocks noChangeArrowheads="1"/>
          </p:cNvSpPr>
          <p:nvPr/>
        </p:nvSpPr>
        <p:spPr bwMode="auto">
          <a:xfrm>
            <a:off x="8277225" y="1928813"/>
            <a:ext cx="231775" cy="296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i="1">
                <a:solidFill>
                  <a:srgbClr val="000000"/>
                </a:solidFill>
                <a:latin typeface="Calibri" panose="020F0502020204030204" pitchFamily="34" charset="0"/>
              </a:rPr>
              <a:t> B</a:t>
            </a:r>
            <a:r>
              <a:rPr lang="en-US" altLang="zh-CN" sz="2000">
                <a:latin typeface="Calibri" panose="020F0502020204030204" pitchFamily="34" charset="0"/>
              </a:rPr>
              <a:t>	</a:t>
            </a:r>
          </a:p>
          <a:p>
            <a:pPr eaLnBrk="1" hangingPunct="1"/>
            <a:endParaRPr lang="zh-CN" altLang="zh-CN" sz="2000">
              <a:latin typeface="Calibri" panose="020F0502020204030204" pitchFamily="34" charset="0"/>
            </a:endParaRPr>
          </a:p>
        </p:txBody>
      </p:sp>
      <p:sp>
        <p:nvSpPr>
          <p:cNvPr id="13321" name="Rectangle 89"/>
          <p:cNvSpPr>
            <a:spLocks noChangeArrowheads="1"/>
          </p:cNvSpPr>
          <p:nvPr/>
        </p:nvSpPr>
        <p:spPr bwMode="auto">
          <a:xfrm>
            <a:off x="8294688" y="357188"/>
            <a:ext cx="231775" cy="296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i="1">
                <a:solidFill>
                  <a:srgbClr val="000000"/>
                </a:solidFill>
                <a:latin typeface="Calibri" panose="020F0502020204030204" pitchFamily="34" charset="0"/>
              </a:rPr>
              <a:t> O</a:t>
            </a:r>
            <a:r>
              <a:rPr lang="en-US" altLang="zh-CN" sz="2000">
                <a:latin typeface="Calibri" panose="020F0502020204030204" pitchFamily="34" charset="0"/>
              </a:rPr>
              <a:t>	</a:t>
            </a:r>
          </a:p>
          <a:p>
            <a:pPr eaLnBrk="1" hangingPunct="1"/>
            <a:endParaRPr lang="zh-CN" altLang="zh-CN" sz="2000">
              <a:latin typeface="Calibri" panose="020F0502020204030204" pitchFamily="34" charset="0"/>
            </a:endParaRPr>
          </a:p>
        </p:txBody>
      </p:sp>
      <p:sp>
        <p:nvSpPr>
          <p:cNvPr id="13322" name="TextBox 45"/>
          <p:cNvSpPr txBox="1">
            <a:spLocks noChangeArrowheads="1"/>
          </p:cNvSpPr>
          <p:nvPr/>
        </p:nvSpPr>
        <p:spPr bwMode="auto">
          <a:xfrm>
            <a:off x="258763" y="214313"/>
            <a:ext cx="7242175" cy="224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        一质点通过一根不可伸长的轻绳连接到</a:t>
            </a:r>
            <a:r>
              <a:rPr lang="en-US" altLang="zh-CN" sz="2800" b="1">
                <a:latin typeface="Calibri" panose="020F0502020204030204" pitchFamily="34" charset="0"/>
              </a:rPr>
              <a:t>O</a:t>
            </a:r>
            <a:r>
              <a:rPr lang="zh-CN" altLang="en-US" sz="2800" b="1">
                <a:latin typeface="Calibri" panose="020F0502020204030204" pitchFamily="34" charset="0"/>
              </a:rPr>
              <a:t>点，绳长为</a:t>
            </a:r>
            <a:r>
              <a:rPr lang="en-US" altLang="zh-CN" sz="2800" b="1">
                <a:latin typeface="Calibri" panose="020F0502020204030204" pitchFamily="34" charset="0"/>
              </a:rPr>
              <a:t>1 m</a:t>
            </a:r>
            <a:r>
              <a:rPr lang="zh-CN" altLang="en-US" sz="2800" b="1">
                <a:latin typeface="Calibri" panose="020F0502020204030204" pitchFamily="34" charset="0"/>
              </a:rPr>
              <a:t>。初始时将绳拉开</a:t>
            </a:r>
            <a:r>
              <a:rPr lang="en-US" altLang="zh-CN" sz="2800" b="1">
                <a:latin typeface="Calibri" panose="020F0502020204030204" pitchFamily="34" charset="0"/>
              </a:rPr>
              <a:t>30</a:t>
            </a:r>
            <a:r>
              <a:rPr lang="zh-CN" altLang="en-US" sz="2800" b="1">
                <a:latin typeface="Calibri" panose="020F0502020204030204" pitchFamily="34" charset="0"/>
              </a:rPr>
              <a:t>度角，并给该质点一垂直于</a:t>
            </a:r>
            <a:r>
              <a:rPr lang="en-US" altLang="zh-CN" sz="2800" b="1">
                <a:latin typeface="Calibri" panose="020F0502020204030204" pitchFamily="34" charset="0"/>
              </a:rPr>
              <a:t>AOB</a:t>
            </a:r>
            <a:r>
              <a:rPr lang="zh-CN" altLang="en-US" sz="2800" b="1">
                <a:latin typeface="Calibri" panose="020F0502020204030204" pitchFamily="34" charset="0"/>
              </a:rPr>
              <a:t>平面的初始速度，为使质点高度不变，则初速度为多大？质点连续两次通过</a:t>
            </a:r>
            <a:r>
              <a:rPr lang="en-US" altLang="zh-CN" sz="2800" b="1">
                <a:latin typeface="Calibri" panose="020F0502020204030204" pitchFamily="34" charset="0"/>
              </a:rPr>
              <a:t>A</a:t>
            </a:r>
            <a:r>
              <a:rPr lang="zh-CN" altLang="en-US" sz="2800" b="1">
                <a:latin typeface="Calibri" panose="020F0502020204030204" pitchFamily="34" charset="0"/>
              </a:rPr>
              <a:t>点所需时间为多少？</a:t>
            </a:r>
          </a:p>
        </p:txBody>
      </p:sp>
      <p:sp>
        <p:nvSpPr>
          <p:cNvPr id="9227" name="TextBox 46"/>
          <p:cNvSpPr txBox="1">
            <a:spLocks noChangeArrowheads="1"/>
          </p:cNvSpPr>
          <p:nvPr/>
        </p:nvSpPr>
        <p:spPr bwMode="auto">
          <a:xfrm>
            <a:off x="285750" y="2643188"/>
            <a:ext cx="9032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解：</a:t>
            </a:r>
          </a:p>
        </p:txBody>
      </p:sp>
      <p:grpSp>
        <p:nvGrpSpPr>
          <p:cNvPr id="8" name="Group 2"/>
          <p:cNvGrpSpPr>
            <a:grpSpLocks/>
          </p:cNvGrpSpPr>
          <p:nvPr/>
        </p:nvGrpSpPr>
        <p:grpSpPr bwMode="auto">
          <a:xfrm>
            <a:off x="7366000" y="2857500"/>
            <a:ext cx="1206500" cy="1857375"/>
            <a:chOff x="8854" y="6463"/>
            <a:chExt cx="1158" cy="2067"/>
          </a:xfrm>
        </p:grpSpPr>
        <p:sp>
          <p:nvSpPr>
            <p:cNvPr id="13332" name="Rectangle 84"/>
            <p:cNvSpPr>
              <a:spLocks noChangeArrowheads="1"/>
            </p:cNvSpPr>
            <p:nvPr/>
          </p:nvSpPr>
          <p:spPr bwMode="auto">
            <a:xfrm>
              <a:off x="9065" y="6536"/>
              <a:ext cx="156" cy="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000">
                  <a:latin typeface="Times New Roman" panose="02020603050405020304" pitchFamily="18" charset="0"/>
                </a:rPr>
                <a:t>	</a:t>
              </a:r>
            </a:p>
            <a:p>
              <a:pPr eaLnBrk="1" hangingPunct="1"/>
              <a:endParaRPr lang="zh-CN" altLang="zh-CN"/>
            </a:p>
          </p:txBody>
        </p:sp>
        <p:sp>
          <p:nvSpPr>
            <p:cNvPr id="13333" name="Rectangle 86"/>
            <p:cNvSpPr>
              <a:spLocks noChangeArrowheads="1"/>
            </p:cNvSpPr>
            <p:nvPr/>
          </p:nvSpPr>
          <p:spPr bwMode="auto">
            <a:xfrm>
              <a:off x="9471" y="6987"/>
              <a:ext cx="541"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solidFill>
                    <a:srgbClr val="000000"/>
                  </a:solidFill>
                  <a:latin typeface="Symbol" panose="05050102010706020507" pitchFamily="18" charset="2"/>
                </a:rPr>
                <a:t>30</a:t>
              </a:r>
              <a:r>
                <a:rPr lang="zh-CN" altLang="en-US">
                  <a:solidFill>
                    <a:srgbClr val="000000"/>
                  </a:solidFill>
                  <a:latin typeface="Symbol" panose="05050102010706020507" pitchFamily="18" charset="2"/>
                </a:rPr>
                <a:t> </a:t>
              </a:r>
              <a:r>
                <a:rPr lang="en-US" altLang="zh-CN" sz="1200">
                  <a:latin typeface="Times New Roman" panose="02020603050405020304" pitchFamily="18" charset="0"/>
                </a:rPr>
                <a:t>	</a:t>
              </a:r>
            </a:p>
            <a:p>
              <a:pPr eaLnBrk="1" hangingPunct="1"/>
              <a:endParaRPr lang="zh-CN" altLang="zh-CN" sz="2800"/>
            </a:p>
          </p:txBody>
        </p:sp>
        <p:sp>
          <p:nvSpPr>
            <p:cNvPr id="13334" name="Rectangle 88"/>
            <p:cNvSpPr>
              <a:spLocks noChangeArrowheads="1"/>
            </p:cNvSpPr>
            <p:nvPr/>
          </p:nvSpPr>
          <p:spPr bwMode="auto">
            <a:xfrm>
              <a:off x="8854" y="7062"/>
              <a:ext cx="411" cy="34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13335" name="Rectangle 89"/>
            <p:cNvSpPr>
              <a:spLocks noChangeArrowheads="1"/>
            </p:cNvSpPr>
            <p:nvPr/>
          </p:nvSpPr>
          <p:spPr bwMode="auto">
            <a:xfrm>
              <a:off x="9258" y="8053"/>
              <a:ext cx="343" cy="4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i="1">
                  <a:solidFill>
                    <a:srgbClr val="000000"/>
                  </a:solidFill>
                  <a:latin typeface="Calibri" panose="020F0502020204030204" pitchFamily="34" charset="0"/>
                </a:rPr>
                <a:t>mg</a:t>
              </a:r>
              <a:endParaRPr lang="en-US" altLang="zh-CN" sz="2000">
                <a:latin typeface="Calibri" panose="020F0502020204030204" pitchFamily="34" charset="0"/>
              </a:endParaRPr>
            </a:p>
            <a:p>
              <a:pPr eaLnBrk="1" hangingPunct="1"/>
              <a:endParaRPr lang="zh-CN" altLang="zh-CN" sz="2000">
                <a:latin typeface="Calibri" panose="020F0502020204030204" pitchFamily="34" charset="0"/>
              </a:endParaRPr>
            </a:p>
          </p:txBody>
        </p:sp>
        <p:grpSp>
          <p:nvGrpSpPr>
            <p:cNvPr id="13336" name="Group 91"/>
            <p:cNvGrpSpPr>
              <a:grpSpLocks/>
            </p:cNvGrpSpPr>
            <p:nvPr/>
          </p:nvGrpSpPr>
          <p:grpSpPr bwMode="auto">
            <a:xfrm>
              <a:off x="9693" y="6474"/>
              <a:ext cx="15" cy="1295"/>
              <a:chOff x="8849" y="10975"/>
              <a:chExt cx="15" cy="2174"/>
            </a:xfrm>
          </p:grpSpPr>
          <p:sp>
            <p:nvSpPr>
              <p:cNvPr id="13340" name="Freeform 92"/>
              <p:cNvSpPr>
                <a:spLocks/>
              </p:cNvSpPr>
              <p:nvPr/>
            </p:nvSpPr>
            <p:spPr bwMode="auto">
              <a:xfrm>
                <a:off x="8849" y="10975"/>
                <a:ext cx="15" cy="72"/>
              </a:xfrm>
              <a:custGeom>
                <a:avLst/>
                <a:gdLst>
                  <a:gd name="T0" fmla="*/ 15 w 15"/>
                  <a:gd name="T1" fmla="*/ 9 h 72"/>
                  <a:gd name="T2" fmla="*/ 15 w 15"/>
                  <a:gd name="T3" fmla="*/ 7 h 72"/>
                  <a:gd name="T4" fmla="*/ 12 w 15"/>
                  <a:gd name="T5" fmla="*/ 5 h 72"/>
                  <a:gd name="T6" fmla="*/ 10 w 15"/>
                  <a:gd name="T7" fmla="*/ 2 h 72"/>
                  <a:gd name="T8" fmla="*/ 8 w 15"/>
                  <a:gd name="T9" fmla="*/ 0 h 72"/>
                  <a:gd name="T10" fmla="*/ 5 w 15"/>
                  <a:gd name="T11" fmla="*/ 2 h 72"/>
                  <a:gd name="T12" fmla="*/ 3 w 15"/>
                  <a:gd name="T13" fmla="*/ 5 h 72"/>
                  <a:gd name="T14" fmla="*/ 0 w 15"/>
                  <a:gd name="T15" fmla="*/ 7 h 72"/>
                  <a:gd name="T16" fmla="*/ 0 w 15"/>
                  <a:gd name="T17" fmla="*/ 62 h 72"/>
                  <a:gd name="T18" fmla="*/ 0 w 15"/>
                  <a:gd name="T19" fmla="*/ 65 h 72"/>
                  <a:gd name="T20" fmla="*/ 3 w 15"/>
                  <a:gd name="T21" fmla="*/ 67 h 72"/>
                  <a:gd name="T22" fmla="*/ 5 w 15"/>
                  <a:gd name="T23" fmla="*/ 69 h 72"/>
                  <a:gd name="T24" fmla="*/ 8 w 15"/>
                  <a:gd name="T25" fmla="*/ 72 h 72"/>
                  <a:gd name="T26" fmla="*/ 10 w 15"/>
                  <a:gd name="T27" fmla="*/ 72 h 72"/>
                  <a:gd name="T28" fmla="*/ 12 w 15"/>
                  <a:gd name="T29" fmla="*/ 69 h 72"/>
                  <a:gd name="T30" fmla="*/ 15 w 15"/>
                  <a:gd name="T31" fmla="*/ 67 h 72"/>
                  <a:gd name="T32" fmla="*/ 15 w 15"/>
                  <a:gd name="T33" fmla="*/ 65 h 72"/>
                  <a:gd name="T34" fmla="*/ 15 w 15"/>
                  <a:gd name="T35" fmla="*/ 9 h 72"/>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w 15"/>
                  <a:gd name="T55" fmla="*/ 0 h 72"/>
                  <a:gd name="T56" fmla="*/ 15 w 15"/>
                  <a:gd name="T57" fmla="*/ 72 h 72"/>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T54" t="T55" r="T56" b="T57"/>
                <a:pathLst>
                  <a:path w="15" h="72">
                    <a:moveTo>
                      <a:pt x="15" y="9"/>
                    </a:moveTo>
                    <a:lnTo>
                      <a:pt x="15" y="7"/>
                    </a:lnTo>
                    <a:lnTo>
                      <a:pt x="12" y="5"/>
                    </a:lnTo>
                    <a:lnTo>
                      <a:pt x="10" y="2"/>
                    </a:lnTo>
                    <a:lnTo>
                      <a:pt x="8" y="0"/>
                    </a:lnTo>
                    <a:lnTo>
                      <a:pt x="5" y="2"/>
                    </a:lnTo>
                    <a:lnTo>
                      <a:pt x="3" y="5"/>
                    </a:lnTo>
                    <a:lnTo>
                      <a:pt x="0" y="7"/>
                    </a:lnTo>
                    <a:lnTo>
                      <a:pt x="0" y="62"/>
                    </a:lnTo>
                    <a:lnTo>
                      <a:pt x="0" y="65"/>
                    </a:lnTo>
                    <a:lnTo>
                      <a:pt x="3" y="67"/>
                    </a:lnTo>
                    <a:lnTo>
                      <a:pt x="5" y="69"/>
                    </a:lnTo>
                    <a:lnTo>
                      <a:pt x="8" y="72"/>
                    </a:lnTo>
                    <a:lnTo>
                      <a:pt x="10" y="72"/>
                    </a:lnTo>
                    <a:lnTo>
                      <a:pt x="12" y="69"/>
                    </a:lnTo>
                    <a:lnTo>
                      <a:pt x="15" y="67"/>
                    </a:lnTo>
                    <a:lnTo>
                      <a:pt x="15" y="65"/>
                    </a:lnTo>
                    <a:lnTo>
                      <a:pt x="15" y="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13341" name="Freeform 93"/>
              <p:cNvSpPr>
                <a:spLocks/>
              </p:cNvSpPr>
              <p:nvPr/>
            </p:nvSpPr>
            <p:spPr bwMode="auto">
              <a:xfrm>
                <a:off x="8849" y="11076"/>
                <a:ext cx="15" cy="72"/>
              </a:xfrm>
              <a:custGeom>
                <a:avLst/>
                <a:gdLst>
                  <a:gd name="T0" fmla="*/ 15 w 15"/>
                  <a:gd name="T1" fmla="*/ 7 h 72"/>
                  <a:gd name="T2" fmla="*/ 15 w 15"/>
                  <a:gd name="T3" fmla="*/ 4 h 72"/>
                  <a:gd name="T4" fmla="*/ 15 w 15"/>
                  <a:gd name="T5" fmla="*/ 2 h 72"/>
                  <a:gd name="T6" fmla="*/ 12 w 15"/>
                  <a:gd name="T7" fmla="*/ 0 h 72"/>
                  <a:gd name="T8" fmla="*/ 10 w 15"/>
                  <a:gd name="T9" fmla="*/ 0 h 72"/>
                  <a:gd name="T10" fmla="*/ 8 w 15"/>
                  <a:gd name="T11" fmla="*/ 0 h 72"/>
                  <a:gd name="T12" fmla="*/ 5 w 15"/>
                  <a:gd name="T13" fmla="*/ 0 h 72"/>
                  <a:gd name="T14" fmla="*/ 3 w 15"/>
                  <a:gd name="T15" fmla="*/ 2 h 72"/>
                  <a:gd name="T16" fmla="*/ 0 w 15"/>
                  <a:gd name="T17" fmla="*/ 4 h 72"/>
                  <a:gd name="T18" fmla="*/ 0 w 15"/>
                  <a:gd name="T19" fmla="*/ 62 h 72"/>
                  <a:gd name="T20" fmla="*/ 0 w 15"/>
                  <a:gd name="T21" fmla="*/ 64 h 72"/>
                  <a:gd name="T22" fmla="*/ 3 w 15"/>
                  <a:gd name="T23" fmla="*/ 67 h 72"/>
                  <a:gd name="T24" fmla="*/ 5 w 15"/>
                  <a:gd name="T25" fmla="*/ 69 h 72"/>
                  <a:gd name="T26" fmla="*/ 8 w 15"/>
                  <a:gd name="T27" fmla="*/ 72 h 72"/>
                  <a:gd name="T28" fmla="*/ 10 w 15"/>
                  <a:gd name="T29" fmla="*/ 72 h 72"/>
                  <a:gd name="T30" fmla="*/ 12 w 15"/>
                  <a:gd name="T31" fmla="*/ 69 h 72"/>
                  <a:gd name="T32" fmla="*/ 15 w 15"/>
                  <a:gd name="T33" fmla="*/ 67 h 72"/>
                  <a:gd name="T34" fmla="*/ 15 w 15"/>
                  <a:gd name="T35" fmla="*/ 64 h 72"/>
                  <a:gd name="T36" fmla="*/ 15 w 15"/>
                  <a:gd name="T37" fmla="*/ 7 h 7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
                  <a:gd name="T58" fmla="*/ 0 h 72"/>
                  <a:gd name="T59" fmla="*/ 15 w 15"/>
                  <a:gd name="T60" fmla="*/ 72 h 7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 h="72">
                    <a:moveTo>
                      <a:pt x="15" y="7"/>
                    </a:moveTo>
                    <a:lnTo>
                      <a:pt x="15" y="4"/>
                    </a:lnTo>
                    <a:lnTo>
                      <a:pt x="15" y="2"/>
                    </a:lnTo>
                    <a:lnTo>
                      <a:pt x="12" y="0"/>
                    </a:lnTo>
                    <a:lnTo>
                      <a:pt x="10" y="0"/>
                    </a:lnTo>
                    <a:lnTo>
                      <a:pt x="8" y="0"/>
                    </a:lnTo>
                    <a:lnTo>
                      <a:pt x="5" y="0"/>
                    </a:lnTo>
                    <a:lnTo>
                      <a:pt x="3" y="2"/>
                    </a:lnTo>
                    <a:lnTo>
                      <a:pt x="0" y="4"/>
                    </a:lnTo>
                    <a:lnTo>
                      <a:pt x="0" y="62"/>
                    </a:lnTo>
                    <a:lnTo>
                      <a:pt x="0" y="64"/>
                    </a:lnTo>
                    <a:lnTo>
                      <a:pt x="3" y="67"/>
                    </a:lnTo>
                    <a:lnTo>
                      <a:pt x="5" y="69"/>
                    </a:lnTo>
                    <a:lnTo>
                      <a:pt x="8" y="72"/>
                    </a:lnTo>
                    <a:lnTo>
                      <a:pt x="10" y="72"/>
                    </a:lnTo>
                    <a:lnTo>
                      <a:pt x="12" y="69"/>
                    </a:lnTo>
                    <a:lnTo>
                      <a:pt x="15" y="67"/>
                    </a:lnTo>
                    <a:lnTo>
                      <a:pt x="15" y="64"/>
                    </a:lnTo>
                    <a:lnTo>
                      <a:pt x="15"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13342" name="Freeform 94"/>
              <p:cNvSpPr>
                <a:spLocks/>
              </p:cNvSpPr>
              <p:nvPr/>
            </p:nvSpPr>
            <p:spPr bwMode="auto">
              <a:xfrm>
                <a:off x="8849" y="11176"/>
                <a:ext cx="15" cy="72"/>
              </a:xfrm>
              <a:custGeom>
                <a:avLst/>
                <a:gdLst>
                  <a:gd name="T0" fmla="*/ 15 w 15"/>
                  <a:gd name="T1" fmla="*/ 8 h 72"/>
                  <a:gd name="T2" fmla="*/ 15 w 15"/>
                  <a:gd name="T3" fmla="*/ 5 h 72"/>
                  <a:gd name="T4" fmla="*/ 15 w 15"/>
                  <a:gd name="T5" fmla="*/ 3 h 72"/>
                  <a:gd name="T6" fmla="*/ 12 w 15"/>
                  <a:gd name="T7" fmla="*/ 0 h 72"/>
                  <a:gd name="T8" fmla="*/ 10 w 15"/>
                  <a:gd name="T9" fmla="*/ 0 h 72"/>
                  <a:gd name="T10" fmla="*/ 8 w 15"/>
                  <a:gd name="T11" fmla="*/ 0 h 72"/>
                  <a:gd name="T12" fmla="*/ 5 w 15"/>
                  <a:gd name="T13" fmla="*/ 0 h 72"/>
                  <a:gd name="T14" fmla="*/ 3 w 15"/>
                  <a:gd name="T15" fmla="*/ 3 h 72"/>
                  <a:gd name="T16" fmla="*/ 0 w 15"/>
                  <a:gd name="T17" fmla="*/ 5 h 72"/>
                  <a:gd name="T18" fmla="*/ 0 w 15"/>
                  <a:gd name="T19" fmla="*/ 63 h 72"/>
                  <a:gd name="T20" fmla="*/ 0 w 15"/>
                  <a:gd name="T21" fmla="*/ 65 h 72"/>
                  <a:gd name="T22" fmla="*/ 3 w 15"/>
                  <a:gd name="T23" fmla="*/ 68 h 72"/>
                  <a:gd name="T24" fmla="*/ 5 w 15"/>
                  <a:gd name="T25" fmla="*/ 70 h 72"/>
                  <a:gd name="T26" fmla="*/ 8 w 15"/>
                  <a:gd name="T27" fmla="*/ 72 h 72"/>
                  <a:gd name="T28" fmla="*/ 10 w 15"/>
                  <a:gd name="T29" fmla="*/ 72 h 72"/>
                  <a:gd name="T30" fmla="*/ 12 w 15"/>
                  <a:gd name="T31" fmla="*/ 70 h 72"/>
                  <a:gd name="T32" fmla="*/ 15 w 15"/>
                  <a:gd name="T33" fmla="*/ 68 h 72"/>
                  <a:gd name="T34" fmla="*/ 15 w 15"/>
                  <a:gd name="T35" fmla="*/ 65 h 72"/>
                  <a:gd name="T36" fmla="*/ 15 w 15"/>
                  <a:gd name="T37" fmla="*/ 8 h 7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
                  <a:gd name="T58" fmla="*/ 0 h 72"/>
                  <a:gd name="T59" fmla="*/ 15 w 15"/>
                  <a:gd name="T60" fmla="*/ 72 h 7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 h="72">
                    <a:moveTo>
                      <a:pt x="15" y="8"/>
                    </a:moveTo>
                    <a:lnTo>
                      <a:pt x="15" y="5"/>
                    </a:lnTo>
                    <a:lnTo>
                      <a:pt x="15" y="3"/>
                    </a:lnTo>
                    <a:lnTo>
                      <a:pt x="12" y="0"/>
                    </a:lnTo>
                    <a:lnTo>
                      <a:pt x="10" y="0"/>
                    </a:lnTo>
                    <a:lnTo>
                      <a:pt x="8" y="0"/>
                    </a:lnTo>
                    <a:lnTo>
                      <a:pt x="5" y="0"/>
                    </a:lnTo>
                    <a:lnTo>
                      <a:pt x="3" y="3"/>
                    </a:lnTo>
                    <a:lnTo>
                      <a:pt x="0" y="5"/>
                    </a:lnTo>
                    <a:lnTo>
                      <a:pt x="0" y="63"/>
                    </a:lnTo>
                    <a:lnTo>
                      <a:pt x="0" y="65"/>
                    </a:lnTo>
                    <a:lnTo>
                      <a:pt x="3" y="68"/>
                    </a:lnTo>
                    <a:lnTo>
                      <a:pt x="5" y="70"/>
                    </a:lnTo>
                    <a:lnTo>
                      <a:pt x="8" y="72"/>
                    </a:lnTo>
                    <a:lnTo>
                      <a:pt x="10" y="72"/>
                    </a:lnTo>
                    <a:lnTo>
                      <a:pt x="12" y="70"/>
                    </a:lnTo>
                    <a:lnTo>
                      <a:pt x="15" y="68"/>
                    </a:lnTo>
                    <a:lnTo>
                      <a:pt x="15" y="65"/>
                    </a:lnTo>
                    <a:lnTo>
                      <a:pt x="15"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13343" name="Freeform 95"/>
              <p:cNvSpPr>
                <a:spLocks/>
              </p:cNvSpPr>
              <p:nvPr/>
            </p:nvSpPr>
            <p:spPr bwMode="auto">
              <a:xfrm>
                <a:off x="8849" y="11277"/>
                <a:ext cx="15" cy="72"/>
              </a:xfrm>
              <a:custGeom>
                <a:avLst/>
                <a:gdLst>
                  <a:gd name="T0" fmla="*/ 15 w 15"/>
                  <a:gd name="T1" fmla="*/ 7 h 72"/>
                  <a:gd name="T2" fmla="*/ 15 w 15"/>
                  <a:gd name="T3" fmla="*/ 5 h 72"/>
                  <a:gd name="T4" fmla="*/ 15 w 15"/>
                  <a:gd name="T5" fmla="*/ 3 h 72"/>
                  <a:gd name="T6" fmla="*/ 12 w 15"/>
                  <a:gd name="T7" fmla="*/ 0 h 72"/>
                  <a:gd name="T8" fmla="*/ 10 w 15"/>
                  <a:gd name="T9" fmla="*/ 0 h 72"/>
                  <a:gd name="T10" fmla="*/ 8 w 15"/>
                  <a:gd name="T11" fmla="*/ 0 h 72"/>
                  <a:gd name="T12" fmla="*/ 5 w 15"/>
                  <a:gd name="T13" fmla="*/ 0 h 72"/>
                  <a:gd name="T14" fmla="*/ 3 w 15"/>
                  <a:gd name="T15" fmla="*/ 3 h 72"/>
                  <a:gd name="T16" fmla="*/ 0 w 15"/>
                  <a:gd name="T17" fmla="*/ 5 h 72"/>
                  <a:gd name="T18" fmla="*/ 0 w 15"/>
                  <a:gd name="T19" fmla="*/ 62 h 72"/>
                  <a:gd name="T20" fmla="*/ 0 w 15"/>
                  <a:gd name="T21" fmla="*/ 65 h 72"/>
                  <a:gd name="T22" fmla="*/ 3 w 15"/>
                  <a:gd name="T23" fmla="*/ 67 h 72"/>
                  <a:gd name="T24" fmla="*/ 5 w 15"/>
                  <a:gd name="T25" fmla="*/ 70 h 72"/>
                  <a:gd name="T26" fmla="*/ 8 w 15"/>
                  <a:gd name="T27" fmla="*/ 72 h 72"/>
                  <a:gd name="T28" fmla="*/ 10 w 15"/>
                  <a:gd name="T29" fmla="*/ 72 h 72"/>
                  <a:gd name="T30" fmla="*/ 12 w 15"/>
                  <a:gd name="T31" fmla="*/ 70 h 72"/>
                  <a:gd name="T32" fmla="*/ 15 w 15"/>
                  <a:gd name="T33" fmla="*/ 67 h 72"/>
                  <a:gd name="T34" fmla="*/ 15 w 15"/>
                  <a:gd name="T35" fmla="*/ 65 h 72"/>
                  <a:gd name="T36" fmla="*/ 15 w 15"/>
                  <a:gd name="T37" fmla="*/ 7 h 7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
                  <a:gd name="T58" fmla="*/ 0 h 72"/>
                  <a:gd name="T59" fmla="*/ 15 w 15"/>
                  <a:gd name="T60" fmla="*/ 72 h 7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 h="72">
                    <a:moveTo>
                      <a:pt x="15" y="7"/>
                    </a:moveTo>
                    <a:lnTo>
                      <a:pt x="15" y="5"/>
                    </a:lnTo>
                    <a:lnTo>
                      <a:pt x="15" y="3"/>
                    </a:lnTo>
                    <a:lnTo>
                      <a:pt x="12" y="0"/>
                    </a:lnTo>
                    <a:lnTo>
                      <a:pt x="10" y="0"/>
                    </a:lnTo>
                    <a:lnTo>
                      <a:pt x="8" y="0"/>
                    </a:lnTo>
                    <a:lnTo>
                      <a:pt x="5" y="0"/>
                    </a:lnTo>
                    <a:lnTo>
                      <a:pt x="3" y="3"/>
                    </a:lnTo>
                    <a:lnTo>
                      <a:pt x="0" y="5"/>
                    </a:lnTo>
                    <a:lnTo>
                      <a:pt x="0" y="62"/>
                    </a:lnTo>
                    <a:lnTo>
                      <a:pt x="0" y="65"/>
                    </a:lnTo>
                    <a:lnTo>
                      <a:pt x="3" y="67"/>
                    </a:lnTo>
                    <a:lnTo>
                      <a:pt x="5" y="70"/>
                    </a:lnTo>
                    <a:lnTo>
                      <a:pt x="8" y="72"/>
                    </a:lnTo>
                    <a:lnTo>
                      <a:pt x="10" y="72"/>
                    </a:lnTo>
                    <a:lnTo>
                      <a:pt x="12" y="70"/>
                    </a:lnTo>
                    <a:lnTo>
                      <a:pt x="15" y="67"/>
                    </a:lnTo>
                    <a:lnTo>
                      <a:pt x="15" y="65"/>
                    </a:lnTo>
                    <a:lnTo>
                      <a:pt x="15"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13344" name="Freeform 96"/>
              <p:cNvSpPr>
                <a:spLocks/>
              </p:cNvSpPr>
              <p:nvPr/>
            </p:nvSpPr>
            <p:spPr bwMode="auto">
              <a:xfrm>
                <a:off x="8849" y="11378"/>
                <a:ext cx="15" cy="72"/>
              </a:xfrm>
              <a:custGeom>
                <a:avLst/>
                <a:gdLst>
                  <a:gd name="T0" fmla="*/ 15 w 15"/>
                  <a:gd name="T1" fmla="*/ 7 h 72"/>
                  <a:gd name="T2" fmla="*/ 15 w 15"/>
                  <a:gd name="T3" fmla="*/ 5 h 72"/>
                  <a:gd name="T4" fmla="*/ 15 w 15"/>
                  <a:gd name="T5" fmla="*/ 2 h 72"/>
                  <a:gd name="T6" fmla="*/ 12 w 15"/>
                  <a:gd name="T7" fmla="*/ 0 h 72"/>
                  <a:gd name="T8" fmla="*/ 10 w 15"/>
                  <a:gd name="T9" fmla="*/ 0 h 72"/>
                  <a:gd name="T10" fmla="*/ 8 w 15"/>
                  <a:gd name="T11" fmla="*/ 0 h 72"/>
                  <a:gd name="T12" fmla="*/ 5 w 15"/>
                  <a:gd name="T13" fmla="*/ 0 h 72"/>
                  <a:gd name="T14" fmla="*/ 3 w 15"/>
                  <a:gd name="T15" fmla="*/ 2 h 72"/>
                  <a:gd name="T16" fmla="*/ 0 w 15"/>
                  <a:gd name="T17" fmla="*/ 5 h 72"/>
                  <a:gd name="T18" fmla="*/ 0 w 15"/>
                  <a:gd name="T19" fmla="*/ 62 h 72"/>
                  <a:gd name="T20" fmla="*/ 0 w 15"/>
                  <a:gd name="T21" fmla="*/ 65 h 72"/>
                  <a:gd name="T22" fmla="*/ 3 w 15"/>
                  <a:gd name="T23" fmla="*/ 67 h 72"/>
                  <a:gd name="T24" fmla="*/ 5 w 15"/>
                  <a:gd name="T25" fmla="*/ 69 h 72"/>
                  <a:gd name="T26" fmla="*/ 8 w 15"/>
                  <a:gd name="T27" fmla="*/ 72 h 72"/>
                  <a:gd name="T28" fmla="*/ 10 w 15"/>
                  <a:gd name="T29" fmla="*/ 72 h 72"/>
                  <a:gd name="T30" fmla="*/ 12 w 15"/>
                  <a:gd name="T31" fmla="*/ 69 h 72"/>
                  <a:gd name="T32" fmla="*/ 15 w 15"/>
                  <a:gd name="T33" fmla="*/ 67 h 72"/>
                  <a:gd name="T34" fmla="*/ 15 w 15"/>
                  <a:gd name="T35" fmla="*/ 65 h 72"/>
                  <a:gd name="T36" fmla="*/ 15 w 15"/>
                  <a:gd name="T37" fmla="*/ 7 h 7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
                  <a:gd name="T58" fmla="*/ 0 h 72"/>
                  <a:gd name="T59" fmla="*/ 15 w 15"/>
                  <a:gd name="T60" fmla="*/ 72 h 7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 h="72">
                    <a:moveTo>
                      <a:pt x="15" y="7"/>
                    </a:moveTo>
                    <a:lnTo>
                      <a:pt x="15" y="5"/>
                    </a:lnTo>
                    <a:lnTo>
                      <a:pt x="15" y="2"/>
                    </a:lnTo>
                    <a:lnTo>
                      <a:pt x="12" y="0"/>
                    </a:lnTo>
                    <a:lnTo>
                      <a:pt x="10" y="0"/>
                    </a:lnTo>
                    <a:lnTo>
                      <a:pt x="8" y="0"/>
                    </a:lnTo>
                    <a:lnTo>
                      <a:pt x="5" y="0"/>
                    </a:lnTo>
                    <a:lnTo>
                      <a:pt x="3" y="2"/>
                    </a:lnTo>
                    <a:lnTo>
                      <a:pt x="0" y="5"/>
                    </a:lnTo>
                    <a:lnTo>
                      <a:pt x="0" y="62"/>
                    </a:lnTo>
                    <a:lnTo>
                      <a:pt x="0" y="65"/>
                    </a:lnTo>
                    <a:lnTo>
                      <a:pt x="3" y="67"/>
                    </a:lnTo>
                    <a:lnTo>
                      <a:pt x="5" y="69"/>
                    </a:lnTo>
                    <a:lnTo>
                      <a:pt x="8" y="72"/>
                    </a:lnTo>
                    <a:lnTo>
                      <a:pt x="10" y="72"/>
                    </a:lnTo>
                    <a:lnTo>
                      <a:pt x="12" y="69"/>
                    </a:lnTo>
                    <a:lnTo>
                      <a:pt x="15" y="67"/>
                    </a:lnTo>
                    <a:lnTo>
                      <a:pt x="15" y="65"/>
                    </a:lnTo>
                    <a:lnTo>
                      <a:pt x="15"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13345" name="Freeform 97"/>
              <p:cNvSpPr>
                <a:spLocks/>
              </p:cNvSpPr>
              <p:nvPr/>
            </p:nvSpPr>
            <p:spPr bwMode="auto">
              <a:xfrm>
                <a:off x="8849" y="11479"/>
                <a:ext cx="15" cy="72"/>
              </a:xfrm>
              <a:custGeom>
                <a:avLst/>
                <a:gdLst>
                  <a:gd name="T0" fmla="*/ 15 w 15"/>
                  <a:gd name="T1" fmla="*/ 7 h 72"/>
                  <a:gd name="T2" fmla="*/ 15 w 15"/>
                  <a:gd name="T3" fmla="*/ 4 h 72"/>
                  <a:gd name="T4" fmla="*/ 15 w 15"/>
                  <a:gd name="T5" fmla="*/ 2 h 72"/>
                  <a:gd name="T6" fmla="*/ 12 w 15"/>
                  <a:gd name="T7" fmla="*/ 0 h 72"/>
                  <a:gd name="T8" fmla="*/ 10 w 15"/>
                  <a:gd name="T9" fmla="*/ 0 h 72"/>
                  <a:gd name="T10" fmla="*/ 8 w 15"/>
                  <a:gd name="T11" fmla="*/ 0 h 72"/>
                  <a:gd name="T12" fmla="*/ 5 w 15"/>
                  <a:gd name="T13" fmla="*/ 0 h 72"/>
                  <a:gd name="T14" fmla="*/ 3 w 15"/>
                  <a:gd name="T15" fmla="*/ 2 h 72"/>
                  <a:gd name="T16" fmla="*/ 0 w 15"/>
                  <a:gd name="T17" fmla="*/ 4 h 72"/>
                  <a:gd name="T18" fmla="*/ 0 w 15"/>
                  <a:gd name="T19" fmla="*/ 62 h 72"/>
                  <a:gd name="T20" fmla="*/ 0 w 15"/>
                  <a:gd name="T21" fmla="*/ 64 h 72"/>
                  <a:gd name="T22" fmla="*/ 3 w 15"/>
                  <a:gd name="T23" fmla="*/ 67 h 72"/>
                  <a:gd name="T24" fmla="*/ 5 w 15"/>
                  <a:gd name="T25" fmla="*/ 69 h 72"/>
                  <a:gd name="T26" fmla="*/ 8 w 15"/>
                  <a:gd name="T27" fmla="*/ 72 h 72"/>
                  <a:gd name="T28" fmla="*/ 10 w 15"/>
                  <a:gd name="T29" fmla="*/ 72 h 72"/>
                  <a:gd name="T30" fmla="*/ 12 w 15"/>
                  <a:gd name="T31" fmla="*/ 69 h 72"/>
                  <a:gd name="T32" fmla="*/ 15 w 15"/>
                  <a:gd name="T33" fmla="*/ 67 h 72"/>
                  <a:gd name="T34" fmla="*/ 15 w 15"/>
                  <a:gd name="T35" fmla="*/ 64 h 72"/>
                  <a:gd name="T36" fmla="*/ 15 w 15"/>
                  <a:gd name="T37" fmla="*/ 7 h 7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
                  <a:gd name="T58" fmla="*/ 0 h 72"/>
                  <a:gd name="T59" fmla="*/ 15 w 15"/>
                  <a:gd name="T60" fmla="*/ 72 h 7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 h="72">
                    <a:moveTo>
                      <a:pt x="15" y="7"/>
                    </a:moveTo>
                    <a:lnTo>
                      <a:pt x="15" y="4"/>
                    </a:lnTo>
                    <a:lnTo>
                      <a:pt x="15" y="2"/>
                    </a:lnTo>
                    <a:lnTo>
                      <a:pt x="12" y="0"/>
                    </a:lnTo>
                    <a:lnTo>
                      <a:pt x="10" y="0"/>
                    </a:lnTo>
                    <a:lnTo>
                      <a:pt x="8" y="0"/>
                    </a:lnTo>
                    <a:lnTo>
                      <a:pt x="5" y="0"/>
                    </a:lnTo>
                    <a:lnTo>
                      <a:pt x="3" y="2"/>
                    </a:lnTo>
                    <a:lnTo>
                      <a:pt x="0" y="4"/>
                    </a:lnTo>
                    <a:lnTo>
                      <a:pt x="0" y="62"/>
                    </a:lnTo>
                    <a:lnTo>
                      <a:pt x="0" y="64"/>
                    </a:lnTo>
                    <a:lnTo>
                      <a:pt x="3" y="67"/>
                    </a:lnTo>
                    <a:lnTo>
                      <a:pt x="5" y="69"/>
                    </a:lnTo>
                    <a:lnTo>
                      <a:pt x="8" y="72"/>
                    </a:lnTo>
                    <a:lnTo>
                      <a:pt x="10" y="72"/>
                    </a:lnTo>
                    <a:lnTo>
                      <a:pt x="12" y="69"/>
                    </a:lnTo>
                    <a:lnTo>
                      <a:pt x="15" y="67"/>
                    </a:lnTo>
                    <a:lnTo>
                      <a:pt x="15" y="64"/>
                    </a:lnTo>
                    <a:lnTo>
                      <a:pt x="15"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13346" name="Freeform 98"/>
              <p:cNvSpPr>
                <a:spLocks/>
              </p:cNvSpPr>
              <p:nvPr/>
            </p:nvSpPr>
            <p:spPr bwMode="auto">
              <a:xfrm>
                <a:off x="8849" y="11579"/>
                <a:ext cx="15" cy="72"/>
              </a:xfrm>
              <a:custGeom>
                <a:avLst/>
                <a:gdLst>
                  <a:gd name="T0" fmla="*/ 15 w 15"/>
                  <a:gd name="T1" fmla="*/ 8 h 72"/>
                  <a:gd name="T2" fmla="*/ 15 w 15"/>
                  <a:gd name="T3" fmla="*/ 5 h 72"/>
                  <a:gd name="T4" fmla="*/ 15 w 15"/>
                  <a:gd name="T5" fmla="*/ 3 h 72"/>
                  <a:gd name="T6" fmla="*/ 12 w 15"/>
                  <a:gd name="T7" fmla="*/ 0 h 72"/>
                  <a:gd name="T8" fmla="*/ 10 w 15"/>
                  <a:gd name="T9" fmla="*/ 0 h 72"/>
                  <a:gd name="T10" fmla="*/ 8 w 15"/>
                  <a:gd name="T11" fmla="*/ 0 h 72"/>
                  <a:gd name="T12" fmla="*/ 5 w 15"/>
                  <a:gd name="T13" fmla="*/ 0 h 72"/>
                  <a:gd name="T14" fmla="*/ 3 w 15"/>
                  <a:gd name="T15" fmla="*/ 3 h 72"/>
                  <a:gd name="T16" fmla="*/ 0 w 15"/>
                  <a:gd name="T17" fmla="*/ 5 h 72"/>
                  <a:gd name="T18" fmla="*/ 0 w 15"/>
                  <a:gd name="T19" fmla="*/ 63 h 72"/>
                  <a:gd name="T20" fmla="*/ 0 w 15"/>
                  <a:gd name="T21" fmla="*/ 65 h 72"/>
                  <a:gd name="T22" fmla="*/ 3 w 15"/>
                  <a:gd name="T23" fmla="*/ 68 h 72"/>
                  <a:gd name="T24" fmla="*/ 5 w 15"/>
                  <a:gd name="T25" fmla="*/ 70 h 72"/>
                  <a:gd name="T26" fmla="*/ 8 w 15"/>
                  <a:gd name="T27" fmla="*/ 72 h 72"/>
                  <a:gd name="T28" fmla="*/ 10 w 15"/>
                  <a:gd name="T29" fmla="*/ 72 h 72"/>
                  <a:gd name="T30" fmla="*/ 12 w 15"/>
                  <a:gd name="T31" fmla="*/ 70 h 72"/>
                  <a:gd name="T32" fmla="*/ 15 w 15"/>
                  <a:gd name="T33" fmla="*/ 68 h 72"/>
                  <a:gd name="T34" fmla="*/ 15 w 15"/>
                  <a:gd name="T35" fmla="*/ 65 h 72"/>
                  <a:gd name="T36" fmla="*/ 15 w 15"/>
                  <a:gd name="T37" fmla="*/ 8 h 7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
                  <a:gd name="T58" fmla="*/ 0 h 72"/>
                  <a:gd name="T59" fmla="*/ 15 w 15"/>
                  <a:gd name="T60" fmla="*/ 72 h 7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 h="72">
                    <a:moveTo>
                      <a:pt x="15" y="8"/>
                    </a:moveTo>
                    <a:lnTo>
                      <a:pt x="15" y="5"/>
                    </a:lnTo>
                    <a:lnTo>
                      <a:pt x="15" y="3"/>
                    </a:lnTo>
                    <a:lnTo>
                      <a:pt x="12" y="0"/>
                    </a:lnTo>
                    <a:lnTo>
                      <a:pt x="10" y="0"/>
                    </a:lnTo>
                    <a:lnTo>
                      <a:pt x="8" y="0"/>
                    </a:lnTo>
                    <a:lnTo>
                      <a:pt x="5" y="0"/>
                    </a:lnTo>
                    <a:lnTo>
                      <a:pt x="3" y="3"/>
                    </a:lnTo>
                    <a:lnTo>
                      <a:pt x="0" y="5"/>
                    </a:lnTo>
                    <a:lnTo>
                      <a:pt x="0" y="63"/>
                    </a:lnTo>
                    <a:lnTo>
                      <a:pt x="0" y="65"/>
                    </a:lnTo>
                    <a:lnTo>
                      <a:pt x="3" y="68"/>
                    </a:lnTo>
                    <a:lnTo>
                      <a:pt x="5" y="70"/>
                    </a:lnTo>
                    <a:lnTo>
                      <a:pt x="8" y="72"/>
                    </a:lnTo>
                    <a:lnTo>
                      <a:pt x="10" y="72"/>
                    </a:lnTo>
                    <a:lnTo>
                      <a:pt x="12" y="70"/>
                    </a:lnTo>
                    <a:lnTo>
                      <a:pt x="15" y="68"/>
                    </a:lnTo>
                    <a:lnTo>
                      <a:pt x="15" y="65"/>
                    </a:lnTo>
                    <a:lnTo>
                      <a:pt x="15"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13347" name="Freeform 99"/>
              <p:cNvSpPr>
                <a:spLocks/>
              </p:cNvSpPr>
              <p:nvPr/>
            </p:nvSpPr>
            <p:spPr bwMode="auto">
              <a:xfrm>
                <a:off x="8849" y="11680"/>
                <a:ext cx="15" cy="72"/>
              </a:xfrm>
              <a:custGeom>
                <a:avLst/>
                <a:gdLst>
                  <a:gd name="T0" fmla="*/ 15 w 15"/>
                  <a:gd name="T1" fmla="*/ 7 h 72"/>
                  <a:gd name="T2" fmla="*/ 15 w 15"/>
                  <a:gd name="T3" fmla="*/ 5 h 72"/>
                  <a:gd name="T4" fmla="*/ 15 w 15"/>
                  <a:gd name="T5" fmla="*/ 3 h 72"/>
                  <a:gd name="T6" fmla="*/ 12 w 15"/>
                  <a:gd name="T7" fmla="*/ 0 h 72"/>
                  <a:gd name="T8" fmla="*/ 10 w 15"/>
                  <a:gd name="T9" fmla="*/ 0 h 72"/>
                  <a:gd name="T10" fmla="*/ 8 w 15"/>
                  <a:gd name="T11" fmla="*/ 0 h 72"/>
                  <a:gd name="T12" fmla="*/ 5 w 15"/>
                  <a:gd name="T13" fmla="*/ 0 h 72"/>
                  <a:gd name="T14" fmla="*/ 3 w 15"/>
                  <a:gd name="T15" fmla="*/ 3 h 72"/>
                  <a:gd name="T16" fmla="*/ 0 w 15"/>
                  <a:gd name="T17" fmla="*/ 5 h 72"/>
                  <a:gd name="T18" fmla="*/ 0 w 15"/>
                  <a:gd name="T19" fmla="*/ 63 h 72"/>
                  <a:gd name="T20" fmla="*/ 0 w 15"/>
                  <a:gd name="T21" fmla="*/ 65 h 72"/>
                  <a:gd name="T22" fmla="*/ 3 w 15"/>
                  <a:gd name="T23" fmla="*/ 67 h 72"/>
                  <a:gd name="T24" fmla="*/ 5 w 15"/>
                  <a:gd name="T25" fmla="*/ 70 h 72"/>
                  <a:gd name="T26" fmla="*/ 8 w 15"/>
                  <a:gd name="T27" fmla="*/ 72 h 72"/>
                  <a:gd name="T28" fmla="*/ 10 w 15"/>
                  <a:gd name="T29" fmla="*/ 72 h 72"/>
                  <a:gd name="T30" fmla="*/ 12 w 15"/>
                  <a:gd name="T31" fmla="*/ 70 h 72"/>
                  <a:gd name="T32" fmla="*/ 15 w 15"/>
                  <a:gd name="T33" fmla="*/ 67 h 72"/>
                  <a:gd name="T34" fmla="*/ 15 w 15"/>
                  <a:gd name="T35" fmla="*/ 65 h 72"/>
                  <a:gd name="T36" fmla="*/ 15 w 15"/>
                  <a:gd name="T37" fmla="*/ 7 h 7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
                  <a:gd name="T58" fmla="*/ 0 h 72"/>
                  <a:gd name="T59" fmla="*/ 15 w 15"/>
                  <a:gd name="T60" fmla="*/ 72 h 7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 h="72">
                    <a:moveTo>
                      <a:pt x="15" y="7"/>
                    </a:moveTo>
                    <a:lnTo>
                      <a:pt x="15" y="5"/>
                    </a:lnTo>
                    <a:lnTo>
                      <a:pt x="15" y="3"/>
                    </a:lnTo>
                    <a:lnTo>
                      <a:pt x="12" y="0"/>
                    </a:lnTo>
                    <a:lnTo>
                      <a:pt x="10" y="0"/>
                    </a:lnTo>
                    <a:lnTo>
                      <a:pt x="8" y="0"/>
                    </a:lnTo>
                    <a:lnTo>
                      <a:pt x="5" y="0"/>
                    </a:lnTo>
                    <a:lnTo>
                      <a:pt x="3" y="3"/>
                    </a:lnTo>
                    <a:lnTo>
                      <a:pt x="0" y="5"/>
                    </a:lnTo>
                    <a:lnTo>
                      <a:pt x="0" y="63"/>
                    </a:lnTo>
                    <a:lnTo>
                      <a:pt x="0" y="65"/>
                    </a:lnTo>
                    <a:lnTo>
                      <a:pt x="3" y="67"/>
                    </a:lnTo>
                    <a:lnTo>
                      <a:pt x="5" y="70"/>
                    </a:lnTo>
                    <a:lnTo>
                      <a:pt x="8" y="72"/>
                    </a:lnTo>
                    <a:lnTo>
                      <a:pt x="10" y="72"/>
                    </a:lnTo>
                    <a:lnTo>
                      <a:pt x="12" y="70"/>
                    </a:lnTo>
                    <a:lnTo>
                      <a:pt x="15" y="67"/>
                    </a:lnTo>
                    <a:lnTo>
                      <a:pt x="15" y="65"/>
                    </a:lnTo>
                    <a:lnTo>
                      <a:pt x="15"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13348" name="Freeform 100"/>
              <p:cNvSpPr>
                <a:spLocks/>
              </p:cNvSpPr>
              <p:nvPr/>
            </p:nvSpPr>
            <p:spPr bwMode="auto">
              <a:xfrm>
                <a:off x="8849" y="11781"/>
                <a:ext cx="15" cy="72"/>
              </a:xfrm>
              <a:custGeom>
                <a:avLst/>
                <a:gdLst>
                  <a:gd name="T0" fmla="*/ 15 w 15"/>
                  <a:gd name="T1" fmla="*/ 7 h 72"/>
                  <a:gd name="T2" fmla="*/ 15 w 15"/>
                  <a:gd name="T3" fmla="*/ 5 h 72"/>
                  <a:gd name="T4" fmla="*/ 15 w 15"/>
                  <a:gd name="T5" fmla="*/ 2 h 72"/>
                  <a:gd name="T6" fmla="*/ 12 w 15"/>
                  <a:gd name="T7" fmla="*/ 0 h 72"/>
                  <a:gd name="T8" fmla="*/ 10 w 15"/>
                  <a:gd name="T9" fmla="*/ 0 h 72"/>
                  <a:gd name="T10" fmla="*/ 8 w 15"/>
                  <a:gd name="T11" fmla="*/ 0 h 72"/>
                  <a:gd name="T12" fmla="*/ 5 w 15"/>
                  <a:gd name="T13" fmla="*/ 0 h 72"/>
                  <a:gd name="T14" fmla="*/ 3 w 15"/>
                  <a:gd name="T15" fmla="*/ 2 h 72"/>
                  <a:gd name="T16" fmla="*/ 0 w 15"/>
                  <a:gd name="T17" fmla="*/ 5 h 72"/>
                  <a:gd name="T18" fmla="*/ 0 w 15"/>
                  <a:gd name="T19" fmla="*/ 62 h 72"/>
                  <a:gd name="T20" fmla="*/ 0 w 15"/>
                  <a:gd name="T21" fmla="*/ 65 h 72"/>
                  <a:gd name="T22" fmla="*/ 3 w 15"/>
                  <a:gd name="T23" fmla="*/ 67 h 72"/>
                  <a:gd name="T24" fmla="*/ 5 w 15"/>
                  <a:gd name="T25" fmla="*/ 70 h 72"/>
                  <a:gd name="T26" fmla="*/ 8 w 15"/>
                  <a:gd name="T27" fmla="*/ 72 h 72"/>
                  <a:gd name="T28" fmla="*/ 10 w 15"/>
                  <a:gd name="T29" fmla="*/ 72 h 72"/>
                  <a:gd name="T30" fmla="*/ 12 w 15"/>
                  <a:gd name="T31" fmla="*/ 70 h 72"/>
                  <a:gd name="T32" fmla="*/ 15 w 15"/>
                  <a:gd name="T33" fmla="*/ 67 h 72"/>
                  <a:gd name="T34" fmla="*/ 15 w 15"/>
                  <a:gd name="T35" fmla="*/ 65 h 72"/>
                  <a:gd name="T36" fmla="*/ 15 w 15"/>
                  <a:gd name="T37" fmla="*/ 7 h 7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
                  <a:gd name="T58" fmla="*/ 0 h 72"/>
                  <a:gd name="T59" fmla="*/ 15 w 15"/>
                  <a:gd name="T60" fmla="*/ 72 h 7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 h="72">
                    <a:moveTo>
                      <a:pt x="15" y="7"/>
                    </a:moveTo>
                    <a:lnTo>
                      <a:pt x="15" y="5"/>
                    </a:lnTo>
                    <a:lnTo>
                      <a:pt x="15" y="2"/>
                    </a:lnTo>
                    <a:lnTo>
                      <a:pt x="12" y="0"/>
                    </a:lnTo>
                    <a:lnTo>
                      <a:pt x="10" y="0"/>
                    </a:lnTo>
                    <a:lnTo>
                      <a:pt x="8" y="0"/>
                    </a:lnTo>
                    <a:lnTo>
                      <a:pt x="5" y="0"/>
                    </a:lnTo>
                    <a:lnTo>
                      <a:pt x="3" y="2"/>
                    </a:lnTo>
                    <a:lnTo>
                      <a:pt x="0" y="5"/>
                    </a:lnTo>
                    <a:lnTo>
                      <a:pt x="0" y="62"/>
                    </a:lnTo>
                    <a:lnTo>
                      <a:pt x="0" y="65"/>
                    </a:lnTo>
                    <a:lnTo>
                      <a:pt x="3" y="67"/>
                    </a:lnTo>
                    <a:lnTo>
                      <a:pt x="5" y="70"/>
                    </a:lnTo>
                    <a:lnTo>
                      <a:pt x="8" y="72"/>
                    </a:lnTo>
                    <a:lnTo>
                      <a:pt x="10" y="72"/>
                    </a:lnTo>
                    <a:lnTo>
                      <a:pt x="12" y="70"/>
                    </a:lnTo>
                    <a:lnTo>
                      <a:pt x="15" y="67"/>
                    </a:lnTo>
                    <a:lnTo>
                      <a:pt x="15" y="65"/>
                    </a:lnTo>
                    <a:lnTo>
                      <a:pt x="15"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13349" name="Freeform 101"/>
              <p:cNvSpPr>
                <a:spLocks/>
              </p:cNvSpPr>
              <p:nvPr/>
            </p:nvSpPr>
            <p:spPr bwMode="auto">
              <a:xfrm>
                <a:off x="8849" y="11882"/>
                <a:ext cx="15" cy="72"/>
              </a:xfrm>
              <a:custGeom>
                <a:avLst/>
                <a:gdLst>
                  <a:gd name="T0" fmla="*/ 15 w 15"/>
                  <a:gd name="T1" fmla="*/ 7 h 72"/>
                  <a:gd name="T2" fmla="*/ 15 w 15"/>
                  <a:gd name="T3" fmla="*/ 5 h 72"/>
                  <a:gd name="T4" fmla="*/ 15 w 15"/>
                  <a:gd name="T5" fmla="*/ 2 h 72"/>
                  <a:gd name="T6" fmla="*/ 12 w 15"/>
                  <a:gd name="T7" fmla="*/ 0 h 72"/>
                  <a:gd name="T8" fmla="*/ 10 w 15"/>
                  <a:gd name="T9" fmla="*/ 0 h 72"/>
                  <a:gd name="T10" fmla="*/ 8 w 15"/>
                  <a:gd name="T11" fmla="*/ 0 h 72"/>
                  <a:gd name="T12" fmla="*/ 5 w 15"/>
                  <a:gd name="T13" fmla="*/ 0 h 72"/>
                  <a:gd name="T14" fmla="*/ 3 w 15"/>
                  <a:gd name="T15" fmla="*/ 2 h 72"/>
                  <a:gd name="T16" fmla="*/ 0 w 15"/>
                  <a:gd name="T17" fmla="*/ 5 h 72"/>
                  <a:gd name="T18" fmla="*/ 0 w 15"/>
                  <a:gd name="T19" fmla="*/ 62 h 72"/>
                  <a:gd name="T20" fmla="*/ 0 w 15"/>
                  <a:gd name="T21" fmla="*/ 65 h 72"/>
                  <a:gd name="T22" fmla="*/ 3 w 15"/>
                  <a:gd name="T23" fmla="*/ 67 h 72"/>
                  <a:gd name="T24" fmla="*/ 5 w 15"/>
                  <a:gd name="T25" fmla="*/ 69 h 72"/>
                  <a:gd name="T26" fmla="*/ 8 w 15"/>
                  <a:gd name="T27" fmla="*/ 72 h 72"/>
                  <a:gd name="T28" fmla="*/ 10 w 15"/>
                  <a:gd name="T29" fmla="*/ 72 h 72"/>
                  <a:gd name="T30" fmla="*/ 12 w 15"/>
                  <a:gd name="T31" fmla="*/ 69 h 72"/>
                  <a:gd name="T32" fmla="*/ 15 w 15"/>
                  <a:gd name="T33" fmla="*/ 67 h 72"/>
                  <a:gd name="T34" fmla="*/ 15 w 15"/>
                  <a:gd name="T35" fmla="*/ 65 h 72"/>
                  <a:gd name="T36" fmla="*/ 15 w 15"/>
                  <a:gd name="T37" fmla="*/ 7 h 7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
                  <a:gd name="T58" fmla="*/ 0 h 72"/>
                  <a:gd name="T59" fmla="*/ 15 w 15"/>
                  <a:gd name="T60" fmla="*/ 72 h 7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 h="72">
                    <a:moveTo>
                      <a:pt x="15" y="7"/>
                    </a:moveTo>
                    <a:lnTo>
                      <a:pt x="15" y="5"/>
                    </a:lnTo>
                    <a:lnTo>
                      <a:pt x="15" y="2"/>
                    </a:lnTo>
                    <a:lnTo>
                      <a:pt x="12" y="0"/>
                    </a:lnTo>
                    <a:lnTo>
                      <a:pt x="10" y="0"/>
                    </a:lnTo>
                    <a:lnTo>
                      <a:pt x="8" y="0"/>
                    </a:lnTo>
                    <a:lnTo>
                      <a:pt x="5" y="0"/>
                    </a:lnTo>
                    <a:lnTo>
                      <a:pt x="3" y="2"/>
                    </a:lnTo>
                    <a:lnTo>
                      <a:pt x="0" y="5"/>
                    </a:lnTo>
                    <a:lnTo>
                      <a:pt x="0" y="62"/>
                    </a:lnTo>
                    <a:lnTo>
                      <a:pt x="0" y="65"/>
                    </a:lnTo>
                    <a:lnTo>
                      <a:pt x="3" y="67"/>
                    </a:lnTo>
                    <a:lnTo>
                      <a:pt x="5" y="69"/>
                    </a:lnTo>
                    <a:lnTo>
                      <a:pt x="8" y="72"/>
                    </a:lnTo>
                    <a:lnTo>
                      <a:pt x="10" y="72"/>
                    </a:lnTo>
                    <a:lnTo>
                      <a:pt x="12" y="69"/>
                    </a:lnTo>
                    <a:lnTo>
                      <a:pt x="15" y="67"/>
                    </a:lnTo>
                    <a:lnTo>
                      <a:pt x="15" y="65"/>
                    </a:lnTo>
                    <a:lnTo>
                      <a:pt x="15"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13350" name="Freeform 102"/>
              <p:cNvSpPr>
                <a:spLocks/>
              </p:cNvSpPr>
              <p:nvPr/>
            </p:nvSpPr>
            <p:spPr bwMode="auto">
              <a:xfrm>
                <a:off x="8849" y="11983"/>
                <a:ext cx="15" cy="71"/>
              </a:xfrm>
              <a:custGeom>
                <a:avLst/>
                <a:gdLst>
                  <a:gd name="T0" fmla="*/ 15 w 15"/>
                  <a:gd name="T1" fmla="*/ 7 h 71"/>
                  <a:gd name="T2" fmla="*/ 15 w 15"/>
                  <a:gd name="T3" fmla="*/ 4 h 71"/>
                  <a:gd name="T4" fmla="*/ 15 w 15"/>
                  <a:gd name="T5" fmla="*/ 2 h 71"/>
                  <a:gd name="T6" fmla="*/ 12 w 15"/>
                  <a:gd name="T7" fmla="*/ 0 h 71"/>
                  <a:gd name="T8" fmla="*/ 10 w 15"/>
                  <a:gd name="T9" fmla="*/ 0 h 71"/>
                  <a:gd name="T10" fmla="*/ 8 w 15"/>
                  <a:gd name="T11" fmla="*/ 0 h 71"/>
                  <a:gd name="T12" fmla="*/ 5 w 15"/>
                  <a:gd name="T13" fmla="*/ 0 h 71"/>
                  <a:gd name="T14" fmla="*/ 3 w 15"/>
                  <a:gd name="T15" fmla="*/ 2 h 71"/>
                  <a:gd name="T16" fmla="*/ 0 w 15"/>
                  <a:gd name="T17" fmla="*/ 4 h 71"/>
                  <a:gd name="T18" fmla="*/ 0 w 15"/>
                  <a:gd name="T19" fmla="*/ 62 h 71"/>
                  <a:gd name="T20" fmla="*/ 0 w 15"/>
                  <a:gd name="T21" fmla="*/ 64 h 71"/>
                  <a:gd name="T22" fmla="*/ 3 w 15"/>
                  <a:gd name="T23" fmla="*/ 67 h 71"/>
                  <a:gd name="T24" fmla="*/ 5 w 15"/>
                  <a:gd name="T25" fmla="*/ 69 h 71"/>
                  <a:gd name="T26" fmla="*/ 8 w 15"/>
                  <a:gd name="T27" fmla="*/ 71 h 71"/>
                  <a:gd name="T28" fmla="*/ 10 w 15"/>
                  <a:gd name="T29" fmla="*/ 71 h 71"/>
                  <a:gd name="T30" fmla="*/ 12 w 15"/>
                  <a:gd name="T31" fmla="*/ 69 h 71"/>
                  <a:gd name="T32" fmla="*/ 15 w 15"/>
                  <a:gd name="T33" fmla="*/ 67 h 71"/>
                  <a:gd name="T34" fmla="*/ 15 w 15"/>
                  <a:gd name="T35" fmla="*/ 64 h 71"/>
                  <a:gd name="T36" fmla="*/ 15 w 15"/>
                  <a:gd name="T37" fmla="*/ 7 h 71"/>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
                  <a:gd name="T58" fmla="*/ 0 h 71"/>
                  <a:gd name="T59" fmla="*/ 15 w 15"/>
                  <a:gd name="T60" fmla="*/ 71 h 71"/>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 h="71">
                    <a:moveTo>
                      <a:pt x="15" y="7"/>
                    </a:moveTo>
                    <a:lnTo>
                      <a:pt x="15" y="4"/>
                    </a:lnTo>
                    <a:lnTo>
                      <a:pt x="15" y="2"/>
                    </a:lnTo>
                    <a:lnTo>
                      <a:pt x="12" y="0"/>
                    </a:lnTo>
                    <a:lnTo>
                      <a:pt x="10" y="0"/>
                    </a:lnTo>
                    <a:lnTo>
                      <a:pt x="8" y="0"/>
                    </a:lnTo>
                    <a:lnTo>
                      <a:pt x="5" y="0"/>
                    </a:lnTo>
                    <a:lnTo>
                      <a:pt x="3" y="2"/>
                    </a:lnTo>
                    <a:lnTo>
                      <a:pt x="0" y="4"/>
                    </a:lnTo>
                    <a:lnTo>
                      <a:pt x="0" y="62"/>
                    </a:lnTo>
                    <a:lnTo>
                      <a:pt x="0" y="64"/>
                    </a:lnTo>
                    <a:lnTo>
                      <a:pt x="3" y="67"/>
                    </a:lnTo>
                    <a:lnTo>
                      <a:pt x="5" y="69"/>
                    </a:lnTo>
                    <a:lnTo>
                      <a:pt x="8" y="71"/>
                    </a:lnTo>
                    <a:lnTo>
                      <a:pt x="10" y="71"/>
                    </a:lnTo>
                    <a:lnTo>
                      <a:pt x="12" y="69"/>
                    </a:lnTo>
                    <a:lnTo>
                      <a:pt x="15" y="67"/>
                    </a:lnTo>
                    <a:lnTo>
                      <a:pt x="15" y="64"/>
                    </a:lnTo>
                    <a:lnTo>
                      <a:pt x="15"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13351" name="Freeform 103"/>
              <p:cNvSpPr>
                <a:spLocks/>
              </p:cNvSpPr>
              <p:nvPr/>
            </p:nvSpPr>
            <p:spPr bwMode="auto">
              <a:xfrm>
                <a:off x="8849" y="12083"/>
                <a:ext cx="15" cy="72"/>
              </a:xfrm>
              <a:custGeom>
                <a:avLst/>
                <a:gdLst>
                  <a:gd name="T0" fmla="*/ 15 w 15"/>
                  <a:gd name="T1" fmla="*/ 7 h 72"/>
                  <a:gd name="T2" fmla="*/ 15 w 15"/>
                  <a:gd name="T3" fmla="*/ 5 h 72"/>
                  <a:gd name="T4" fmla="*/ 15 w 15"/>
                  <a:gd name="T5" fmla="*/ 3 h 72"/>
                  <a:gd name="T6" fmla="*/ 12 w 15"/>
                  <a:gd name="T7" fmla="*/ 0 h 72"/>
                  <a:gd name="T8" fmla="*/ 10 w 15"/>
                  <a:gd name="T9" fmla="*/ 0 h 72"/>
                  <a:gd name="T10" fmla="*/ 8 w 15"/>
                  <a:gd name="T11" fmla="*/ 0 h 72"/>
                  <a:gd name="T12" fmla="*/ 5 w 15"/>
                  <a:gd name="T13" fmla="*/ 0 h 72"/>
                  <a:gd name="T14" fmla="*/ 3 w 15"/>
                  <a:gd name="T15" fmla="*/ 3 h 72"/>
                  <a:gd name="T16" fmla="*/ 0 w 15"/>
                  <a:gd name="T17" fmla="*/ 5 h 72"/>
                  <a:gd name="T18" fmla="*/ 0 w 15"/>
                  <a:gd name="T19" fmla="*/ 63 h 72"/>
                  <a:gd name="T20" fmla="*/ 0 w 15"/>
                  <a:gd name="T21" fmla="*/ 65 h 72"/>
                  <a:gd name="T22" fmla="*/ 3 w 15"/>
                  <a:gd name="T23" fmla="*/ 67 h 72"/>
                  <a:gd name="T24" fmla="*/ 5 w 15"/>
                  <a:gd name="T25" fmla="*/ 70 h 72"/>
                  <a:gd name="T26" fmla="*/ 8 w 15"/>
                  <a:gd name="T27" fmla="*/ 72 h 72"/>
                  <a:gd name="T28" fmla="*/ 10 w 15"/>
                  <a:gd name="T29" fmla="*/ 72 h 72"/>
                  <a:gd name="T30" fmla="*/ 12 w 15"/>
                  <a:gd name="T31" fmla="*/ 70 h 72"/>
                  <a:gd name="T32" fmla="*/ 15 w 15"/>
                  <a:gd name="T33" fmla="*/ 67 h 72"/>
                  <a:gd name="T34" fmla="*/ 15 w 15"/>
                  <a:gd name="T35" fmla="*/ 65 h 72"/>
                  <a:gd name="T36" fmla="*/ 15 w 15"/>
                  <a:gd name="T37" fmla="*/ 7 h 7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
                  <a:gd name="T58" fmla="*/ 0 h 72"/>
                  <a:gd name="T59" fmla="*/ 15 w 15"/>
                  <a:gd name="T60" fmla="*/ 72 h 7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 h="72">
                    <a:moveTo>
                      <a:pt x="15" y="7"/>
                    </a:moveTo>
                    <a:lnTo>
                      <a:pt x="15" y="5"/>
                    </a:lnTo>
                    <a:lnTo>
                      <a:pt x="15" y="3"/>
                    </a:lnTo>
                    <a:lnTo>
                      <a:pt x="12" y="0"/>
                    </a:lnTo>
                    <a:lnTo>
                      <a:pt x="10" y="0"/>
                    </a:lnTo>
                    <a:lnTo>
                      <a:pt x="8" y="0"/>
                    </a:lnTo>
                    <a:lnTo>
                      <a:pt x="5" y="0"/>
                    </a:lnTo>
                    <a:lnTo>
                      <a:pt x="3" y="3"/>
                    </a:lnTo>
                    <a:lnTo>
                      <a:pt x="0" y="5"/>
                    </a:lnTo>
                    <a:lnTo>
                      <a:pt x="0" y="63"/>
                    </a:lnTo>
                    <a:lnTo>
                      <a:pt x="0" y="65"/>
                    </a:lnTo>
                    <a:lnTo>
                      <a:pt x="3" y="67"/>
                    </a:lnTo>
                    <a:lnTo>
                      <a:pt x="5" y="70"/>
                    </a:lnTo>
                    <a:lnTo>
                      <a:pt x="8" y="72"/>
                    </a:lnTo>
                    <a:lnTo>
                      <a:pt x="10" y="72"/>
                    </a:lnTo>
                    <a:lnTo>
                      <a:pt x="12" y="70"/>
                    </a:lnTo>
                    <a:lnTo>
                      <a:pt x="15" y="67"/>
                    </a:lnTo>
                    <a:lnTo>
                      <a:pt x="15" y="65"/>
                    </a:lnTo>
                    <a:lnTo>
                      <a:pt x="15"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13352" name="Freeform 104"/>
              <p:cNvSpPr>
                <a:spLocks/>
              </p:cNvSpPr>
              <p:nvPr/>
            </p:nvSpPr>
            <p:spPr bwMode="auto">
              <a:xfrm>
                <a:off x="8849" y="12184"/>
                <a:ext cx="15" cy="72"/>
              </a:xfrm>
              <a:custGeom>
                <a:avLst/>
                <a:gdLst>
                  <a:gd name="T0" fmla="*/ 15 w 15"/>
                  <a:gd name="T1" fmla="*/ 7 h 72"/>
                  <a:gd name="T2" fmla="*/ 15 w 15"/>
                  <a:gd name="T3" fmla="*/ 5 h 72"/>
                  <a:gd name="T4" fmla="*/ 15 w 15"/>
                  <a:gd name="T5" fmla="*/ 2 h 72"/>
                  <a:gd name="T6" fmla="*/ 12 w 15"/>
                  <a:gd name="T7" fmla="*/ 0 h 72"/>
                  <a:gd name="T8" fmla="*/ 10 w 15"/>
                  <a:gd name="T9" fmla="*/ 0 h 72"/>
                  <a:gd name="T10" fmla="*/ 8 w 15"/>
                  <a:gd name="T11" fmla="*/ 0 h 72"/>
                  <a:gd name="T12" fmla="*/ 5 w 15"/>
                  <a:gd name="T13" fmla="*/ 0 h 72"/>
                  <a:gd name="T14" fmla="*/ 3 w 15"/>
                  <a:gd name="T15" fmla="*/ 2 h 72"/>
                  <a:gd name="T16" fmla="*/ 0 w 15"/>
                  <a:gd name="T17" fmla="*/ 5 h 72"/>
                  <a:gd name="T18" fmla="*/ 0 w 15"/>
                  <a:gd name="T19" fmla="*/ 62 h 72"/>
                  <a:gd name="T20" fmla="*/ 0 w 15"/>
                  <a:gd name="T21" fmla="*/ 65 h 72"/>
                  <a:gd name="T22" fmla="*/ 3 w 15"/>
                  <a:gd name="T23" fmla="*/ 67 h 72"/>
                  <a:gd name="T24" fmla="*/ 5 w 15"/>
                  <a:gd name="T25" fmla="*/ 70 h 72"/>
                  <a:gd name="T26" fmla="*/ 8 w 15"/>
                  <a:gd name="T27" fmla="*/ 72 h 72"/>
                  <a:gd name="T28" fmla="*/ 10 w 15"/>
                  <a:gd name="T29" fmla="*/ 72 h 72"/>
                  <a:gd name="T30" fmla="*/ 12 w 15"/>
                  <a:gd name="T31" fmla="*/ 70 h 72"/>
                  <a:gd name="T32" fmla="*/ 15 w 15"/>
                  <a:gd name="T33" fmla="*/ 67 h 72"/>
                  <a:gd name="T34" fmla="*/ 15 w 15"/>
                  <a:gd name="T35" fmla="*/ 65 h 72"/>
                  <a:gd name="T36" fmla="*/ 15 w 15"/>
                  <a:gd name="T37" fmla="*/ 7 h 7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
                  <a:gd name="T58" fmla="*/ 0 h 72"/>
                  <a:gd name="T59" fmla="*/ 15 w 15"/>
                  <a:gd name="T60" fmla="*/ 72 h 7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 h="72">
                    <a:moveTo>
                      <a:pt x="15" y="7"/>
                    </a:moveTo>
                    <a:lnTo>
                      <a:pt x="15" y="5"/>
                    </a:lnTo>
                    <a:lnTo>
                      <a:pt x="15" y="2"/>
                    </a:lnTo>
                    <a:lnTo>
                      <a:pt x="12" y="0"/>
                    </a:lnTo>
                    <a:lnTo>
                      <a:pt x="10" y="0"/>
                    </a:lnTo>
                    <a:lnTo>
                      <a:pt x="8" y="0"/>
                    </a:lnTo>
                    <a:lnTo>
                      <a:pt x="5" y="0"/>
                    </a:lnTo>
                    <a:lnTo>
                      <a:pt x="3" y="2"/>
                    </a:lnTo>
                    <a:lnTo>
                      <a:pt x="0" y="5"/>
                    </a:lnTo>
                    <a:lnTo>
                      <a:pt x="0" y="62"/>
                    </a:lnTo>
                    <a:lnTo>
                      <a:pt x="0" y="65"/>
                    </a:lnTo>
                    <a:lnTo>
                      <a:pt x="3" y="67"/>
                    </a:lnTo>
                    <a:lnTo>
                      <a:pt x="5" y="70"/>
                    </a:lnTo>
                    <a:lnTo>
                      <a:pt x="8" y="72"/>
                    </a:lnTo>
                    <a:lnTo>
                      <a:pt x="10" y="72"/>
                    </a:lnTo>
                    <a:lnTo>
                      <a:pt x="12" y="70"/>
                    </a:lnTo>
                    <a:lnTo>
                      <a:pt x="15" y="67"/>
                    </a:lnTo>
                    <a:lnTo>
                      <a:pt x="15" y="65"/>
                    </a:lnTo>
                    <a:lnTo>
                      <a:pt x="15"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13353" name="Freeform 105"/>
              <p:cNvSpPr>
                <a:spLocks/>
              </p:cNvSpPr>
              <p:nvPr/>
            </p:nvSpPr>
            <p:spPr bwMode="auto">
              <a:xfrm>
                <a:off x="8849" y="12285"/>
                <a:ext cx="15" cy="72"/>
              </a:xfrm>
              <a:custGeom>
                <a:avLst/>
                <a:gdLst>
                  <a:gd name="T0" fmla="*/ 15 w 15"/>
                  <a:gd name="T1" fmla="*/ 7 h 72"/>
                  <a:gd name="T2" fmla="*/ 15 w 15"/>
                  <a:gd name="T3" fmla="*/ 5 h 72"/>
                  <a:gd name="T4" fmla="*/ 15 w 15"/>
                  <a:gd name="T5" fmla="*/ 2 h 72"/>
                  <a:gd name="T6" fmla="*/ 12 w 15"/>
                  <a:gd name="T7" fmla="*/ 0 h 72"/>
                  <a:gd name="T8" fmla="*/ 10 w 15"/>
                  <a:gd name="T9" fmla="*/ 0 h 72"/>
                  <a:gd name="T10" fmla="*/ 8 w 15"/>
                  <a:gd name="T11" fmla="*/ 0 h 72"/>
                  <a:gd name="T12" fmla="*/ 5 w 15"/>
                  <a:gd name="T13" fmla="*/ 0 h 72"/>
                  <a:gd name="T14" fmla="*/ 3 w 15"/>
                  <a:gd name="T15" fmla="*/ 2 h 72"/>
                  <a:gd name="T16" fmla="*/ 0 w 15"/>
                  <a:gd name="T17" fmla="*/ 5 h 72"/>
                  <a:gd name="T18" fmla="*/ 0 w 15"/>
                  <a:gd name="T19" fmla="*/ 62 h 72"/>
                  <a:gd name="T20" fmla="*/ 0 w 15"/>
                  <a:gd name="T21" fmla="*/ 65 h 72"/>
                  <a:gd name="T22" fmla="*/ 3 w 15"/>
                  <a:gd name="T23" fmla="*/ 67 h 72"/>
                  <a:gd name="T24" fmla="*/ 5 w 15"/>
                  <a:gd name="T25" fmla="*/ 69 h 72"/>
                  <a:gd name="T26" fmla="*/ 8 w 15"/>
                  <a:gd name="T27" fmla="*/ 72 h 72"/>
                  <a:gd name="T28" fmla="*/ 10 w 15"/>
                  <a:gd name="T29" fmla="*/ 72 h 72"/>
                  <a:gd name="T30" fmla="*/ 12 w 15"/>
                  <a:gd name="T31" fmla="*/ 69 h 72"/>
                  <a:gd name="T32" fmla="*/ 15 w 15"/>
                  <a:gd name="T33" fmla="*/ 67 h 72"/>
                  <a:gd name="T34" fmla="*/ 15 w 15"/>
                  <a:gd name="T35" fmla="*/ 65 h 72"/>
                  <a:gd name="T36" fmla="*/ 15 w 15"/>
                  <a:gd name="T37" fmla="*/ 7 h 7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
                  <a:gd name="T58" fmla="*/ 0 h 72"/>
                  <a:gd name="T59" fmla="*/ 15 w 15"/>
                  <a:gd name="T60" fmla="*/ 72 h 7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 h="72">
                    <a:moveTo>
                      <a:pt x="15" y="7"/>
                    </a:moveTo>
                    <a:lnTo>
                      <a:pt x="15" y="5"/>
                    </a:lnTo>
                    <a:lnTo>
                      <a:pt x="15" y="2"/>
                    </a:lnTo>
                    <a:lnTo>
                      <a:pt x="12" y="0"/>
                    </a:lnTo>
                    <a:lnTo>
                      <a:pt x="10" y="0"/>
                    </a:lnTo>
                    <a:lnTo>
                      <a:pt x="8" y="0"/>
                    </a:lnTo>
                    <a:lnTo>
                      <a:pt x="5" y="0"/>
                    </a:lnTo>
                    <a:lnTo>
                      <a:pt x="3" y="2"/>
                    </a:lnTo>
                    <a:lnTo>
                      <a:pt x="0" y="5"/>
                    </a:lnTo>
                    <a:lnTo>
                      <a:pt x="0" y="62"/>
                    </a:lnTo>
                    <a:lnTo>
                      <a:pt x="0" y="65"/>
                    </a:lnTo>
                    <a:lnTo>
                      <a:pt x="3" y="67"/>
                    </a:lnTo>
                    <a:lnTo>
                      <a:pt x="5" y="69"/>
                    </a:lnTo>
                    <a:lnTo>
                      <a:pt x="8" y="72"/>
                    </a:lnTo>
                    <a:lnTo>
                      <a:pt x="10" y="72"/>
                    </a:lnTo>
                    <a:lnTo>
                      <a:pt x="12" y="69"/>
                    </a:lnTo>
                    <a:lnTo>
                      <a:pt x="15" y="67"/>
                    </a:lnTo>
                    <a:lnTo>
                      <a:pt x="15" y="65"/>
                    </a:lnTo>
                    <a:lnTo>
                      <a:pt x="15"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13354" name="Freeform 106"/>
              <p:cNvSpPr>
                <a:spLocks/>
              </p:cNvSpPr>
              <p:nvPr/>
            </p:nvSpPr>
            <p:spPr bwMode="auto">
              <a:xfrm>
                <a:off x="8849" y="12386"/>
                <a:ext cx="15" cy="72"/>
              </a:xfrm>
              <a:custGeom>
                <a:avLst/>
                <a:gdLst>
                  <a:gd name="T0" fmla="*/ 15 w 15"/>
                  <a:gd name="T1" fmla="*/ 7 h 72"/>
                  <a:gd name="T2" fmla="*/ 15 w 15"/>
                  <a:gd name="T3" fmla="*/ 4 h 72"/>
                  <a:gd name="T4" fmla="*/ 15 w 15"/>
                  <a:gd name="T5" fmla="*/ 2 h 72"/>
                  <a:gd name="T6" fmla="*/ 12 w 15"/>
                  <a:gd name="T7" fmla="*/ 0 h 72"/>
                  <a:gd name="T8" fmla="*/ 10 w 15"/>
                  <a:gd name="T9" fmla="*/ 0 h 72"/>
                  <a:gd name="T10" fmla="*/ 8 w 15"/>
                  <a:gd name="T11" fmla="*/ 0 h 72"/>
                  <a:gd name="T12" fmla="*/ 5 w 15"/>
                  <a:gd name="T13" fmla="*/ 0 h 72"/>
                  <a:gd name="T14" fmla="*/ 3 w 15"/>
                  <a:gd name="T15" fmla="*/ 2 h 72"/>
                  <a:gd name="T16" fmla="*/ 0 w 15"/>
                  <a:gd name="T17" fmla="*/ 4 h 72"/>
                  <a:gd name="T18" fmla="*/ 0 w 15"/>
                  <a:gd name="T19" fmla="*/ 62 h 72"/>
                  <a:gd name="T20" fmla="*/ 0 w 15"/>
                  <a:gd name="T21" fmla="*/ 64 h 72"/>
                  <a:gd name="T22" fmla="*/ 3 w 15"/>
                  <a:gd name="T23" fmla="*/ 67 h 72"/>
                  <a:gd name="T24" fmla="*/ 5 w 15"/>
                  <a:gd name="T25" fmla="*/ 69 h 72"/>
                  <a:gd name="T26" fmla="*/ 8 w 15"/>
                  <a:gd name="T27" fmla="*/ 72 h 72"/>
                  <a:gd name="T28" fmla="*/ 10 w 15"/>
                  <a:gd name="T29" fmla="*/ 72 h 72"/>
                  <a:gd name="T30" fmla="*/ 12 w 15"/>
                  <a:gd name="T31" fmla="*/ 69 h 72"/>
                  <a:gd name="T32" fmla="*/ 15 w 15"/>
                  <a:gd name="T33" fmla="*/ 67 h 72"/>
                  <a:gd name="T34" fmla="*/ 15 w 15"/>
                  <a:gd name="T35" fmla="*/ 64 h 72"/>
                  <a:gd name="T36" fmla="*/ 15 w 15"/>
                  <a:gd name="T37" fmla="*/ 7 h 7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
                  <a:gd name="T58" fmla="*/ 0 h 72"/>
                  <a:gd name="T59" fmla="*/ 15 w 15"/>
                  <a:gd name="T60" fmla="*/ 72 h 7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 h="72">
                    <a:moveTo>
                      <a:pt x="15" y="7"/>
                    </a:moveTo>
                    <a:lnTo>
                      <a:pt x="15" y="4"/>
                    </a:lnTo>
                    <a:lnTo>
                      <a:pt x="15" y="2"/>
                    </a:lnTo>
                    <a:lnTo>
                      <a:pt x="12" y="0"/>
                    </a:lnTo>
                    <a:lnTo>
                      <a:pt x="10" y="0"/>
                    </a:lnTo>
                    <a:lnTo>
                      <a:pt x="8" y="0"/>
                    </a:lnTo>
                    <a:lnTo>
                      <a:pt x="5" y="0"/>
                    </a:lnTo>
                    <a:lnTo>
                      <a:pt x="3" y="2"/>
                    </a:lnTo>
                    <a:lnTo>
                      <a:pt x="0" y="4"/>
                    </a:lnTo>
                    <a:lnTo>
                      <a:pt x="0" y="62"/>
                    </a:lnTo>
                    <a:lnTo>
                      <a:pt x="0" y="64"/>
                    </a:lnTo>
                    <a:lnTo>
                      <a:pt x="3" y="67"/>
                    </a:lnTo>
                    <a:lnTo>
                      <a:pt x="5" y="69"/>
                    </a:lnTo>
                    <a:lnTo>
                      <a:pt x="8" y="72"/>
                    </a:lnTo>
                    <a:lnTo>
                      <a:pt x="10" y="72"/>
                    </a:lnTo>
                    <a:lnTo>
                      <a:pt x="12" y="69"/>
                    </a:lnTo>
                    <a:lnTo>
                      <a:pt x="15" y="67"/>
                    </a:lnTo>
                    <a:lnTo>
                      <a:pt x="15" y="64"/>
                    </a:lnTo>
                    <a:lnTo>
                      <a:pt x="15"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13355" name="Freeform 107"/>
              <p:cNvSpPr>
                <a:spLocks/>
              </p:cNvSpPr>
              <p:nvPr/>
            </p:nvSpPr>
            <p:spPr bwMode="auto">
              <a:xfrm>
                <a:off x="8849" y="12486"/>
                <a:ext cx="15" cy="72"/>
              </a:xfrm>
              <a:custGeom>
                <a:avLst/>
                <a:gdLst>
                  <a:gd name="T0" fmla="*/ 15 w 15"/>
                  <a:gd name="T1" fmla="*/ 8 h 72"/>
                  <a:gd name="T2" fmla="*/ 15 w 15"/>
                  <a:gd name="T3" fmla="*/ 5 h 72"/>
                  <a:gd name="T4" fmla="*/ 15 w 15"/>
                  <a:gd name="T5" fmla="*/ 3 h 72"/>
                  <a:gd name="T6" fmla="*/ 12 w 15"/>
                  <a:gd name="T7" fmla="*/ 0 h 72"/>
                  <a:gd name="T8" fmla="*/ 10 w 15"/>
                  <a:gd name="T9" fmla="*/ 0 h 72"/>
                  <a:gd name="T10" fmla="*/ 8 w 15"/>
                  <a:gd name="T11" fmla="*/ 0 h 72"/>
                  <a:gd name="T12" fmla="*/ 5 w 15"/>
                  <a:gd name="T13" fmla="*/ 0 h 72"/>
                  <a:gd name="T14" fmla="*/ 3 w 15"/>
                  <a:gd name="T15" fmla="*/ 3 h 72"/>
                  <a:gd name="T16" fmla="*/ 0 w 15"/>
                  <a:gd name="T17" fmla="*/ 5 h 72"/>
                  <a:gd name="T18" fmla="*/ 0 w 15"/>
                  <a:gd name="T19" fmla="*/ 63 h 72"/>
                  <a:gd name="T20" fmla="*/ 0 w 15"/>
                  <a:gd name="T21" fmla="*/ 65 h 72"/>
                  <a:gd name="T22" fmla="*/ 3 w 15"/>
                  <a:gd name="T23" fmla="*/ 68 h 72"/>
                  <a:gd name="T24" fmla="*/ 5 w 15"/>
                  <a:gd name="T25" fmla="*/ 70 h 72"/>
                  <a:gd name="T26" fmla="*/ 8 w 15"/>
                  <a:gd name="T27" fmla="*/ 72 h 72"/>
                  <a:gd name="T28" fmla="*/ 10 w 15"/>
                  <a:gd name="T29" fmla="*/ 72 h 72"/>
                  <a:gd name="T30" fmla="*/ 12 w 15"/>
                  <a:gd name="T31" fmla="*/ 70 h 72"/>
                  <a:gd name="T32" fmla="*/ 15 w 15"/>
                  <a:gd name="T33" fmla="*/ 68 h 72"/>
                  <a:gd name="T34" fmla="*/ 15 w 15"/>
                  <a:gd name="T35" fmla="*/ 65 h 72"/>
                  <a:gd name="T36" fmla="*/ 15 w 15"/>
                  <a:gd name="T37" fmla="*/ 8 h 7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
                  <a:gd name="T58" fmla="*/ 0 h 72"/>
                  <a:gd name="T59" fmla="*/ 15 w 15"/>
                  <a:gd name="T60" fmla="*/ 72 h 7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 h="72">
                    <a:moveTo>
                      <a:pt x="15" y="8"/>
                    </a:moveTo>
                    <a:lnTo>
                      <a:pt x="15" y="5"/>
                    </a:lnTo>
                    <a:lnTo>
                      <a:pt x="15" y="3"/>
                    </a:lnTo>
                    <a:lnTo>
                      <a:pt x="12" y="0"/>
                    </a:lnTo>
                    <a:lnTo>
                      <a:pt x="10" y="0"/>
                    </a:lnTo>
                    <a:lnTo>
                      <a:pt x="8" y="0"/>
                    </a:lnTo>
                    <a:lnTo>
                      <a:pt x="5" y="0"/>
                    </a:lnTo>
                    <a:lnTo>
                      <a:pt x="3" y="3"/>
                    </a:lnTo>
                    <a:lnTo>
                      <a:pt x="0" y="5"/>
                    </a:lnTo>
                    <a:lnTo>
                      <a:pt x="0" y="63"/>
                    </a:lnTo>
                    <a:lnTo>
                      <a:pt x="0" y="65"/>
                    </a:lnTo>
                    <a:lnTo>
                      <a:pt x="3" y="68"/>
                    </a:lnTo>
                    <a:lnTo>
                      <a:pt x="5" y="70"/>
                    </a:lnTo>
                    <a:lnTo>
                      <a:pt x="8" y="72"/>
                    </a:lnTo>
                    <a:lnTo>
                      <a:pt x="10" y="72"/>
                    </a:lnTo>
                    <a:lnTo>
                      <a:pt x="12" y="70"/>
                    </a:lnTo>
                    <a:lnTo>
                      <a:pt x="15" y="68"/>
                    </a:lnTo>
                    <a:lnTo>
                      <a:pt x="15" y="65"/>
                    </a:lnTo>
                    <a:lnTo>
                      <a:pt x="15"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13356" name="Freeform 108"/>
              <p:cNvSpPr>
                <a:spLocks/>
              </p:cNvSpPr>
              <p:nvPr/>
            </p:nvSpPr>
            <p:spPr bwMode="auto">
              <a:xfrm>
                <a:off x="8849" y="12587"/>
                <a:ext cx="15" cy="72"/>
              </a:xfrm>
              <a:custGeom>
                <a:avLst/>
                <a:gdLst>
                  <a:gd name="T0" fmla="*/ 15 w 15"/>
                  <a:gd name="T1" fmla="*/ 7 h 72"/>
                  <a:gd name="T2" fmla="*/ 15 w 15"/>
                  <a:gd name="T3" fmla="*/ 5 h 72"/>
                  <a:gd name="T4" fmla="*/ 15 w 15"/>
                  <a:gd name="T5" fmla="*/ 3 h 72"/>
                  <a:gd name="T6" fmla="*/ 12 w 15"/>
                  <a:gd name="T7" fmla="*/ 0 h 72"/>
                  <a:gd name="T8" fmla="*/ 10 w 15"/>
                  <a:gd name="T9" fmla="*/ 0 h 72"/>
                  <a:gd name="T10" fmla="*/ 8 w 15"/>
                  <a:gd name="T11" fmla="*/ 0 h 72"/>
                  <a:gd name="T12" fmla="*/ 5 w 15"/>
                  <a:gd name="T13" fmla="*/ 0 h 72"/>
                  <a:gd name="T14" fmla="*/ 3 w 15"/>
                  <a:gd name="T15" fmla="*/ 3 h 72"/>
                  <a:gd name="T16" fmla="*/ 0 w 15"/>
                  <a:gd name="T17" fmla="*/ 5 h 72"/>
                  <a:gd name="T18" fmla="*/ 0 w 15"/>
                  <a:gd name="T19" fmla="*/ 63 h 72"/>
                  <a:gd name="T20" fmla="*/ 0 w 15"/>
                  <a:gd name="T21" fmla="*/ 65 h 72"/>
                  <a:gd name="T22" fmla="*/ 3 w 15"/>
                  <a:gd name="T23" fmla="*/ 67 h 72"/>
                  <a:gd name="T24" fmla="*/ 5 w 15"/>
                  <a:gd name="T25" fmla="*/ 70 h 72"/>
                  <a:gd name="T26" fmla="*/ 8 w 15"/>
                  <a:gd name="T27" fmla="*/ 72 h 72"/>
                  <a:gd name="T28" fmla="*/ 10 w 15"/>
                  <a:gd name="T29" fmla="*/ 72 h 72"/>
                  <a:gd name="T30" fmla="*/ 12 w 15"/>
                  <a:gd name="T31" fmla="*/ 70 h 72"/>
                  <a:gd name="T32" fmla="*/ 15 w 15"/>
                  <a:gd name="T33" fmla="*/ 67 h 72"/>
                  <a:gd name="T34" fmla="*/ 15 w 15"/>
                  <a:gd name="T35" fmla="*/ 65 h 72"/>
                  <a:gd name="T36" fmla="*/ 15 w 15"/>
                  <a:gd name="T37" fmla="*/ 7 h 7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
                  <a:gd name="T58" fmla="*/ 0 h 72"/>
                  <a:gd name="T59" fmla="*/ 15 w 15"/>
                  <a:gd name="T60" fmla="*/ 72 h 7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 h="72">
                    <a:moveTo>
                      <a:pt x="15" y="7"/>
                    </a:moveTo>
                    <a:lnTo>
                      <a:pt x="15" y="5"/>
                    </a:lnTo>
                    <a:lnTo>
                      <a:pt x="15" y="3"/>
                    </a:lnTo>
                    <a:lnTo>
                      <a:pt x="12" y="0"/>
                    </a:lnTo>
                    <a:lnTo>
                      <a:pt x="10" y="0"/>
                    </a:lnTo>
                    <a:lnTo>
                      <a:pt x="8" y="0"/>
                    </a:lnTo>
                    <a:lnTo>
                      <a:pt x="5" y="0"/>
                    </a:lnTo>
                    <a:lnTo>
                      <a:pt x="3" y="3"/>
                    </a:lnTo>
                    <a:lnTo>
                      <a:pt x="0" y="5"/>
                    </a:lnTo>
                    <a:lnTo>
                      <a:pt x="0" y="63"/>
                    </a:lnTo>
                    <a:lnTo>
                      <a:pt x="0" y="65"/>
                    </a:lnTo>
                    <a:lnTo>
                      <a:pt x="3" y="67"/>
                    </a:lnTo>
                    <a:lnTo>
                      <a:pt x="5" y="70"/>
                    </a:lnTo>
                    <a:lnTo>
                      <a:pt x="8" y="72"/>
                    </a:lnTo>
                    <a:lnTo>
                      <a:pt x="10" y="72"/>
                    </a:lnTo>
                    <a:lnTo>
                      <a:pt x="12" y="70"/>
                    </a:lnTo>
                    <a:lnTo>
                      <a:pt x="15" y="67"/>
                    </a:lnTo>
                    <a:lnTo>
                      <a:pt x="15" y="65"/>
                    </a:lnTo>
                    <a:lnTo>
                      <a:pt x="15"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13357" name="Freeform 109"/>
              <p:cNvSpPr>
                <a:spLocks/>
              </p:cNvSpPr>
              <p:nvPr/>
            </p:nvSpPr>
            <p:spPr bwMode="auto">
              <a:xfrm>
                <a:off x="8849" y="12688"/>
                <a:ext cx="15" cy="72"/>
              </a:xfrm>
              <a:custGeom>
                <a:avLst/>
                <a:gdLst>
                  <a:gd name="T0" fmla="*/ 15 w 15"/>
                  <a:gd name="T1" fmla="*/ 7 h 72"/>
                  <a:gd name="T2" fmla="*/ 15 w 15"/>
                  <a:gd name="T3" fmla="*/ 5 h 72"/>
                  <a:gd name="T4" fmla="*/ 15 w 15"/>
                  <a:gd name="T5" fmla="*/ 2 h 72"/>
                  <a:gd name="T6" fmla="*/ 12 w 15"/>
                  <a:gd name="T7" fmla="*/ 0 h 72"/>
                  <a:gd name="T8" fmla="*/ 10 w 15"/>
                  <a:gd name="T9" fmla="*/ 0 h 72"/>
                  <a:gd name="T10" fmla="*/ 8 w 15"/>
                  <a:gd name="T11" fmla="*/ 0 h 72"/>
                  <a:gd name="T12" fmla="*/ 5 w 15"/>
                  <a:gd name="T13" fmla="*/ 0 h 72"/>
                  <a:gd name="T14" fmla="*/ 3 w 15"/>
                  <a:gd name="T15" fmla="*/ 2 h 72"/>
                  <a:gd name="T16" fmla="*/ 0 w 15"/>
                  <a:gd name="T17" fmla="*/ 5 h 72"/>
                  <a:gd name="T18" fmla="*/ 0 w 15"/>
                  <a:gd name="T19" fmla="*/ 62 h 72"/>
                  <a:gd name="T20" fmla="*/ 0 w 15"/>
                  <a:gd name="T21" fmla="*/ 65 h 72"/>
                  <a:gd name="T22" fmla="*/ 3 w 15"/>
                  <a:gd name="T23" fmla="*/ 67 h 72"/>
                  <a:gd name="T24" fmla="*/ 5 w 15"/>
                  <a:gd name="T25" fmla="*/ 70 h 72"/>
                  <a:gd name="T26" fmla="*/ 8 w 15"/>
                  <a:gd name="T27" fmla="*/ 72 h 72"/>
                  <a:gd name="T28" fmla="*/ 10 w 15"/>
                  <a:gd name="T29" fmla="*/ 72 h 72"/>
                  <a:gd name="T30" fmla="*/ 12 w 15"/>
                  <a:gd name="T31" fmla="*/ 70 h 72"/>
                  <a:gd name="T32" fmla="*/ 15 w 15"/>
                  <a:gd name="T33" fmla="*/ 67 h 72"/>
                  <a:gd name="T34" fmla="*/ 15 w 15"/>
                  <a:gd name="T35" fmla="*/ 65 h 72"/>
                  <a:gd name="T36" fmla="*/ 15 w 15"/>
                  <a:gd name="T37" fmla="*/ 7 h 7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
                  <a:gd name="T58" fmla="*/ 0 h 72"/>
                  <a:gd name="T59" fmla="*/ 15 w 15"/>
                  <a:gd name="T60" fmla="*/ 72 h 7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 h="72">
                    <a:moveTo>
                      <a:pt x="15" y="7"/>
                    </a:moveTo>
                    <a:lnTo>
                      <a:pt x="15" y="5"/>
                    </a:lnTo>
                    <a:lnTo>
                      <a:pt x="15" y="2"/>
                    </a:lnTo>
                    <a:lnTo>
                      <a:pt x="12" y="0"/>
                    </a:lnTo>
                    <a:lnTo>
                      <a:pt x="10" y="0"/>
                    </a:lnTo>
                    <a:lnTo>
                      <a:pt x="8" y="0"/>
                    </a:lnTo>
                    <a:lnTo>
                      <a:pt x="5" y="0"/>
                    </a:lnTo>
                    <a:lnTo>
                      <a:pt x="3" y="2"/>
                    </a:lnTo>
                    <a:lnTo>
                      <a:pt x="0" y="5"/>
                    </a:lnTo>
                    <a:lnTo>
                      <a:pt x="0" y="62"/>
                    </a:lnTo>
                    <a:lnTo>
                      <a:pt x="0" y="65"/>
                    </a:lnTo>
                    <a:lnTo>
                      <a:pt x="3" y="67"/>
                    </a:lnTo>
                    <a:lnTo>
                      <a:pt x="5" y="70"/>
                    </a:lnTo>
                    <a:lnTo>
                      <a:pt x="8" y="72"/>
                    </a:lnTo>
                    <a:lnTo>
                      <a:pt x="10" y="72"/>
                    </a:lnTo>
                    <a:lnTo>
                      <a:pt x="12" y="70"/>
                    </a:lnTo>
                    <a:lnTo>
                      <a:pt x="15" y="67"/>
                    </a:lnTo>
                    <a:lnTo>
                      <a:pt x="15" y="65"/>
                    </a:lnTo>
                    <a:lnTo>
                      <a:pt x="15"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13358" name="Freeform 110"/>
              <p:cNvSpPr>
                <a:spLocks/>
              </p:cNvSpPr>
              <p:nvPr/>
            </p:nvSpPr>
            <p:spPr bwMode="auto">
              <a:xfrm>
                <a:off x="8849" y="12789"/>
                <a:ext cx="15" cy="72"/>
              </a:xfrm>
              <a:custGeom>
                <a:avLst/>
                <a:gdLst>
                  <a:gd name="T0" fmla="*/ 15 w 15"/>
                  <a:gd name="T1" fmla="*/ 7 h 72"/>
                  <a:gd name="T2" fmla="*/ 15 w 15"/>
                  <a:gd name="T3" fmla="*/ 5 h 72"/>
                  <a:gd name="T4" fmla="*/ 15 w 15"/>
                  <a:gd name="T5" fmla="*/ 2 h 72"/>
                  <a:gd name="T6" fmla="*/ 12 w 15"/>
                  <a:gd name="T7" fmla="*/ 0 h 72"/>
                  <a:gd name="T8" fmla="*/ 10 w 15"/>
                  <a:gd name="T9" fmla="*/ 0 h 72"/>
                  <a:gd name="T10" fmla="*/ 8 w 15"/>
                  <a:gd name="T11" fmla="*/ 0 h 72"/>
                  <a:gd name="T12" fmla="*/ 5 w 15"/>
                  <a:gd name="T13" fmla="*/ 0 h 72"/>
                  <a:gd name="T14" fmla="*/ 3 w 15"/>
                  <a:gd name="T15" fmla="*/ 2 h 72"/>
                  <a:gd name="T16" fmla="*/ 0 w 15"/>
                  <a:gd name="T17" fmla="*/ 5 h 72"/>
                  <a:gd name="T18" fmla="*/ 0 w 15"/>
                  <a:gd name="T19" fmla="*/ 62 h 72"/>
                  <a:gd name="T20" fmla="*/ 0 w 15"/>
                  <a:gd name="T21" fmla="*/ 64 h 72"/>
                  <a:gd name="T22" fmla="*/ 3 w 15"/>
                  <a:gd name="T23" fmla="*/ 67 h 72"/>
                  <a:gd name="T24" fmla="*/ 5 w 15"/>
                  <a:gd name="T25" fmla="*/ 69 h 72"/>
                  <a:gd name="T26" fmla="*/ 8 w 15"/>
                  <a:gd name="T27" fmla="*/ 72 h 72"/>
                  <a:gd name="T28" fmla="*/ 10 w 15"/>
                  <a:gd name="T29" fmla="*/ 72 h 72"/>
                  <a:gd name="T30" fmla="*/ 12 w 15"/>
                  <a:gd name="T31" fmla="*/ 69 h 72"/>
                  <a:gd name="T32" fmla="*/ 15 w 15"/>
                  <a:gd name="T33" fmla="*/ 67 h 72"/>
                  <a:gd name="T34" fmla="*/ 15 w 15"/>
                  <a:gd name="T35" fmla="*/ 64 h 72"/>
                  <a:gd name="T36" fmla="*/ 15 w 15"/>
                  <a:gd name="T37" fmla="*/ 7 h 7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
                  <a:gd name="T58" fmla="*/ 0 h 72"/>
                  <a:gd name="T59" fmla="*/ 15 w 15"/>
                  <a:gd name="T60" fmla="*/ 72 h 7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 h="72">
                    <a:moveTo>
                      <a:pt x="15" y="7"/>
                    </a:moveTo>
                    <a:lnTo>
                      <a:pt x="15" y="5"/>
                    </a:lnTo>
                    <a:lnTo>
                      <a:pt x="15" y="2"/>
                    </a:lnTo>
                    <a:lnTo>
                      <a:pt x="12" y="0"/>
                    </a:lnTo>
                    <a:lnTo>
                      <a:pt x="10" y="0"/>
                    </a:lnTo>
                    <a:lnTo>
                      <a:pt x="8" y="0"/>
                    </a:lnTo>
                    <a:lnTo>
                      <a:pt x="5" y="0"/>
                    </a:lnTo>
                    <a:lnTo>
                      <a:pt x="3" y="2"/>
                    </a:lnTo>
                    <a:lnTo>
                      <a:pt x="0" y="5"/>
                    </a:lnTo>
                    <a:lnTo>
                      <a:pt x="0" y="62"/>
                    </a:lnTo>
                    <a:lnTo>
                      <a:pt x="0" y="64"/>
                    </a:lnTo>
                    <a:lnTo>
                      <a:pt x="3" y="67"/>
                    </a:lnTo>
                    <a:lnTo>
                      <a:pt x="5" y="69"/>
                    </a:lnTo>
                    <a:lnTo>
                      <a:pt x="8" y="72"/>
                    </a:lnTo>
                    <a:lnTo>
                      <a:pt x="10" y="72"/>
                    </a:lnTo>
                    <a:lnTo>
                      <a:pt x="12" y="69"/>
                    </a:lnTo>
                    <a:lnTo>
                      <a:pt x="15" y="67"/>
                    </a:lnTo>
                    <a:lnTo>
                      <a:pt x="15" y="64"/>
                    </a:lnTo>
                    <a:lnTo>
                      <a:pt x="15"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13359" name="Freeform 111"/>
              <p:cNvSpPr>
                <a:spLocks/>
              </p:cNvSpPr>
              <p:nvPr/>
            </p:nvSpPr>
            <p:spPr bwMode="auto">
              <a:xfrm>
                <a:off x="8849" y="12889"/>
                <a:ext cx="15" cy="72"/>
              </a:xfrm>
              <a:custGeom>
                <a:avLst/>
                <a:gdLst>
                  <a:gd name="T0" fmla="*/ 15 w 15"/>
                  <a:gd name="T1" fmla="*/ 8 h 72"/>
                  <a:gd name="T2" fmla="*/ 15 w 15"/>
                  <a:gd name="T3" fmla="*/ 5 h 72"/>
                  <a:gd name="T4" fmla="*/ 15 w 15"/>
                  <a:gd name="T5" fmla="*/ 3 h 72"/>
                  <a:gd name="T6" fmla="*/ 12 w 15"/>
                  <a:gd name="T7" fmla="*/ 0 h 72"/>
                  <a:gd name="T8" fmla="*/ 10 w 15"/>
                  <a:gd name="T9" fmla="*/ 0 h 72"/>
                  <a:gd name="T10" fmla="*/ 8 w 15"/>
                  <a:gd name="T11" fmla="*/ 0 h 72"/>
                  <a:gd name="T12" fmla="*/ 5 w 15"/>
                  <a:gd name="T13" fmla="*/ 0 h 72"/>
                  <a:gd name="T14" fmla="*/ 3 w 15"/>
                  <a:gd name="T15" fmla="*/ 3 h 72"/>
                  <a:gd name="T16" fmla="*/ 0 w 15"/>
                  <a:gd name="T17" fmla="*/ 5 h 72"/>
                  <a:gd name="T18" fmla="*/ 0 w 15"/>
                  <a:gd name="T19" fmla="*/ 63 h 72"/>
                  <a:gd name="T20" fmla="*/ 0 w 15"/>
                  <a:gd name="T21" fmla="*/ 65 h 72"/>
                  <a:gd name="T22" fmla="*/ 3 w 15"/>
                  <a:gd name="T23" fmla="*/ 68 h 72"/>
                  <a:gd name="T24" fmla="*/ 5 w 15"/>
                  <a:gd name="T25" fmla="*/ 70 h 72"/>
                  <a:gd name="T26" fmla="*/ 8 w 15"/>
                  <a:gd name="T27" fmla="*/ 72 h 72"/>
                  <a:gd name="T28" fmla="*/ 10 w 15"/>
                  <a:gd name="T29" fmla="*/ 72 h 72"/>
                  <a:gd name="T30" fmla="*/ 12 w 15"/>
                  <a:gd name="T31" fmla="*/ 70 h 72"/>
                  <a:gd name="T32" fmla="*/ 15 w 15"/>
                  <a:gd name="T33" fmla="*/ 68 h 72"/>
                  <a:gd name="T34" fmla="*/ 15 w 15"/>
                  <a:gd name="T35" fmla="*/ 65 h 72"/>
                  <a:gd name="T36" fmla="*/ 15 w 15"/>
                  <a:gd name="T37" fmla="*/ 8 h 7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
                  <a:gd name="T58" fmla="*/ 0 h 72"/>
                  <a:gd name="T59" fmla="*/ 15 w 15"/>
                  <a:gd name="T60" fmla="*/ 72 h 7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 h="72">
                    <a:moveTo>
                      <a:pt x="15" y="8"/>
                    </a:moveTo>
                    <a:lnTo>
                      <a:pt x="15" y="5"/>
                    </a:lnTo>
                    <a:lnTo>
                      <a:pt x="15" y="3"/>
                    </a:lnTo>
                    <a:lnTo>
                      <a:pt x="12" y="0"/>
                    </a:lnTo>
                    <a:lnTo>
                      <a:pt x="10" y="0"/>
                    </a:lnTo>
                    <a:lnTo>
                      <a:pt x="8" y="0"/>
                    </a:lnTo>
                    <a:lnTo>
                      <a:pt x="5" y="0"/>
                    </a:lnTo>
                    <a:lnTo>
                      <a:pt x="3" y="3"/>
                    </a:lnTo>
                    <a:lnTo>
                      <a:pt x="0" y="5"/>
                    </a:lnTo>
                    <a:lnTo>
                      <a:pt x="0" y="63"/>
                    </a:lnTo>
                    <a:lnTo>
                      <a:pt x="0" y="65"/>
                    </a:lnTo>
                    <a:lnTo>
                      <a:pt x="3" y="68"/>
                    </a:lnTo>
                    <a:lnTo>
                      <a:pt x="5" y="70"/>
                    </a:lnTo>
                    <a:lnTo>
                      <a:pt x="8" y="72"/>
                    </a:lnTo>
                    <a:lnTo>
                      <a:pt x="10" y="72"/>
                    </a:lnTo>
                    <a:lnTo>
                      <a:pt x="12" y="70"/>
                    </a:lnTo>
                    <a:lnTo>
                      <a:pt x="15" y="68"/>
                    </a:lnTo>
                    <a:lnTo>
                      <a:pt x="15" y="65"/>
                    </a:lnTo>
                    <a:lnTo>
                      <a:pt x="15" y="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13360" name="Freeform 112"/>
              <p:cNvSpPr>
                <a:spLocks/>
              </p:cNvSpPr>
              <p:nvPr/>
            </p:nvSpPr>
            <p:spPr bwMode="auto">
              <a:xfrm>
                <a:off x="8849" y="12990"/>
                <a:ext cx="15" cy="72"/>
              </a:xfrm>
              <a:custGeom>
                <a:avLst/>
                <a:gdLst>
                  <a:gd name="T0" fmla="*/ 15 w 15"/>
                  <a:gd name="T1" fmla="*/ 7 h 72"/>
                  <a:gd name="T2" fmla="*/ 15 w 15"/>
                  <a:gd name="T3" fmla="*/ 5 h 72"/>
                  <a:gd name="T4" fmla="*/ 15 w 15"/>
                  <a:gd name="T5" fmla="*/ 3 h 72"/>
                  <a:gd name="T6" fmla="*/ 12 w 15"/>
                  <a:gd name="T7" fmla="*/ 0 h 72"/>
                  <a:gd name="T8" fmla="*/ 10 w 15"/>
                  <a:gd name="T9" fmla="*/ 0 h 72"/>
                  <a:gd name="T10" fmla="*/ 8 w 15"/>
                  <a:gd name="T11" fmla="*/ 0 h 72"/>
                  <a:gd name="T12" fmla="*/ 5 w 15"/>
                  <a:gd name="T13" fmla="*/ 0 h 72"/>
                  <a:gd name="T14" fmla="*/ 3 w 15"/>
                  <a:gd name="T15" fmla="*/ 3 h 72"/>
                  <a:gd name="T16" fmla="*/ 0 w 15"/>
                  <a:gd name="T17" fmla="*/ 5 h 72"/>
                  <a:gd name="T18" fmla="*/ 0 w 15"/>
                  <a:gd name="T19" fmla="*/ 63 h 72"/>
                  <a:gd name="T20" fmla="*/ 0 w 15"/>
                  <a:gd name="T21" fmla="*/ 65 h 72"/>
                  <a:gd name="T22" fmla="*/ 3 w 15"/>
                  <a:gd name="T23" fmla="*/ 67 h 72"/>
                  <a:gd name="T24" fmla="*/ 5 w 15"/>
                  <a:gd name="T25" fmla="*/ 70 h 72"/>
                  <a:gd name="T26" fmla="*/ 8 w 15"/>
                  <a:gd name="T27" fmla="*/ 72 h 72"/>
                  <a:gd name="T28" fmla="*/ 10 w 15"/>
                  <a:gd name="T29" fmla="*/ 72 h 72"/>
                  <a:gd name="T30" fmla="*/ 12 w 15"/>
                  <a:gd name="T31" fmla="*/ 70 h 72"/>
                  <a:gd name="T32" fmla="*/ 15 w 15"/>
                  <a:gd name="T33" fmla="*/ 67 h 72"/>
                  <a:gd name="T34" fmla="*/ 15 w 15"/>
                  <a:gd name="T35" fmla="*/ 65 h 72"/>
                  <a:gd name="T36" fmla="*/ 15 w 15"/>
                  <a:gd name="T37" fmla="*/ 7 h 72"/>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w 15"/>
                  <a:gd name="T58" fmla="*/ 0 h 72"/>
                  <a:gd name="T59" fmla="*/ 15 w 15"/>
                  <a:gd name="T60" fmla="*/ 72 h 72"/>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T57" t="T58" r="T59" b="T60"/>
                <a:pathLst>
                  <a:path w="15" h="72">
                    <a:moveTo>
                      <a:pt x="15" y="7"/>
                    </a:moveTo>
                    <a:lnTo>
                      <a:pt x="15" y="5"/>
                    </a:lnTo>
                    <a:lnTo>
                      <a:pt x="15" y="3"/>
                    </a:lnTo>
                    <a:lnTo>
                      <a:pt x="12" y="0"/>
                    </a:lnTo>
                    <a:lnTo>
                      <a:pt x="10" y="0"/>
                    </a:lnTo>
                    <a:lnTo>
                      <a:pt x="8" y="0"/>
                    </a:lnTo>
                    <a:lnTo>
                      <a:pt x="5" y="0"/>
                    </a:lnTo>
                    <a:lnTo>
                      <a:pt x="3" y="3"/>
                    </a:lnTo>
                    <a:lnTo>
                      <a:pt x="0" y="5"/>
                    </a:lnTo>
                    <a:lnTo>
                      <a:pt x="0" y="63"/>
                    </a:lnTo>
                    <a:lnTo>
                      <a:pt x="0" y="65"/>
                    </a:lnTo>
                    <a:lnTo>
                      <a:pt x="3" y="67"/>
                    </a:lnTo>
                    <a:lnTo>
                      <a:pt x="5" y="70"/>
                    </a:lnTo>
                    <a:lnTo>
                      <a:pt x="8" y="72"/>
                    </a:lnTo>
                    <a:lnTo>
                      <a:pt x="10" y="72"/>
                    </a:lnTo>
                    <a:lnTo>
                      <a:pt x="12" y="70"/>
                    </a:lnTo>
                    <a:lnTo>
                      <a:pt x="15" y="67"/>
                    </a:lnTo>
                    <a:lnTo>
                      <a:pt x="15" y="65"/>
                    </a:lnTo>
                    <a:lnTo>
                      <a:pt x="15"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13361" name="Freeform 113"/>
              <p:cNvSpPr>
                <a:spLocks/>
              </p:cNvSpPr>
              <p:nvPr/>
            </p:nvSpPr>
            <p:spPr bwMode="auto">
              <a:xfrm>
                <a:off x="8849" y="13091"/>
                <a:ext cx="15" cy="58"/>
              </a:xfrm>
              <a:custGeom>
                <a:avLst/>
                <a:gdLst>
                  <a:gd name="T0" fmla="*/ 15 w 15"/>
                  <a:gd name="T1" fmla="*/ 7 h 58"/>
                  <a:gd name="T2" fmla="*/ 15 w 15"/>
                  <a:gd name="T3" fmla="*/ 5 h 58"/>
                  <a:gd name="T4" fmla="*/ 15 w 15"/>
                  <a:gd name="T5" fmla="*/ 2 h 58"/>
                  <a:gd name="T6" fmla="*/ 12 w 15"/>
                  <a:gd name="T7" fmla="*/ 0 h 58"/>
                  <a:gd name="T8" fmla="*/ 10 w 15"/>
                  <a:gd name="T9" fmla="*/ 0 h 58"/>
                  <a:gd name="T10" fmla="*/ 8 w 15"/>
                  <a:gd name="T11" fmla="*/ 0 h 58"/>
                  <a:gd name="T12" fmla="*/ 5 w 15"/>
                  <a:gd name="T13" fmla="*/ 0 h 58"/>
                  <a:gd name="T14" fmla="*/ 3 w 15"/>
                  <a:gd name="T15" fmla="*/ 2 h 58"/>
                  <a:gd name="T16" fmla="*/ 0 w 15"/>
                  <a:gd name="T17" fmla="*/ 5 h 58"/>
                  <a:gd name="T18" fmla="*/ 0 w 15"/>
                  <a:gd name="T19" fmla="*/ 50 h 58"/>
                  <a:gd name="T20" fmla="*/ 3 w 15"/>
                  <a:gd name="T21" fmla="*/ 53 h 58"/>
                  <a:gd name="T22" fmla="*/ 5 w 15"/>
                  <a:gd name="T23" fmla="*/ 55 h 58"/>
                  <a:gd name="T24" fmla="*/ 8 w 15"/>
                  <a:gd name="T25" fmla="*/ 58 h 58"/>
                  <a:gd name="T26" fmla="*/ 10 w 15"/>
                  <a:gd name="T27" fmla="*/ 55 h 58"/>
                  <a:gd name="T28" fmla="*/ 12 w 15"/>
                  <a:gd name="T29" fmla="*/ 53 h 58"/>
                  <a:gd name="T30" fmla="*/ 15 w 15"/>
                  <a:gd name="T31" fmla="*/ 53 h 58"/>
                  <a:gd name="T32" fmla="*/ 15 w 15"/>
                  <a:gd name="T33" fmla="*/ 7 h 58"/>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w 15"/>
                  <a:gd name="T52" fmla="*/ 0 h 58"/>
                  <a:gd name="T53" fmla="*/ 15 w 15"/>
                  <a:gd name="T54" fmla="*/ 58 h 58"/>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T51" t="T52" r="T53" b="T54"/>
                <a:pathLst>
                  <a:path w="15" h="58">
                    <a:moveTo>
                      <a:pt x="15" y="7"/>
                    </a:moveTo>
                    <a:lnTo>
                      <a:pt x="15" y="5"/>
                    </a:lnTo>
                    <a:lnTo>
                      <a:pt x="15" y="2"/>
                    </a:lnTo>
                    <a:lnTo>
                      <a:pt x="12" y="0"/>
                    </a:lnTo>
                    <a:lnTo>
                      <a:pt x="10" y="0"/>
                    </a:lnTo>
                    <a:lnTo>
                      <a:pt x="8" y="0"/>
                    </a:lnTo>
                    <a:lnTo>
                      <a:pt x="5" y="0"/>
                    </a:lnTo>
                    <a:lnTo>
                      <a:pt x="3" y="2"/>
                    </a:lnTo>
                    <a:lnTo>
                      <a:pt x="0" y="5"/>
                    </a:lnTo>
                    <a:lnTo>
                      <a:pt x="0" y="50"/>
                    </a:lnTo>
                    <a:lnTo>
                      <a:pt x="3" y="53"/>
                    </a:lnTo>
                    <a:lnTo>
                      <a:pt x="5" y="55"/>
                    </a:lnTo>
                    <a:lnTo>
                      <a:pt x="8" y="58"/>
                    </a:lnTo>
                    <a:lnTo>
                      <a:pt x="10" y="55"/>
                    </a:lnTo>
                    <a:lnTo>
                      <a:pt x="12" y="53"/>
                    </a:lnTo>
                    <a:lnTo>
                      <a:pt x="15" y="53"/>
                    </a:lnTo>
                    <a:lnTo>
                      <a:pt x="15"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grpSp>
        <p:sp>
          <p:nvSpPr>
            <p:cNvPr id="13337" name="Line 114"/>
            <p:cNvSpPr>
              <a:spLocks noChangeShapeType="1"/>
            </p:cNvSpPr>
            <p:nvPr/>
          </p:nvSpPr>
          <p:spPr bwMode="auto">
            <a:xfrm flipH="1">
              <a:off x="9189" y="6463"/>
              <a:ext cx="516" cy="1298"/>
            </a:xfrm>
            <a:prstGeom prst="line">
              <a:avLst/>
            </a:prstGeom>
            <a:noFill/>
            <a:ln w="889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13338" name="Freeform 118"/>
            <p:cNvSpPr>
              <a:spLocks/>
            </p:cNvSpPr>
            <p:nvPr/>
          </p:nvSpPr>
          <p:spPr bwMode="auto">
            <a:xfrm>
              <a:off x="9542" y="6880"/>
              <a:ext cx="159" cy="140"/>
            </a:xfrm>
            <a:custGeom>
              <a:avLst/>
              <a:gdLst>
                <a:gd name="T0" fmla="*/ 159 w 159"/>
                <a:gd name="T1" fmla="*/ 140 h 140"/>
                <a:gd name="T2" fmla="*/ 128 w 159"/>
                <a:gd name="T3" fmla="*/ 137 h 140"/>
                <a:gd name="T4" fmla="*/ 99 w 159"/>
                <a:gd name="T5" fmla="*/ 128 h 140"/>
                <a:gd name="T6" fmla="*/ 70 w 159"/>
                <a:gd name="T7" fmla="*/ 116 h 140"/>
                <a:gd name="T8" fmla="*/ 48 w 159"/>
                <a:gd name="T9" fmla="*/ 99 h 140"/>
                <a:gd name="T10" fmla="*/ 27 w 159"/>
                <a:gd name="T11" fmla="*/ 77 h 140"/>
                <a:gd name="T12" fmla="*/ 12 w 159"/>
                <a:gd name="T13" fmla="*/ 56 h 140"/>
                <a:gd name="T14" fmla="*/ 3 w 159"/>
                <a:gd name="T15" fmla="*/ 29 h 140"/>
                <a:gd name="T16" fmla="*/ 0 w 159"/>
                <a:gd name="T17" fmla="*/ 0 h 1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9"/>
                <a:gd name="T28" fmla="*/ 0 h 140"/>
                <a:gd name="T29" fmla="*/ 159 w 159"/>
                <a:gd name="T30" fmla="*/ 140 h 14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9" h="140">
                  <a:moveTo>
                    <a:pt x="159" y="140"/>
                  </a:moveTo>
                  <a:lnTo>
                    <a:pt x="128" y="137"/>
                  </a:lnTo>
                  <a:lnTo>
                    <a:pt x="99" y="128"/>
                  </a:lnTo>
                  <a:lnTo>
                    <a:pt x="70" y="116"/>
                  </a:lnTo>
                  <a:lnTo>
                    <a:pt x="48" y="99"/>
                  </a:lnTo>
                  <a:lnTo>
                    <a:pt x="27" y="77"/>
                  </a:lnTo>
                  <a:lnTo>
                    <a:pt x="12" y="56"/>
                  </a:lnTo>
                  <a:lnTo>
                    <a:pt x="3" y="29"/>
                  </a:lnTo>
                  <a:lnTo>
                    <a:pt x="0" y="0"/>
                  </a:lnTo>
                </a:path>
              </a:pathLst>
            </a:custGeom>
            <a:noFill/>
            <a:ln w="889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13339" name="Oval 122"/>
            <p:cNvSpPr>
              <a:spLocks noChangeArrowheads="1"/>
            </p:cNvSpPr>
            <p:nvPr/>
          </p:nvSpPr>
          <p:spPr bwMode="auto">
            <a:xfrm>
              <a:off x="9174" y="7735"/>
              <a:ext cx="84" cy="63"/>
            </a:xfrm>
            <a:prstGeom prst="ellipse">
              <a:avLst/>
            </a:prstGeom>
            <a:solidFill>
              <a:srgbClr val="FFFFFF"/>
            </a:solidFill>
            <a:ln w="8890">
              <a:solidFill>
                <a:srgbClr val="000000"/>
              </a:solidFill>
              <a:round/>
              <a:headEnd/>
              <a:tailEnd/>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grpSp>
      <p:sp>
        <p:nvSpPr>
          <p:cNvPr id="13325" name="Rectangle 89"/>
          <p:cNvSpPr>
            <a:spLocks noChangeArrowheads="1"/>
          </p:cNvSpPr>
          <p:nvPr/>
        </p:nvSpPr>
        <p:spPr bwMode="auto">
          <a:xfrm>
            <a:off x="7643813" y="3429000"/>
            <a:ext cx="231775" cy="296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i="1">
                <a:solidFill>
                  <a:srgbClr val="000000"/>
                </a:solidFill>
                <a:latin typeface="Calibri" panose="020F0502020204030204" pitchFamily="34" charset="0"/>
              </a:rPr>
              <a:t> T</a:t>
            </a:r>
            <a:r>
              <a:rPr lang="en-US" altLang="zh-CN" sz="2000">
                <a:latin typeface="Calibri" panose="020F0502020204030204" pitchFamily="34" charset="0"/>
              </a:rPr>
              <a:t>	</a:t>
            </a:r>
          </a:p>
          <a:p>
            <a:pPr eaLnBrk="1" hangingPunct="1"/>
            <a:endParaRPr lang="zh-CN" altLang="zh-CN" sz="2000">
              <a:latin typeface="Calibri" panose="020F0502020204030204" pitchFamily="34" charset="0"/>
            </a:endParaRPr>
          </a:p>
        </p:txBody>
      </p:sp>
      <p:cxnSp>
        <p:nvCxnSpPr>
          <p:cNvPr id="85" name="直接箭头连接符 84"/>
          <p:cNvCxnSpPr/>
          <p:nvPr/>
        </p:nvCxnSpPr>
        <p:spPr>
          <a:xfrm rot="16200000" flipH="1">
            <a:off x="7495381" y="4220369"/>
            <a:ext cx="452438" cy="1270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7" name="直接箭头连接符 86"/>
          <p:cNvCxnSpPr>
            <a:stCxn id="13339" idx="1"/>
          </p:cNvCxnSpPr>
          <p:nvPr/>
        </p:nvCxnSpPr>
        <p:spPr>
          <a:xfrm rot="5400000" flipH="1" flipV="1">
            <a:off x="7602537" y="3681413"/>
            <a:ext cx="436563" cy="2174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cxnSp>
        <p:nvCxnSpPr>
          <p:cNvPr id="89" name="直接箭头连接符 88"/>
          <p:cNvCxnSpPr>
            <a:stCxn id="13339" idx="1"/>
          </p:cNvCxnSpPr>
          <p:nvPr/>
        </p:nvCxnSpPr>
        <p:spPr>
          <a:xfrm rot="5400000" flipH="1" flipV="1">
            <a:off x="7816850" y="3895725"/>
            <a:ext cx="7938" cy="2174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233" name="TextBox 89"/>
          <p:cNvSpPr txBox="1">
            <a:spLocks noChangeArrowheads="1"/>
          </p:cNvSpPr>
          <p:nvPr/>
        </p:nvSpPr>
        <p:spPr bwMode="auto">
          <a:xfrm>
            <a:off x="1000125" y="2643188"/>
            <a:ext cx="5703888"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受力分析</a:t>
            </a:r>
            <a:r>
              <a:rPr lang="en-US" altLang="zh-CN" sz="2800" b="1">
                <a:latin typeface="Calibri" panose="020F0502020204030204" pitchFamily="34" charset="0"/>
              </a:rPr>
              <a:t>A</a:t>
            </a:r>
            <a:r>
              <a:rPr lang="zh-CN" altLang="en-US" sz="2800" b="1">
                <a:latin typeface="Calibri" panose="020F0502020204030204" pitchFamily="34" charset="0"/>
              </a:rPr>
              <a:t>受重力</a:t>
            </a:r>
            <a:r>
              <a:rPr lang="en-US" altLang="zh-CN" sz="2800" b="1" i="1">
                <a:latin typeface="Calibri" panose="020F0502020204030204" pitchFamily="34" charset="0"/>
              </a:rPr>
              <a:t>mg</a:t>
            </a:r>
            <a:r>
              <a:rPr lang="zh-CN" altLang="en-US" sz="2800" b="1">
                <a:latin typeface="Calibri" panose="020F0502020204030204" pitchFamily="34" charset="0"/>
              </a:rPr>
              <a:t>和绳的拉力</a:t>
            </a:r>
            <a:r>
              <a:rPr lang="en-US" altLang="zh-CN" sz="2800" b="1" i="1">
                <a:latin typeface="Calibri" panose="020F0502020204030204" pitchFamily="34" charset="0"/>
              </a:rPr>
              <a:t>T</a:t>
            </a:r>
            <a:r>
              <a:rPr lang="zh-CN" altLang="en-US" sz="2800" b="1">
                <a:latin typeface="Calibri" panose="020F0502020204030204" pitchFamily="34" charset="0"/>
              </a:rPr>
              <a:t>，</a:t>
            </a:r>
            <a:endParaRPr lang="en-US" altLang="zh-CN" sz="2800" b="1">
              <a:latin typeface="Calibri" panose="020F0502020204030204" pitchFamily="34" charset="0"/>
            </a:endParaRPr>
          </a:p>
          <a:p>
            <a:pPr eaLnBrk="1" hangingPunct="1"/>
            <a:r>
              <a:rPr lang="zh-CN" altLang="en-US" sz="2800" b="1">
                <a:latin typeface="Calibri" panose="020F0502020204030204" pitchFamily="34" charset="0"/>
              </a:rPr>
              <a:t>若质点高度不变，则</a:t>
            </a:r>
            <a:endParaRPr lang="en-US" altLang="zh-CN" sz="2800" b="1">
              <a:latin typeface="Calibri" panose="020F0502020204030204" pitchFamily="34" charset="0"/>
            </a:endParaRPr>
          </a:p>
          <a:p>
            <a:pPr eaLnBrk="1" hangingPunct="1"/>
            <a:r>
              <a:rPr lang="zh-CN" altLang="en-US" sz="2800" b="1">
                <a:latin typeface="Calibri" panose="020F0502020204030204" pitchFamily="34" charset="0"/>
              </a:rPr>
              <a:t>由此质点所受合力为</a:t>
            </a:r>
            <a:endParaRPr lang="en-US" altLang="zh-CN" sz="2800" b="1" i="1">
              <a:latin typeface="Calibri" panose="020F0502020204030204" pitchFamily="34" charset="0"/>
            </a:endParaRPr>
          </a:p>
        </p:txBody>
      </p:sp>
      <p:graphicFrame>
        <p:nvGraphicFramePr>
          <p:cNvPr id="11346" name="Object 82"/>
          <p:cNvGraphicFramePr>
            <a:graphicFrameLocks noChangeAspect="1"/>
          </p:cNvGraphicFramePr>
          <p:nvPr/>
        </p:nvGraphicFramePr>
        <p:xfrm>
          <a:off x="4291013" y="3071813"/>
          <a:ext cx="2281237" cy="555625"/>
        </p:xfrm>
        <a:graphic>
          <a:graphicData uri="http://schemas.openxmlformats.org/presentationml/2006/ole">
            <mc:AlternateContent xmlns:mc="http://schemas.openxmlformats.org/markup-compatibility/2006">
              <mc:Choice xmlns:v="urn:schemas-microsoft-com:vml" Requires="v">
                <p:oleObj spid="_x0000_s13450" name="Equation" r:id="rId5" imgW="939600" imgH="228600" progId="Equation.DSMT4">
                  <p:embed/>
                </p:oleObj>
              </mc:Choice>
              <mc:Fallback>
                <p:oleObj name="Equation" r:id="rId5" imgW="939600" imgH="228600" progId="Equation.DSMT4">
                  <p:embed/>
                  <p:pic>
                    <p:nvPicPr>
                      <p:cNvPr id="0" name="Object 8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91013" y="3071813"/>
                        <a:ext cx="2281237" cy="555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3"/>
          <p:cNvGraphicFramePr>
            <a:graphicFrameLocks noChangeAspect="1"/>
          </p:cNvGraphicFramePr>
          <p:nvPr/>
        </p:nvGraphicFramePr>
        <p:xfrm>
          <a:off x="4286250" y="3500438"/>
          <a:ext cx="1633538" cy="555625"/>
        </p:xfrm>
        <a:graphic>
          <a:graphicData uri="http://schemas.openxmlformats.org/presentationml/2006/ole">
            <mc:AlternateContent xmlns:mc="http://schemas.openxmlformats.org/markup-compatibility/2006">
              <mc:Choice xmlns:v="urn:schemas-microsoft-com:vml" Requires="v">
                <p:oleObj spid="_x0000_s13451" name="Equation" r:id="rId7" imgW="672840" imgH="228600" progId="Equation.DSMT4">
                  <p:embed/>
                </p:oleObj>
              </mc:Choice>
              <mc:Fallback>
                <p:oleObj name="Equation" r:id="rId7" imgW="672840" imgH="228600" progId="Equation.DSMT4">
                  <p:embed/>
                  <p:pic>
                    <p:nvPicPr>
                      <p:cNvPr id="0" name="Object 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86250" y="3500438"/>
                        <a:ext cx="1633538" cy="555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34" name="TextBox 92"/>
          <p:cNvSpPr txBox="1">
            <a:spLocks noChangeArrowheads="1"/>
          </p:cNvSpPr>
          <p:nvPr/>
        </p:nvSpPr>
        <p:spPr bwMode="auto">
          <a:xfrm>
            <a:off x="1000125" y="4117975"/>
            <a:ext cx="5570538"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质点高度不变，绳不可伸长，则</a:t>
            </a:r>
            <a:endParaRPr lang="en-US" altLang="zh-CN" sz="2800" b="1">
              <a:latin typeface="Calibri" panose="020F0502020204030204" pitchFamily="34" charset="0"/>
            </a:endParaRPr>
          </a:p>
          <a:p>
            <a:pPr eaLnBrk="1" hangingPunct="1"/>
            <a:r>
              <a:rPr lang="zh-CN" altLang="en-US" sz="2800" b="1">
                <a:latin typeface="Calibri" panose="020F0502020204030204" pitchFamily="34" charset="0"/>
              </a:rPr>
              <a:t>此质点做圆周运动，向心加速度为</a:t>
            </a:r>
            <a:endParaRPr lang="en-US" altLang="zh-CN" sz="2800" b="1" i="1">
              <a:latin typeface="Calibri" panose="020F0502020204030204" pitchFamily="34" charset="0"/>
            </a:endParaRPr>
          </a:p>
        </p:txBody>
      </p:sp>
      <p:graphicFrame>
        <p:nvGraphicFramePr>
          <p:cNvPr id="5" name="Object 4"/>
          <p:cNvGraphicFramePr>
            <a:graphicFrameLocks noChangeAspect="1"/>
          </p:cNvGraphicFramePr>
          <p:nvPr/>
        </p:nvGraphicFramePr>
        <p:xfrm>
          <a:off x="2487613" y="4929188"/>
          <a:ext cx="2127250" cy="1019175"/>
        </p:xfrm>
        <a:graphic>
          <a:graphicData uri="http://schemas.openxmlformats.org/presentationml/2006/ole">
            <mc:AlternateContent xmlns:mc="http://schemas.openxmlformats.org/markup-compatibility/2006">
              <mc:Choice xmlns:v="urn:schemas-microsoft-com:vml" Requires="v">
                <p:oleObj spid="_x0000_s13452" name="Equation" r:id="rId9" imgW="876240" imgH="419040" progId="Equation.DSMT4">
                  <p:embed/>
                </p:oleObj>
              </mc:Choice>
              <mc:Fallback>
                <p:oleObj name="Equation" r:id="rId9" imgW="876240" imgH="419040" progId="Equation.DSMT4">
                  <p:embed/>
                  <p:pic>
                    <p:nvPicPr>
                      <p:cNvPr id="0" name="Object 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87613" y="4929188"/>
                        <a:ext cx="2127250" cy="1019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5"/>
          <p:cNvGraphicFramePr>
            <a:graphicFrameLocks noChangeAspect="1"/>
          </p:cNvGraphicFramePr>
          <p:nvPr/>
        </p:nvGraphicFramePr>
        <p:xfrm>
          <a:off x="5000625" y="5214938"/>
          <a:ext cx="1943100" cy="493712"/>
        </p:xfrm>
        <a:graphic>
          <a:graphicData uri="http://schemas.openxmlformats.org/presentationml/2006/ole">
            <mc:AlternateContent xmlns:mc="http://schemas.openxmlformats.org/markup-compatibility/2006">
              <mc:Choice xmlns:v="urn:schemas-microsoft-com:vml" Requires="v">
                <p:oleObj spid="_x0000_s13453" name="Equation" r:id="rId11" imgW="799920" imgH="203040" progId="Equation.DSMT4">
                  <p:embed/>
                </p:oleObj>
              </mc:Choice>
              <mc:Fallback>
                <p:oleObj name="Equation" r:id="rId11" imgW="799920" imgH="203040" progId="Equation.DSMT4">
                  <p:embed/>
                  <p:pic>
                    <p:nvPicPr>
                      <p:cNvPr id="0" name="Object 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000625" y="5214938"/>
                        <a:ext cx="1943100" cy="4937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6"/>
          <p:cNvGraphicFramePr>
            <a:graphicFrameLocks noChangeAspect="1"/>
          </p:cNvGraphicFramePr>
          <p:nvPr/>
        </p:nvGraphicFramePr>
        <p:xfrm>
          <a:off x="2297113" y="5929313"/>
          <a:ext cx="3917950" cy="679450"/>
        </p:xfrm>
        <a:graphic>
          <a:graphicData uri="http://schemas.openxmlformats.org/presentationml/2006/ole">
            <mc:AlternateContent xmlns:mc="http://schemas.openxmlformats.org/markup-compatibility/2006">
              <mc:Choice xmlns:v="urn:schemas-microsoft-com:vml" Requires="v">
                <p:oleObj spid="_x0000_s13454" name="Equation" r:id="rId13" imgW="1612800" imgH="279360" progId="Equation.DSMT4">
                  <p:embed/>
                </p:oleObj>
              </mc:Choice>
              <mc:Fallback>
                <p:oleObj name="Equation" r:id="rId13" imgW="1612800" imgH="279360" progId="Equation.DSMT4">
                  <p:embed/>
                  <p:pic>
                    <p:nvPicPr>
                      <p:cNvPr id="0" name="Object 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297113" y="5929313"/>
                        <a:ext cx="3917950" cy="679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331" name="Text Box 9"/>
          <p:cNvSpPr txBox="1">
            <a:spLocks noChangeArrowheads="1"/>
          </p:cNvSpPr>
          <p:nvPr/>
        </p:nvSpPr>
        <p:spPr bwMode="auto">
          <a:xfrm>
            <a:off x="-71438" y="214313"/>
            <a:ext cx="1885951"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rgbClr val="0000FF"/>
                </a:solidFill>
                <a:sym typeface="Symbol" panose="05050102010706020507" pitchFamily="18" charset="2"/>
              </a:rPr>
              <a:t>【</a:t>
            </a:r>
            <a:r>
              <a:rPr lang="zh-CN" altLang="en-US" sz="2800">
                <a:solidFill>
                  <a:srgbClr val="0000FF"/>
                </a:solidFill>
              </a:rPr>
              <a:t>例</a:t>
            </a:r>
            <a:r>
              <a:rPr lang="en-US" altLang="zh-CN" sz="2800">
                <a:solidFill>
                  <a:srgbClr val="0000FF"/>
                </a:solidFill>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227"/>
                                        </p:tgtEl>
                                        <p:attrNameLst>
                                          <p:attrName>style.visibility</p:attrName>
                                        </p:attrNameLst>
                                      </p:cBhvr>
                                      <p:to>
                                        <p:strVal val="visible"/>
                                      </p:to>
                                    </p:set>
                                    <p:animEffect transition="in" filter="blinds(horizontal)">
                                      <p:cBhvr>
                                        <p:cTn id="7" dur="500"/>
                                        <p:tgtEl>
                                          <p:spTgt spid="9227"/>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9233"/>
                                        </p:tgtEl>
                                        <p:attrNameLst>
                                          <p:attrName>style.visibility</p:attrName>
                                        </p:attrNameLst>
                                      </p:cBhvr>
                                      <p:to>
                                        <p:strVal val="visible"/>
                                      </p:to>
                                    </p:set>
                                    <p:animEffect transition="in" filter="blinds(horizontal)">
                                      <p:cBhvr>
                                        <p:cTn id="10" dur="500"/>
                                        <p:tgtEl>
                                          <p:spTgt spid="9233"/>
                                        </p:tgtEl>
                                      </p:cBhvr>
                                    </p:animEffect>
                                  </p:childTnLst>
                                </p:cTn>
                              </p:par>
                              <p:par>
                                <p:cTn id="11" presetID="3" presetClass="entr" presetSubtype="10"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blinds(horizontal)">
                                      <p:cBhvr>
                                        <p:cTn id="13" dur="500"/>
                                        <p:tgtEl>
                                          <p:spTgt spid="8"/>
                                        </p:tgtEl>
                                      </p:cBhvr>
                                    </p:animEffect>
                                  </p:childTnLst>
                                </p:cTn>
                              </p:par>
                              <p:par>
                                <p:cTn id="14" presetID="3" presetClass="entr" presetSubtype="10" fill="hold" nodeType="withEffect">
                                  <p:stCondLst>
                                    <p:cond delay="0"/>
                                  </p:stCondLst>
                                  <p:childTnLst>
                                    <p:set>
                                      <p:cBhvr>
                                        <p:cTn id="15" dur="1" fill="hold">
                                          <p:stCondLst>
                                            <p:cond delay="0"/>
                                          </p:stCondLst>
                                        </p:cTn>
                                        <p:tgtEl>
                                          <p:spTgt spid="11346"/>
                                        </p:tgtEl>
                                        <p:attrNameLst>
                                          <p:attrName>style.visibility</p:attrName>
                                        </p:attrNameLst>
                                      </p:cBhvr>
                                      <p:to>
                                        <p:strVal val="visible"/>
                                      </p:to>
                                    </p:set>
                                    <p:animEffect transition="in" filter="blinds(horizontal)">
                                      <p:cBhvr>
                                        <p:cTn id="16" dur="500"/>
                                        <p:tgtEl>
                                          <p:spTgt spid="11346"/>
                                        </p:tgtEl>
                                      </p:cBhvr>
                                    </p:animEffect>
                                  </p:childTnLst>
                                </p:cTn>
                              </p:par>
                              <p:par>
                                <p:cTn id="17" presetID="3" presetClass="entr" presetSubtype="10" fill="hold" nodeType="with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blinds(horizontal)">
                                      <p:cBhvr>
                                        <p:cTn id="19" dur="500"/>
                                        <p:tgtEl>
                                          <p:spTgt spid="4"/>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13325"/>
                                        </p:tgtEl>
                                        <p:attrNameLst>
                                          <p:attrName>style.visibility</p:attrName>
                                        </p:attrNameLst>
                                      </p:cBhvr>
                                      <p:to>
                                        <p:strVal val="visible"/>
                                      </p:to>
                                    </p:set>
                                    <p:animEffect transition="in" filter="blinds(horizontal)">
                                      <p:cBhvr>
                                        <p:cTn id="22" dur="500"/>
                                        <p:tgtEl>
                                          <p:spTgt spid="13325"/>
                                        </p:tgtEl>
                                      </p:cBhvr>
                                    </p:animEffect>
                                  </p:childTnLst>
                                </p:cTn>
                              </p:par>
                              <p:par>
                                <p:cTn id="23" presetID="3" presetClass="entr" presetSubtype="10" fill="hold" nodeType="withEffect">
                                  <p:stCondLst>
                                    <p:cond delay="0"/>
                                  </p:stCondLst>
                                  <p:childTnLst>
                                    <p:set>
                                      <p:cBhvr>
                                        <p:cTn id="24" dur="1" fill="hold">
                                          <p:stCondLst>
                                            <p:cond delay="0"/>
                                          </p:stCondLst>
                                        </p:cTn>
                                        <p:tgtEl>
                                          <p:spTgt spid="87"/>
                                        </p:tgtEl>
                                        <p:attrNameLst>
                                          <p:attrName>style.visibility</p:attrName>
                                        </p:attrNameLst>
                                      </p:cBhvr>
                                      <p:to>
                                        <p:strVal val="visible"/>
                                      </p:to>
                                    </p:set>
                                    <p:animEffect transition="in" filter="blinds(horizontal)">
                                      <p:cBhvr>
                                        <p:cTn id="25" dur="500"/>
                                        <p:tgtEl>
                                          <p:spTgt spid="87"/>
                                        </p:tgtEl>
                                      </p:cBhvr>
                                    </p:animEffect>
                                  </p:childTnLst>
                                </p:cTn>
                              </p:par>
                              <p:par>
                                <p:cTn id="26" presetID="3" presetClass="entr" presetSubtype="10" fill="hold" nodeType="withEffect">
                                  <p:stCondLst>
                                    <p:cond delay="0"/>
                                  </p:stCondLst>
                                  <p:childTnLst>
                                    <p:set>
                                      <p:cBhvr>
                                        <p:cTn id="27" dur="1" fill="hold">
                                          <p:stCondLst>
                                            <p:cond delay="0"/>
                                          </p:stCondLst>
                                        </p:cTn>
                                        <p:tgtEl>
                                          <p:spTgt spid="89"/>
                                        </p:tgtEl>
                                        <p:attrNameLst>
                                          <p:attrName>style.visibility</p:attrName>
                                        </p:attrNameLst>
                                      </p:cBhvr>
                                      <p:to>
                                        <p:strVal val="visible"/>
                                      </p:to>
                                    </p:set>
                                    <p:animEffect transition="in" filter="blinds(horizontal)">
                                      <p:cBhvr>
                                        <p:cTn id="28" dur="500"/>
                                        <p:tgtEl>
                                          <p:spTgt spid="89"/>
                                        </p:tgtEl>
                                      </p:cBhvr>
                                    </p:animEffect>
                                  </p:childTnLst>
                                </p:cTn>
                              </p:par>
                              <p:par>
                                <p:cTn id="29" presetID="3" presetClass="entr" presetSubtype="10" fill="hold" nodeType="withEffect">
                                  <p:stCondLst>
                                    <p:cond delay="0"/>
                                  </p:stCondLst>
                                  <p:childTnLst>
                                    <p:set>
                                      <p:cBhvr>
                                        <p:cTn id="30" dur="1" fill="hold">
                                          <p:stCondLst>
                                            <p:cond delay="0"/>
                                          </p:stCondLst>
                                        </p:cTn>
                                        <p:tgtEl>
                                          <p:spTgt spid="85"/>
                                        </p:tgtEl>
                                        <p:attrNameLst>
                                          <p:attrName>style.visibility</p:attrName>
                                        </p:attrNameLst>
                                      </p:cBhvr>
                                      <p:to>
                                        <p:strVal val="visible"/>
                                      </p:to>
                                    </p:set>
                                    <p:animEffect transition="in" filter="blinds(horizontal)">
                                      <p:cBhvr>
                                        <p:cTn id="31" dur="500"/>
                                        <p:tgtEl>
                                          <p:spTgt spid="85"/>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9234"/>
                                        </p:tgtEl>
                                        <p:attrNameLst>
                                          <p:attrName>style.visibility</p:attrName>
                                        </p:attrNameLst>
                                      </p:cBhvr>
                                      <p:to>
                                        <p:strVal val="visible"/>
                                      </p:to>
                                    </p:set>
                                    <p:animEffect transition="in" filter="blinds(horizontal)">
                                      <p:cBhvr>
                                        <p:cTn id="36" dur="500"/>
                                        <p:tgtEl>
                                          <p:spTgt spid="9234"/>
                                        </p:tgtEl>
                                      </p:cBhvr>
                                    </p:animEffect>
                                  </p:childTnLst>
                                </p:cTn>
                              </p:par>
                              <p:par>
                                <p:cTn id="37" presetID="3" presetClass="entr" presetSubtype="10" fill="hold" nodeType="withEffect">
                                  <p:stCondLst>
                                    <p:cond delay="0"/>
                                  </p:stCondLst>
                                  <p:childTnLst>
                                    <p:set>
                                      <p:cBhvr>
                                        <p:cTn id="38" dur="1" fill="hold">
                                          <p:stCondLst>
                                            <p:cond delay="0"/>
                                          </p:stCondLst>
                                        </p:cTn>
                                        <p:tgtEl>
                                          <p:spTgt spid="5"/>
                                        </p:tgtEl>
                                        <p:attrNameLst>
                                          <p:attrName>style.visibility</p:attrName>
                                        </p:attrNameLst>
                                      </p:cBhvr>
                                      <p:to>
                                        <p:strVal val="visible"/>
                                      </p:to>
                                    </p:set>
                                    <p:animEffect transition="in" filter="blinds(horizontal)">
                                      <p:cBhvr>
                                        <p:cTn id="39" dur="500"/>
                                        <p:tgtEl>
                                          <p:spTgt spid="5"/>
                                        </p:tgtEl>
                                      </p:cBhvr>
                                    </p:animEffect>
                                  </p:childTnLst>
                                </p:cTn>
                              </p:par>
                              <p:par>
                                <p:cTn id="40" presetID="3" presetClass="entr" presetSubtype="10" fill="hold" nodeType="withEffect">
                                  <p:stCondLst>
                                    <p:cond delay="0"/>
                                  </p:stCondLst>
                                  <p:childTnLst>
                                    <p:set>
                                      <p:cBhvr>
                                        <p:cTn id="41" dur="1" fill="hold">
                                          <p:stCondLst>
                                            <p:cond delay="0"/>
                                          </p:stCondLst>
                                        </p:cTn>
                                        <p:tgtEl>
                                          <p:spTgt spid="6"/>
                                        </p:tgtEl>
                                        <p:attrNameLst>
                                          <p:attrName>style.visibility</p:attrName>
                                        </p:attrNameLst>
                                      </p:cBhvr>
                                      <p:to>
                                        <p:strVal val="visible"/>
                                      </p:to>
                                    </p:set>
                                    <p:animEffect transition="in" filter="blinds(horizontal)">
                                      <p:cBhvr>
                                        <p:cTn id="42" dur="500"/>
                                        <p:tgtEl>
                                          <p:spTgt spid="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7"/>
                                        </p:tgtEl>
                                        <p:attrNameLst>
                                          <p:attrName>style.visibility</p:attrName>
                                        </p:attrNameLst>
                                      </p:cBhvr>
                                      <p:to>
                                        <p:strVal val="visible"/>
                                      </p:to>
                                    </p:set>
                                    <p:animEffect transition="in" filter="blinds(horizontal)">
                                      <p:cBhvr>
                                        <p:cTn id="4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7" grpId="0"/>
      <p:bldP spid="13325" grpId="0"/>
      <p:bldP spid="9233" grpId="0"/>
      <p:bldP spid="9234"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9" name="TextBox 3"/>
          <p:cNvSpPr txBox="1">
            <a:spLocks noChangeArrowheads="1"/>
          </p:cNvSpPr>
          <p:nvPr/>
        </p:nvSpPr>
        <p:spPr bwMode="auto">
          <a:xfrm>
            <a:off x="1000125" y="285750"/>
            <a:ext cx="4702175"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质点圆周运动周长为</a:t>
            </a:r>
            <a:r>
              <a:rPr lang="en-US" altLang="zh-CN" sz="2800" b="1">
                <a:latin typeface="Calibri" panose="020F0502020204030204" pitchFamily="34" charset="0"/>
              </a:rPr>
              <a:t>2</a:t>
            </a:r>
            <a:r>
              <a:rPr lang="el-GR" altLang="zh-CN" sz="2800" b="1" i="1">
                <a:latin typeface="Calibri" panose="020F0502020204030204" pitchFamily="34" charset="0"/>
              </a:rPr>
              <a:t>π</a:t>
            </a:r>
            <a:r>
              <a:rPr lang="en-US" altLang="zh-CN" sz="2800" b="1" i="1">
                <a:latin typeface="Calibri" panose="020F0502020204030204" pitchFamily="34" charset="0"/>
              </a:rPr>
              <a:t>R</a:t>
            </a:r>
            <a:r>
              <a:rPr lang="zh-CN" altLang="en-US" sz="2800" b="1">
                <a:latin typeface="Calibri" panose="020F0502020204030204" pitchFamily="34" charset="0"/>
              </a:rPr>
              <a:t>，</a:t>
            </a:r>
            <a:endParaRPr lang="en-US" altLang="zh-CN" sz="2800" b="1">
              <a:latin typeface="Calibri" panose="020F0502020204030204" pitchFamily="34" charset="0"/>
            </a:endParaRPr>
          </a:p>
          <a:p>
            <a:pPr eaLnBrk="1" hangingPunct="1"/>
            <a:r>
              <a:rPr lang="zh-CN" altLang="en-US" sz="2800" b="1">
                <a:latin typeface="Calibri" panose="020F0502020204030204" pitchFamily="34" charset="0"/>
              </a:rPr>
              <a:t>则连续两次通过</a:t>
            </a:r>
            <a:r>
              <a:rPr lang="en-US" altLang="zh-CN" sz="2800" b="1">
                <a:latin typeface="Calibri" panose="020F0502020204030204" pitchFamily="34" charset="0"/>
              </a:rPr>
              <a:t>A</a:t>
            </a:r>
            <a:r>
              <a:rPr lang="zh-CN" altLang="en-US" sz="2800" b="1">
                <a:latin typeface="Calibri" panose="020F0502020204030204" pitchFamily="34" charset="0"/>
              </a:rPr>
              <a:t>所需时间为</a:t>
            </a:r>
            <a:endParaRPr lang="en-US" altLang="zh-CN" sz="2800" b="1">
              <a:latin typeface="Calibri" panose="020F0502020204030204" pitchFamily="34" charset="0"/>
            </a:endParaRPr>
          </a:p>
        </p:txBody>
      </p:sp>
      <p:graphicFrame>
        <p:nvGraphicFramePr>
          <p:cNvPr id="11346" name="Object 82"/>
          <p:cNvGraphicFramePr>
            <a:graphicFrameLocks noChangeAspect="1"/>
          </p:cNvGraphicFramePr>
          <p:nvPr/>
        </p:nvGraphicFramePr>
        <p:xfrm>
          <a:off x="3038475" y="1433513"/>
          <a:ext cx="2436813" cy="957262"/>
        </p:xfrm>
        <a:graphic>
          <a:graphicData uri="http://schemas.openxmlformats.org/presentationml/2006/ole">
            <mc:AlternateContent xmlns:mc="http://schemas.openxmlformats.org/markup-compatibility/2006">
              <mc:Choice xmlns:v="urn:schemas-microsoft-com:vml" Requires="v">
                <p:oleObj spid="_x0000_s14350" name="Equation" r:id="rId3" imgW="1002960" imgH="393480" progId="Equation.DSMT4">
                  <p:embed/>
                </p:oleObj>
              </mc:Choice>
              <mc:Fallback>
                <p:oleObj name="Equation" r:id="rId3" imgW="1002960" imgH="393480" progId="Equation.DSMT4">
                  <p:embed/>
                  <p:pic>
                    <p:nvPicPr>
                      <p:cNvPr id="0" name="Object 8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38475" y="1433513"/>
                        <a:ext cx="2436813" cy="9572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6" name="TextBox 3"/>
          <p:cNvSpPr txBox="1">
            <a:spLocks noChangeArrowheads="1"/>
          </p:cNvSpPr>
          <p:nvPr/>
        </p:nvSpPr>
        <p:spPr bwMode="auto">
          <a:xfrm>
            <a:off x="3071813" y="428625"/>
            <a:ext cx="26955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第</a:t>
            </a:r>
            <a:r>
              <a:rPr lang="en-US" altLang="zh-CN" sz="2800" b="1">
                <a:latin typeface="Calibri" panose="020F0502020204030204" pitchFamily="34" charset="0"/>
              </a:rPr>
              <a:t>2</a:t>
            </a:r>
            <a:r>
              <a:rPr lang="zh-CN" altLang="en-US" sz="2800" b="1">
                <a:latin typeface="Calibri" panose="020F0502020204030204" pitchFamily="34" charset="0"/>
              </a:rPr>
              <a:t>章  刚体力学</a:t>
            </a:r>
          </a:p>
        </p:txBody>
      </p:sp>
      <p:sp>
        <p:nvSpPr>
          <p:cNvPr id="15367" name="TextBox 3"/>
          <p:cNvSpPr txBox="1">
            <a:spLocks noChangeArrowheads="1"/>
          </p:cNvSpPr>
          <p:nvPr/>
        </p:nvSpPr>
        <p:spPr bwMode="auto">
          <a:xfrm>
            <a:off x="357188" y="1143000"/>
            <a:ext cx="32527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latin typeface="Calibri" panose="020F0502020204030204" pitchFamily="34" charset="0"/>
              </a:rPr>
              <a:t>2.1 </a:t>
            </a:r>
            <a:r>
              <a:rPr lang="zh-CN" altLang="en-US" sz="2800" b="1">
                <a:latin typeface="Calibri" panose="020F0502020204030204" pitchFamily="34" charset="0"/>
              </a:rPr>
              <a:t>刚体的定轴转动</a:t>
            </a:r>
          </a:p>
        </p:txBody>
      </p:sp>
      <p:sp>
        <p:nvSpPr>
          <p:cNvPr id="15368" name="TextBox 4"/>
          <p:cNvSpPr txBox="1">
            <a:spLocks noChangeArrowheads="1"/>
          </p:cNvSpPr>
          <p:nvPr/>
        </p:nvSpPr>
        <p:spPr bwMode="auto">
          <a:xfrm>
            <a:off x="595313" y="1976438"/>
            <a:ext cx="65754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概念            刚体，平动，转动，定轴转动</a:t>
            </a:r>
          </a:p>
        </p:txBody>
      </p:sp>
      <p:sp>
        <p:nvSpPr>
          <p:cNvPr id="15369" name="TextBox 4"/>
          <p:cNvSpPr txBox="1">
            <a:spLocks noChangeArrowheads="1"/>
          </p:cNvSpPr>
          <p:nvPr/>
        </p:nvSpPr>
        <p:spPr bwMode="auto">
          <a:xfrm>
            <a:off x="571500" y="2928938"/>
            <a:ext cx="30702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角速度、角加速度</a:t>
            </a:r>
          </a:p>
        </p:txBody>
      </p:sp>
      <p:graphicFrame>
        <p:nvGraphicFramePr>
          <p:cNvPr id="147492" name="Object 36"/>
          <p:cNvGraphicFramePr>
            <a:graphicFrameLocks/>
          </p:cNvGraphicFramePr>
          <p:nvPr/>
        </p:nvGraphicFramePr>
        <p:xfrm>
          <a:off x="2857500" y="3435350"/>
          <a:ext cx="1223963" cy="935038"/>
        </p:xfrm>
        <a:graphic>
          <a:graphicData uri="http://schemas.openxmlformats.org/presentationml/2006/ole">
            <mc:AlternateContent xmlns:mc="http://schemas.openxmlformats.org/markup-compatibility/2006">
              <mc:Choice xmlns:v="urn:schemas-microsoft-com:vml" Requires="v">
                <p:oleObj spid="_x0000_s15418" name="Equation" r:id="rId4" imgW="507960" imgH="393480" progId="Equation.DSMT4">
                  <p:embed/>
                </p:oleObj>
              </mc:Choice>
              <mc:Fallback>
                <p:oleObj name="Equation" r:id="rId4" imgW="507960" imgH="393480" progId="Equation.DSMT4">
                  <p:embed/>
                  <p:pic>
                    <p:nvPicPr>
                      <p:cNvPr id="0" name="Object 36"/>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57500" y="3435350"/>
                        <a:ext cx="1223963" cy="935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47493" name="Object 37"/>
          <p:cNvGraphicFramePr>
            <a:graphicFrameLocks/>
          </p:cNvGraphicFramePr>
          <p:nvPr/>
        </p:nvGraphicFramePr>
        <p:xfrm>
          <a:off x="5072063" y="3381375"/>
          <a:ext cx="2214562" cy="982663"/>
        </p:xfrm>
        <a:graphic>
          <a:graphicData uri="http://schemas.openxmlformats.org/presentationml/2006/ole">
            <mc:AlternateContent xmlns:mc="http://schemas.openxmlformats.org/markup-compatibility/2006">
              <mc:Choice xmlns:v="urn:schemas-microsoft-com:vml" Requires="v">
                <p:oleObj spid="_x0000_s15419" name="Equation" r:id="rId6" imgW="927000" imgH="419040" progId="Equation.DSMT4">
                  <p:embed/>
                </p:oleObj>
              </mc:Choice>
              <mc:Fallback>
                <p:oleObj name="Equation" r:id="rId6" imgW="927000" imgH="419040" progId="Equation.DSMT4">
                  <p:embed/>
                  <p:pic>
                    <p:nvPicPr>
                      <p:cNvPr id="0" name="Object 37"/>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72063" y="3381375"/>
                        <a:ext cx="2214562" cy="982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70" name="TextBox 4"/>
          <p:cNvSpPr txBox="1">
            <a:spLocks noChangeArrowheads="1"/>
          </p:cNvSpPr>
          <p:nvPr/>
        </p:nvSpPr>
        <p:spPr bwMode="auto">
          <a:xfrm>
            <a:off x="571500" y="4903788"/>
            <a:ext cx="41513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定轴转动刚体的转动惯量</a:t>
            </a:r>
          </a:p>
        </p:txBody>
      </p:sp>
      <p:graphicFrame>
        <p:nvGraphicFramePr>
          <p:cNvPr id="93187" name="Object 3"/>
          <p:cNvGraphicFramePr>
            <a:graphicFrameLocks noChangeAspect="1"/>
          </p:cNvGraphicFramePr>
          <p:nvPr/>
        </p:nvGraphicFramePr>
        <p:xfrm>
          <a:off x="5262563" y="4857750"/>
          <a:ext cx="2095500" cy="722313"/>
        </p:xfrm>
        <a:graphic>
          <a:graphicData uri="http://schemas.openxmlformats.org/presentationml/2006/ole">
            <mc:AlternateContent xmlns:mc="http://schemas.openxmlformats.org/markup-compatibility/2006">
              <mc:Choice xmlns:v="urn:schemas-microsoft-com:vml" Requires="v">
                <p:oleObj spid="_x0000_s15420" name="Equation" r:id="rId8" imgW="876240" imgH="304560" progId="Equation.DSMT4">
                  <p:embed/>
                </p:oleObj>
              </mc:Choice>
              <mc:Fallback>
                <p:oleObj name="Equation" r:id="rId8" imgW="876240" imgH="304560" progId="Equation.DSMT4">
                  <p:embed/>
                  <p:pic>
                    <p:nvPicPr>
                      <p:cNvPr id="0" name="Object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262563" y="4857750"/>
                        <a:ext cx="2095500" cy="7223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71" name="TextBox 4"/>
          <p:cNvSpPr txBox="1">
            <a:spLocks noChangeArrowheads="1"/>
          </p:cNvSpPr>
          <p:nvPr/>
        </p:nvSpPr>
        <p:spPr bwMode="auto">
          <a:xfrm>
            <a:off x="571500" y="5976938"/>
            <a:ext cx="37909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定轴转动刚体的角动量</a:t>
            </a:r>
          </a:p>
        </p:txBody>
      </p:sp>
      <p:graphicFrame>
        <p:nvGraphicFramePr>
          <p:cNvPr id="15365" name="Object 44"/>
          <p:cNvGraphicFramePr>
            <a:graphicFrameLocks noChangeAspect="1"/>
          </p:cNvGraphicFramePr>
          <p:nvPr/>
        </p:nvGraphicFramePr>
        <p:xfrm>
          <a:off x="5238750" y="5929313"/>
          <a:ext cx="1476375" cy="571500"/>
        </p:xfrm>
        <a:graphic>
          <a:graphicData uri="http://schemas.openxmlformats.org/presentationml/2006/ole">
            <mc:AlternateContent xmlns:mc="http://schemas.openxmlformats.org/markup-compatibility/2006">
              <mc:Choice xmlns:v="urn:schemas-microsoft-com:vml" Requires="v">
                <p:oleObj spid="_x0000_s15421" name="Equation" r:id="rId10" imgW="507960" imgH="215640" progId="Equation.DSMT4">
                  <p:embed/>
                </p:oleObj>
              </mc:Choice>
              <mc:Fallback>
                <p:oleObj name="Equation" r:id="rId10" imgW="507960" imgH="215640" progId="Equation.DSMT4">
                  <p:embed/>
                  <p:pic>
                    <p:nvPicPr>
                      <p:cNvPr id="0" name="Object 4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238750" y="5929313"/>
                        <a:ext cx="1476375"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5372" name="TextBox 4"/>
          <p:cNvSpPr txBox="1">
            <a:spLocks noChangeArrowheads="1"/>
          </p:cNvSpPr>
          <p:nvPr/>
        </p:nvSpPr>
        <p:spPr bwMode="auto">
          <a:xfrm>
            <a:off x="4430713" y="2935288"/>
            <a:ext cx="4117975"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矢量方向    右手螺旋法则</a:t>
            </a:r>
          </a:p>
        </p:txBody>
      </p:sp>
      <p:sp>
        <p:nvSpPr>
          <p:cNvPr id="15373" name="TextBox 4"/>
          <p:cNvSpPr txBox="1">
            <a:spLocks noChangeArrowheads="1"/>
          </p:cNvSpPr>
          <p:nvPr/>
        </p:nvSpPr>
        <p:spPr bwMode="auto">
          <a:xfrm>
            <a:off x="1714500" y="3625850"/>
            <a:ext cx="9064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大小</a:t>
            </a:r>
          </a:p>
        </p:txBody>
      </p:sp>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7" name="TextBox 3"/>
          <p:cNvSpPr txBox="1">
            <a:spLocks noChangeArrowheads="1"/>
          </p:cNvSpPr>
          <p:nvPr/>
        </p:nvSpPr>
        <p:spPr bwMode="auto">
          <a:xfrm>
            <a:off x="357188" y="428625"/>
            <a:ext cx="50561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latin typeface="Calibri" panose="020F0502020204030204" pitchFamily="34" charset="0"/>
              </a:rPr>
              <a:t>2.2 </a:t>
            </a:r>
            <a:r>
              <a:rPr lang="zh-CN" altLang="en-US" sz="2800" b="1">
                <a:latin typeface="Calibri" panose="020F0502020204030204" pitchFamily="34" charset="0"/>
              </a:rPr>
              <a:t>刚体的定轴转动定律及应用</a:t>
            </a:r>
          </a:p>
        </p:txBody>
      </p:sp>
      <p:graphicFrame>
        <p:nvGraphicFramePr>
          <p:cNvPr id="16386" name="Object 40"/>
          <p:cNvGraphicFramePr>
            <a:graphicFrameLocks noChangeAspect="1"/>
          </p:cNvGraphicFramePr>
          <p:nvPr/>
        </p:nvGraphicFramePr>
        <p:xfrm>
          <a:off x="3078163" y="1412875"/>
          <a:ext cx="2276475" cy="674688"/>
        </p:xfrm>
        <a:graphic>
          <a:graphicData uri="http://schemas.openxmlformats.org/presentationml/2006/ole">
            <mc:AlternateContent xmlns:mc="http://schemas.openxmlformats.org/markup-compatibility/2006">
              <mc:Choice xmlns:v="urn:schemas-microsoft-com:vml" Requires="v">
                <p:oleObj spid="_x0000_s16403" name="Equation" r:id="rId4" imgW="812520" imgH="266400" progId="Equation.DSMT4">
                  <p:embed/>
                </p:oleObj>
              </mc:Choice>
              <mc:Fallback>
                <p:oleObj name="Equation" r:id="rId4" imgW="812520" imgH="266400" progId="Equation.DSMT4">
                  <p:embed/>
                  <p:pic>
                    <p:nvPicPr>
                      <p:cNvPr id="0" name="Object 4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78163" y="1412875"/>
                        <a:ext cx="2276475" cy="674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388" name="TextBox 4"/>
          <p:cNvSpPr txBox="1">
            <a:spLocks noChangeArrowheads="1"/>
          </p:cNvSpPr>
          <p:nvPr/>
        </p:nvSpPr>
        <p:spPr bwMode="auto">
          <a:xfrm>
            <a:off x="2798763" y="2928938"/>
            <a:ext cx="19875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要会算题！</a:t>
            </a:r>
          </a:p>
        </p:txBody>
      </p:sp>
      <p:sp>
        <p:nvSpPr>
          <p:cNvPr id="16389" name="Text Box 31"/>
          <p:cNvSpPr txBox="1">
            <a:spLocks noChangeArrowheads="1"/>
          </p:cNvSpPr>
          <p:nvPr/>
        </p:nvSpPr>
        <p:spPr bwMode="auto">
          <a:xfrm>
            <a:off x="433388" y="3883025"/>
            <a:ext cx="40386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a:t>   </a:t>
            </a:r>
            <a:r>
              <a:rPr lang="zh-CN" altLang="en-US" sz="2800" b="1"/>
              <a:t>明确转动轴位置。</a:t>
            </a:r>
          </a:p>
        </p:txBody>
      </p:sp>
      <p:sp>
        <p:nvSpPr>
          <p:cNvPr id="16390" name="Text Box 32"/>
          <p:cNvSpPr txBox="1">
            <a:spLocks noChangeArrowheads="1"/>
          </p:cNvSpPr>
          <p:nvPr/>
        </p:nvSpPr>
        <p:spPr bwMode="auto">
          <a:xfrm>
            <a:off x="619125" y="4535488"/>
            <a:ext cx="8382000"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a:t> </a:t>
            </a:r>
            <a:r>
              <a:rPr lang="zh-CN" altLang="en-US" sz="2800" b="1"/>
              <a:t>选定转动的正方向</a:t>
            </a:r>
            <a:r>
              <a:rPr lang="en-US" altLang="zh-CN" sz="2800" b="1"/>
              <a:t>,  </a:t>
            </a:r>
            <a:r>
              <a:rPr lang="zh-CN" altLang="en-US" sz="2800" b="1"/>
              <a:t>注意力矩、角速度、角加速度的正负。</a:t>
            </a:r>
          </a:p>
        </p:txBody>
      </p:sp>
      <p:sp>
        <p:nvSpPr>
          <p:cNvPr id="16391" name="Text Box 33"/>
          <p:cNvSpPr txBox="1">
            <a:spLocks noChangeArrowheads="1"/>
          </p:cNvSpPr>
          <p:nvPr/>
        </p:nvSpPr>
        <p:spPr bwMode="auto">
          <a:xfrm>
            <a:off x="504825" y="5624513"/>
            <a:ext cx="82296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a:t>  </a:t>
            </a:r>
            <a:r>
              <a:rPr lang="zh-CN" altLang="en-US" sz="2800" b="1"/>
              <a:t>同一方程式中所有量都必须相对同一转轴。</a:t>
            </a: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4" name="TextBox 3"/>
          <p:cNvSpPr txBox="1">
            <a:spLocks noChangeArrowheads="1"/>
          </p:cNvSpPr>
          <p:nvPr/>
        </p:nvSpPr>
        <p:spPr bwMode="auto">
          <a:xfrm>
            <a:off x="357188" y="428625"/>
            <a:ext cx="32527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latin typeface="Calibri" panose="020F0502020204030204" pitchFamily="34" charset="0"/>
              </a:rPr>
              <a:t>2.3 </a:t>
            </a:r>
            <a:r>
              <a:rPr lang="zh-CN" altLang="en-US" sz="2800" b="1">
                <a:latin typeface="Calibri" panose="020F0502020204030204" pitchFamily="34" charset="0"/>
              </a:rPr>
              <a:t>转动中的角动量</a:t>
            </a:r>
          </a:p>
        </p:txBody>
      </p:sp>
      <p:sp>
        <p:nvSpPr>
          <p:cNvPr id="17415" name="TextBox 4"/>
          <p:cNvSpPr txBox="1">
            <a:spLocks noChangeArrowheads="1"/>
          </p:cNvSpPr>
          <p:nvPr/>
        </p:nvSpPr>
        <p:spPr bwMode="auto">
          <a:xfrm>
            <a:off x="571500" y="1357313"/>
            <a:ext cx="19875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角动量定理</a:t>
            </a:r>
          </a:p>
        </p:txBody>
      </p:sp>
      <p:graphicFrame>
        <p:nvGraphicFramePr>
          <p:cNvPr id="17410" name="Object 49"/>
          <p:cNvGraphicFramePr>
            <a:graphicFrameLocks noChangeAspect="1"/>
          </p:cNvGraphicFramePr>
          <p:nvPr/>
        </p:nvGraphicFramePr>
        <p:xfrm>
          <a:off x="2857500" y="1785938"/>
          <a:ext cx="1377950" cy="954087"/>
        </p:xfrm>
        <a:graphic>
          <a:graphicData uri="http://schemas.openxmlformats.org/presentationml/2006/ole">
            <mc:AlternateContent xmlns:mc="http://schemas.openxmlformats.org/markup-compatibility/2006">
              <mc:Choice xmlns:v="urn:schemas-microsoft-com:vml" Requires="v">
                <p:oleObj spid="_x0000_s17465" name="Equation" r:id="rId4" imgW="583920" imgH="444240" progId="Equation.DSMT4">
                  <p:embed/>
                </p:oleObj>
              </mc:Choice>
              <mc:Fallback>
                <p:oleObj name="Equation" r:id="rId4" imgW="583920" imgH="444240" progId="Equation.DSMT4">
                  <p:embed/>
                  <p:pic>
                    <p:nvPicPr>
                      <p:cNvPr id="0" name="Object 4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57500" y="1785938"/>
                        <a:ext cx="1377950" cy="954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4742" name="Object 54"/>
          <p:cNvGraphicFramePr>
            <a:graphicFrameLocks noChangeAspect="1"/>
          </p:cNvGraphicFramePr>
          <p:nvPr/>
        </p:nvGraphicFramePr>
        <p:xfrm>
          <a:off x="4929188" y="1857375"/>
          <a:ext cx="3400425" cy="833438"/>
        </p:xfrm>
        <a:graphic>
          <a:graphicData uri="http://schemas.openxmlformats.org/presentationml/2006/ole">
            <mc:AlternateContent xmlns:mc="http://schemas.openxmlformats.org/markup-compatibility/2006">
              <mc:Choice xmlns:v="urn:schemas-microsoft-com:vml" Requires="v">
                <p:oleObj spid="_x0000_s17466" name="Equation" r:id="rId6" imgW="1498320" imgH="355320" progId="Equation.DSMT4">
                  <p:embed/>
                </p:oleObj>
              </mc:Choice>
              <mc:Fallback>
                <p:oleObj name="Equation" r:id="rId6" imgW="1498320" imgH="355320" progId="Equation.DSMT4">
                  <p:embed/>
                  <p:pic>
                    <p:nvPicPr>
                      <p:cNvPr id="0" name="Object 5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29188" y="1857375"/>
                        <a:ext cx="3400425" cy="83343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16" name="TextBox 10"/>
          <p:cNvSpPr txBox="1">
            <a:spLocks noChangeArrowheads="1"/>
          </p:cNvSpPr>
          <p:nvPr/>
        </p:nvSpPr>
        <p:spPr bwMode="auto">
          <a:xfrm>
            <a:off x="571500" y="3257550"/>
            <a:ext cx="19875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角动量守恒</a:t>
            </a:r>
          </a:p>
        </p:txBody>
      </p:sp>
      <p:grpSp>
        <p:nvGrpSpPr>
          <p:cNvPr id="17417" name="Group 8"/>
          <p:cNvGrpSpPr>
            <a:grpSpLocks/>
          </p:cNvGrpSpPr>
          <p:nvPr/>
        </p:nvGrpSpPr>
        <p:grpSpPr bwMode="auto">
          <a:xfrm>
            <a:off x="2714625" y="3905250"/>
            <a:ext cx="2260600" cy="523875"/>
            <a:chOff x="384" y="602"/>
            <a:chExt cx="1424" cy="330"/>
          </a:xfrm>
        </p:grpSpPr>
        <p:sp>
          <p:nvSpPr>
            <p:cNvPr id="17419" name="Text Box 9"/>
            <p:cNvSpPr txBox="1">
              <a:spLocks noChangeArrowheads="1"/>
            </p:cNvSpPr>
            <p:nvPr/>
          </p:nvSpPr>
          <p:spPr bwMode="auto">
            <a:xfrm>
              <a:off x="384" y="602"/>
              <a:ext cx="340"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t>当</a:t>
              </a:r>
            </a:p>
          </p:txBody>
        </p:sp>
        <p:graphicFrame>
          <p:nvGraphicFramePr>
            <p:cNvPr id="17413" name="Object 10"/>
            <p:cNvGraphicFramePr>
              <a:graphicFrameLocks noChangeAspect="1"/>
            </p:cNvGraphicFramePr>
            <p:nvPr/>
          </p:nvGraphicFramePr>
          <p:xfrm>
            <a:off x="654" y="630"/>
            <a:ext cx="651" cy="287"/>
          </p:xfrm>
          <a:graphic>
            <a:graphicData uri="http://schemas.openxmlformats.org/presentationml/2006/ole">
              <mc:AlternateContent xmlns:mc="http://schemas.openxmlformats.org/markup-compatibility/2006">
                <mc:Choice xmlns:v="urn:schemas-microsoft-com:vml" Requires="v">
                  <p:oleObj spid="_x0000_s17467" name="Equation" r:id="rId8" imgW="431640" imgH="203040" progId="Equation.DSMT4">
                    <p:embed/>
                  </p:oleObj>
                </mc:Choice>
                <mc:Fallback>
                  <p:oleObj name="Equation" r:id="rId8" imgW="431640" imgH="203040" progId="Equation.DSMT4">
                    <p:embed/>
                    <p:pic>
                      <p:nvPicPr>
                        <p:cNvPr id="0" name="Object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54" y="630"/>
                          <a:ext cx="651" cy="2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20" name="Text Box 11"/>
            <p:cNvSpPr txBox="1">
              <a:spLocks noChangeArrowheads="1"/>
            </p:cNvSpPr>
            <p:nvPr/>
          </p:nvSpPr>
          <p:spPr bwMode="auto">
            <a:xfrm>
              <a:off x="1239" y="602"/>
              <a:ext cx="569"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a:t>时，</a:t>
              </a:r>
            </a:p>
          </p:txBody>
        </p:sp>
      </p:grpSp>
      <p:graphicFrame>
        <p:nvGraphicFramePr>
          <p:cNvPr id="17412" name="Object 44"/>
          <p:cNvGraphicFramePr>
            <a:graphicFrameLocks noChangeAspect="1"/>
          </p:cNvGraphicFramePr>
          <p:nvPr/>
        </p:nvGraphicFramePr>
        <p:xfrm>
          <a:off x="4859338" y="3852863"/>
          <a:ext cx="2141537" cy="571500"/>
        </p:xfrm>
        <a:graphic>
          <a:graphicData uri="http://schemas.openxmlformats.org/presentationml/2006/ole">
            <mc:AlternateContent xmlns:mc="http://schemas.openxmlformats.org/markup-compatibility/2006">
              <mc:Choice xmlns:v="urn:schemas-microsoft-com:vml" Requires="v">
                <p:oleObj spid="_x0000_s17468" name="Equation" r:id="rId10" imgW="736560" imgH="215640" progId="Equation.DSMT4">
                  <p:embed/>
                </p:oleObj>
              </mc:Choice>
              <mc:Fallback>
                <p:oleObj name="Equation" r:id="rId10" imgW="736560" imgH="215640" progId="Equation.DSMT4">
                  <p:embed/>
                  <p:pic>
                    <p:nvPicPr>
                      <p:cNvPr id="0" name="Object 4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859338" y="3852863"/>
                        <a:ext cx="2141537" cy="571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418" name="TextBox 16"/>
          <p:cNvSpPr txBox="1">
            <a:spLocks noChangeArrowheads="1"/>
          </p:cNvSpPr>
          <p:nvPr/>
        </p:nvSpPr>
        <p:spPr bwMode="auto">
          <a:xfrm>
            <a:off x="571500" y="5334000"/>
            <a:ext cx="30702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回转仪（不要求）</a:t>
            </a: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8" name="TextBox 3"/>
          <p:cNvSpPr txBox="1">
            <a:spLocks noChangeArrowheads="1"/>
          </p:cNvSpPr>
          <p:nvPr/>
        </p:nvSpPr>
        <p:spPr bwMode="auto">
          <a:xfrm>
            <a:off x="357188" y="428625"/>
            <a:ext cx="4695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latin typeface="Calibri" panose="020F0502020204030204" pitchFamily="34" charset="0"/>
              </a:rPr>
              <a:t>2.4 </a:t>
            </a:r>
            <a:r>
              <a:rPr lang="zh-CN" altLang="en-US" sz="2800" b="1">
                <a:latin typeface="Calibri" panose="020F0502020204030204" pitchFamily="34" charset="0"/>
              </a:rPr>
              <a:t>刚体定轴转动中的功和能</a:t>
            </a:r>
          </a:p>
        </p:txBody>
      </p:sp>
      <p:sp>
        <p:nvSpPr>
          <p:cNvPr id="18439" name="TextBox 4"/>
          <p:cNvSpPr txBox="1">
            <a:spLocks noChangeArrowheads="1"/>
          </p:cNvSpPr>
          <p:nvPr/>
        </p:nvSpPr>
        <p:spPr bwMode="auto">
          <a:xfrm>
            <a:off x="571500" y="1262063"/>
            <a:ext cx="16271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力矩的功</a:t>
            </a:r>
          </a:p>
        </p:txBody>
      </p:sp>
      <p:graphicFrame>
        <p:nvGraphicFramePr>
          <p:cNvPr id="18434" name="Object 59"/>
          <p:cNvGraphicFramePr>
            <a:graphicFrameLocks noChangeAspect="1"/>
          </p:cNvGraphicFramePr>
          <p:nvPr/>
        </p:nvGraphicFramePr>
        <p:xfrm>
          <a:off x="3357563" y="1143000"/>
          <a:ext cx="2347912" cy="830263"/>
        </p:xfrm>
        <a:graphic>
          <a:graphicData uri="http://schemas.openxmlformats.org/presentationml/2006/ole">
            <mc:AlternateContent xmlns:mc="http://schemas.openxmlformats.org/markup-compatibility/2006">
              <mc:Choice xmlns:v="urn:schemas-microsoft-com:vml" Requires="v">
                <p:oleObj spid="_x0000_s18488" name="Equation" r:id="rId4" imgW="990360" imgH="355320" progId="Equation.DSMT4">
                  <p:embed/>
                </p:oleObj>
              </mc:Choice>
              <mc:Fallback>
                <p:oleObj name="Equation" r:id="rId4" imgW="990360" imgH="355320" progId="Equation.DSMT4">
                  <p:embed/>
                  <p:pic>
                    <p:nvPicPr>
                      <p:cNvPr id="0" name="Object 5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57563" y="1143000"/>
                        <a:ext cx="2347912" cy="830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40" name="TextBox 6"/>
          <p:cNvSpPr txBox="1">
            <a:spLocks noChangeArrowheads="1"/>
          </p:cNvSpPr>
          <p:nvPr/>
        </p:nvSpPr>
        <p:spPr bwMode="auto">
          <a:xfrm>
            <a:off x="571500" y="2500313"/>
            <a:ext cx="1266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机械能</a:t>
            </a:r>
          </a:p>
        </p:txBody>
      </p:sp>
      <p:graphicFrame>
        <p:nvGraphicFramePr>
          <p:cNvPr id="18435" name="Object 63"/>
          <p:cNvGraphicFramePr>
            <a:graphicFrameLocks noChangeAspect="1"/>
          </p:cNvGraphicFramePr>
          <p:nvPr/>
        </p:nvGraphicFramePr>
        <p:xfrm>
          <a:off x="2643188" y="2857500"/>
          <a:ext cx="1906587" cy="928688"/>
        </p:xfrm>
        <a:graphic>
          <a:graphicData uri="http://schemas.openxmlformats.org/presentationml/2006/ole">
            <mc:AlternateContent xmlns:mc="http://schemas.openxmlformats.org/markup-compatibility/2006">
              <mc:Choice xmlns:v="urn:schemas-microsoft-com:vml" Requires="v">
                <p:oleObj spid="_x0000_s18489" name="Equation" r:id="rId6" imgW="761760" imgH="406080" progId="Equation.DSMT4">
                  <p:embed/>
                </p:oleObj>
              </mc:Choice>
              <mc:Fallback>
                <p:oleObj name="Equation" r:id="rId6" imgW="761760" imgH="406080" progId="Equation.DSMT4">
                  <p:embed/>
                  <p:pic>
                    <p:nvPicPr>
                      <p:cNvPr id="0" name="Object 6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643188" y="2857500"/>
                        <a:ext cx="1906587" cy="9286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41" name="TextBox 8"/>
          <p:cNvSpPr txBox="1">
            <a:spLocks noChangeArrowheads="1"/>
          </p:cNvSpPr>
          <p:nvPr/>
        </p:nvSpPr>
        <p:spPr bwMode="auto">
          <a:xfrm>
            <a:off x="1662113" y="3048000"/>
            <a:ext cx="9064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动能</a:t>
            </a:r>
          </a:p>
        </p:txBody>
      </p:sp>
      <p:sp>
        <p:nvSpPr>
          <p:cNvPr id="18442" name="TextBox 9"/>
          <p:cNvSpPr txBox="1">
            <a:spLocks noChangeArrowheads="1"/>
          </p:cNvSpPr>
          <p:nvPr/>
        </p:nvSpPr>
        <p:spPr bwMode="auto">
          <a:xfrm>
            <a:off x="5143500" y="3071813"/>
            <a:ext cx="16271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重力势能</a:t>
            </a:r>
          </a:p>
        </p:txBody>
      </p:sp>
      <p:graphicFrame>
        <p:nvGraphicFramePr>
          <p:cNvPr id="90136" name="Object 24"/>
          <p:cNvGraphicFramePr>
            <a:graphicFrameLocks noChangeAspect="1"/>
          </p:cNvGraphicFramePr>
          <p:nvPr/>
        </p:nvGraphicFramePr>
        <p:xfrm>
          <a:off x="6786563" y="3057525"/>
          <a:ext cx="1835150" cy="657225"/>
        </p:xfrm>
        <a:graphic>
          <a:graphicData uri="http://schemas.openxmlformats.org/presentationml/2006/ole">
            <mc:AlternateContent xmlns:mc="http://schemas.openxmlformats.org/markup-compatibility/2006">
              <mc:Choice xmlns:v="urn:schemas-microsoft-com:vml" Requires="v">
                <p:oleObj spid="_x0000_s18490" name="Equation" r:id="rId8" imgW="672840" imgH="241200" progId="Equation.DSMT4">
                  <p:embed/>
                </p:oleObj>
              </mc:Choice>
              <mc:Fallback>
                <p:oleObj name="Equation" r:id="rId8" imgW="672840" imgH="241200" progId="Equation.DSMT4">
                  <p:embed/>
                  <p:pic>
                    <p:nvPicPr>
                      <p:cNvPr id="0" name="Object 2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786563" y="3057525"/>
                        <a:ext cx="1835150" cy="657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443" name="TextBox 11"/>
          <p:cNvSpPr txBox="1">
            <a:spLocks noChangeArrowheads="1"/>
          </p:cNvSpPr>
          <p:nvPr/>
        </p:nvSpPr>
        <p:spPr bwMode="auto">
          <a:xfrm>
            <a:off x="571500" y="4405313"/>
            <a:ext cx="34305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定轴转动的动能定理</a:t>
            </a:r>
          </a:p>
        </p:txBody>
      </p:sp>
      <p:graphicFrame>
        <p:nvGraphicFramePr>
          <p:cNvPr id="63490" name="Object 2"/>
          <p:cNvGraphicFramePr>
            <a:graphicFrameLocks noChangeAspect="1"/>
          </p:cNvGraphicFramePr>
          <p:nvPr/>
        </p:nvGraphicFramePr>
        <p:xfrm>
          <a:off x="2214563" y="5214938"/>
          <a:ext cx="4572000" cy="965200"/>
        </p:xfrm>
        <a:graphic>
          <a:graphicData uri="http://schemas.openxmlformats.org/presentationml/2006/ole">
            <mc:AlternateContent xmlns:mc="http://schemas.openxmlformats.org/markup-compatibility/2006">
              <mc:Choice xmlns:v="urn:schemas-microsoft-com:vml" Requires="v">
                <p:oleObj spid="_x0000_s18491" name="Equation" r:id="rId10" imgW="1663560" imgH="393480" progId="Equation.DSMT4">
                  <p:embed/>
                </p:oleObj>
              </mc:Choice>
              <mc:Fallback>
                <p:oleObj name="Equation" r:id="rId10" imgW="1663560" imgH="393480" progId="Equation.DSMT4">
                  <p:embed/>
                  <p:pic>
                    <p:nvPicPr>
                      <p:cNvPr id="0" name="Object 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214563" y="5214938"/>
                        <a:ext cx="4572000" cy="965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480" name="Group 71"/>
          <p:cNvGrpSpPr>
            <a:grpSpLocks/>
          </p:cNvGrpSpPr>
          <p:nvPr/>
        </p:nvGrpSpPr>
        <p:grpSpPr bwMode="auto">
          <a:xfrm>
            <a:off x="250825" y="260350"/>
            <a:ext cx="8648700" cy="6424613"/>
            <a:chOff x="158" y="154"/>
            <a:chExt cx="5448" cy="4047"/>
          </a:xfrm>
        </p:grpSpPr>
        <p:sp>
          <p:nvSpPr>
            <p:cNvPr id="60441" name="Text Box 4"/>
            <p:cNvSpPr txBox="1">
              <a:spLocks noChangeArrowheads="1"/>
            </p:cNvSpPr>
            <p:nvPr/>
          </p:nvSpPr>
          <p:spPr bwMode="auto">
            <a:xfrm>
              <a:off x="657" y="154"/>
              <a:ext cx="4414" cy="330"/>
            </a:xfrm>
            <a:prstGeom prst="rect">
              <a:avLst/>
            </a:prstGeom>
            <a:noFill/>
            <a:ln w="19050">
              <a:noFill/>
              <a:miter lim="800000"/>
              <a:headEnd/>
              <a:tailEnd type="none" w="med" len="lg"/>
            </a:ln>
          </p:spPr>
          <p:txBody>
            <a:bodyPr wrap="none">
              <a:spAutoFit/>
            </a:bodyPr>
            <a:lstStyle/>
            <a:p>
              <a:pPr>
                <a:defRPr/>
              </a:pPr>
              <a:r>
                <a:rPr lang="zh-CN" altLang="en-US" sz="2800" b="1" dirty="0">
                  <a:solidFill>
                    <a:schemeClr val="accent2"/>
                  </a:solidFill>
                  <a:latin typeface="+mn-ea"/>
                  <a:ea typeface="+mn-ea"/>
                </a:rPr>
                <a:t>质点力学与刚体力学物理量和物理规律对比</a:t>
              </a:r>
            </a:p>
          </p:txBody>
        </p:sp>
        <p:graphicFrame>
          <p:nvGraphicFramePr>
            <p:cNvPr id="19458" name="Object 6"/>
            <p:cNvGraphicFramePr>
              <a:graphicFrameLocks noChangeAspect="1"/>
            </p:cNvGraphicFramePr>
            <p:nvPr/>
          </p:nvGraphicFramePr>
          <p:xfrm>
            <a:off x="339" y="572"/>
            <a:ext cx="989" cy="236"/>
          </p:xfrm>
          <a:graphic>
            <a:graphicData uri="http://schemas.openxmlformats.org/presentationml/2006/ole">
              <mc:AlternateContent xmlns:mc="http://schemas.openxmlformats.org/markup-compatibility/2006">
                <mc:Choice xmlns:v="urn:schemas-microsoft-com:vml" Requires="v">
                  <p:oleObj spid="_x0000_s19745" name="Equation" r:id="rId3" imgW="774360" imgH="203040" progId="Equation.DSMT4">
                    <p:embed/>
                  </p:oleObj>
                </mc:Choice>
                <mc:Fallback>
                  <p:oleObj name="Equation" r:id="rId3" imgW="774360" imgH="203040" progId="Equation.DSMT4">
                    <p:embed/>
                    <p:pic>
                      <p:nvPicPr>
                        <p:cNvPr id="0"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9" y="572"/>
                          <a:ext cx="989" cy="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59" name="Object 7"/>
            <p:cNvGraphicFramePr>
              <a:graphicFrameLocks noChangeAspect="1"/>
            </p:cNvGraphicFramePr>
            <p:nvPr/>
          </p:nvGraphicFramePr>
          <p:xfrm>
            <a:off x="323" y="1059"/>
            <a:ext cx="514" cy="278"/>
          </p:xfrm>
          <a:graphic>
            <a:graphicData uri="http://schemas.openxmlformats.org/presentationml/2006/ole">
              <mc:AlternateContent xmlns:mc="http://schemas.openxmlformats.org/markup-compatibility/2006">
                <mc:Choice xmlns:v="urn:schemas-microsoft-com:vml" Requires="v">
                  <p:oleObj spid="_x0000_s19746" name="Equation" r:id="rId5" imgW="406080" imgH="241200" progId="Equation.DSMT4">
                    <p:embed/>
                  </p:oleObj>
                </mc:Choice>
                <mc:Fallback>
                  <p:oleObj name="Equation" r:id="rId5" imgW="406080" imgH="241200" progId="Equation.DSMT4">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3" y="1059"/>
                          <a:ext cx="514" cy="2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60" name="Object 8"/>
            <p:cNvGraphicFramePr>
              <a:graphicFrameLocks noChangeAspect="1"/>
            </p:cNvGraphicFramePr>
            <p:nvPr/>
          </p:nvGraphicFramePr>
          <p:xfrm>
            <a:off x="309" y="1298"/>
            <a:ext cx="966" cy="278"/>
          </p:xfrm>
          <a:graphic>
            <a:graphicData uri="http://schemas.openxmlformats.org/presentationml/2006/ole">
              <mc:AlternateContent xmlns:mc="http://schemas.openxmlformats.org/markup-compatibility/2006">
                <mc:Choice xmlns:v="urn:schemas-microsoft-com:vml" Requires="v">
                  <p:oleObj spid="_x0000_s19747" name="Equation" r:id="rId7" imgW="761760" imgH="241200" progId="Equation.DSMT4">
                    <p:embed/>
                  </p:oleObj>
                </mc:Choice>
                <mc:Fallback>
                  <p:oleObj name="Equation" r:id="rId7" imgW="761760" imgH="241200" progId="Equation.DSMT4">
                    <p:embed/>
                    <p:pic>
                      <p:nvPicPr>
                        <p:cNvPr id="0" name="Object 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9" y="1298"/>
                          <a:ext cx="966" cy="2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61" name="Object 9"/>
            <p:cNvGraphicFramePr>
              <a:graphicFrameLocks noChangeAspect="1"/>
            </p:cNvGraphicFramePr>
            <p:nvPr/>
          </p:nvGraphicFramePr>
          <p:xfrm>
            <a:off x="304" y="1606"/>
            <a:ext cx="985" cy="239"/>
          </p:xfrm>
          <a:graphic>
            <a:graphicData uri="http://schemas.openxmlformats.org/presentationml/2006/ole">
              <mc:AlternateContent xmlns:mc="http://schemas.openxmlformats.org/markup-compatibility/2006">
                <mc:Choice xmlns:v="urn:schemas-microsoft-com:vml" Requires="v">
                  <p:oleObj spid="_x0000_s19748" name="Equation" r:id="rId9" imgW="761760" imgH="203040" progId="Equation.DSMT4">
                    <p:embed/>
                  </p:oleObj>
                </mc:Choice>
                <mc:Fallback>
                  <p:oleObj name="Equation" r:id="rId9" imgW="761760" imgH="203040" progId="Equation.DSMT4">
                    <p:embed/>
                    <p:pic>
                      <p:nvPicPr>
                        <p:cNvPr id="0" name="Object 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4" y="1606"/>
                          <a:ext cx="985" cy="23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62" name="Object 10"/>
            <p:cNvGraphicFramePr>
              <a:graphicFrameLocks noChangeAspect="1"/>
            </p:cNvGraphicFramePr>
            <p:nvPr/>
          </p:nvGraphicFramePr>
          <p:xfrm>
            <a:off x="295" y="2250"/>
            <a:ext cx="1859" cy="292"/>
          </p:xfrm>
          <a:graphic>
            <a:graphicData uri="http://schemas.openxmlformats.org/presentationml/2006/ole">
              <mc:AlternateContent xmlns:mc="http://schemas.openxmlformats.org/markup-compatibility/2006">
                <mc:Choice xmlns:v="urn:schemas-microsoft-com:vml" Requires="v">
                  <p:oleObj spid="_x0000_s19749" name="Equation" r:id="rId11" imgW="1650960" imgH="253800" progId="Equation.DSMT4">
                    <p:embed/>
                  </p:oleObj>
                </mc:Choice>
                <mc:Fallback>
                  <p:oleObj name="Equation" r:id="rId11" imgW="1650960" imgH="253800" progId="Equation.DSMT4">
                    <p:embed/>
                    <p:pic>
                      <p:nvPicPr>
                        <p:cNvPr id="0" name="Object 1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95" y="2250"/>
                          <a:ext cx="1859" cy="2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63" name="Object 11"/>
            <p:cNvGraphicFramePr>
              <a:graphicFrameLocks noChangeAspect="1"/>
            </p:cNvGraphicFramePr>
            <p:nvPr/>
          </p:nvGraphicFramePr>
          <p:xfrm>
            <a:off x="295" y="1796"/>
            <a:ext cx="955" cy="492"/>
          </p:xfrm>
          <a:graphic>
            <a:graphicData uri="http://schemas.openxmlformats.org/presentationml/2006/ole">
              <mc:AlternateContent xmlns:mc="http://schemas.openxmlformats.org/markup-compatibility/2006">
                <mc:Choice xmlns:v="urn:schemas-microsoft-com:vml" Requires="v">
                  <p:oleObj spid="_x0000_s19750" name="Equation" r:id="rId13" imgW="761760" imgH="431640" progId="Equation.DSMT4">
                    <p:embed/>
                  </p:oleObj>
                </mc:Choice>
                <mc:Fallback>
                  <p:oleObj name="Equation" r:id="rId13" imgW="761760" imgH="431640" progId="Equation.DSMT4">
                    <p:embed/>
                    <p:pic>
                      <p:nvPicPr>
                        <p:cNvPr id="0" name="Object 1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95" y="1796"/>
                          <a:ext cx="955" cy="4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64" name="Object 12"/>
            <p:cNvGraphicFramePr>
              <a:graphicFrameLocks noChangeAspect="1"/>
            </p:cNvGraphicFramePr>
            <p:nvPr/>
          </p:nvGraphicFramePr>
          <p:xfrm>
            <a:off x="295" y="2522"/>
            <a:ext cx="1518" cy="383"/>
          </p:xfrm>
          <a:graphic>
            <a:graphicData uri="http://schemas.openxmlformats.org/presentationml/2006/ole">
              <mc:AlternateContent xmlns:mc="http://schemas.openxmlformats.org/markup-compatibility/2006">
                <mc:Choice xmlns:v="urn:schemas-microsoft-com:vml" Requires="v">
                  <p:oleObj spid="_x0000_s19751" name="Equation" r:id="rId15" imgW="1193760" imgH="330120" progId="Equation.DSMT4">
                    <p:embed/>
                  </p:oleObj>
                </mc:Choice>
                <mc:Fallback>
                  <p:oleObj name="Equation" r:id="rId15" imgW="1193760" imgH="330120" progId="Equation.DSMT4">
                    <p:embed/>
                    <p:pic>
                      <p:nvPicPr>
                        <p:cNvPr id="0" name="Object 12"/>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95" y="2522"/>
                          <a:ext cx="1518" cy="3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65" name="Object 13"/>
            <p:cNvGraphicFramePr>
              <a:graphicFrameLocks noChangeAspect="1"/>
            </p:cNvGraphicFramePr>
            <p:nvPr/>
          </p:nvGraphicFramePr>
          <p:xfrm>
            <a:off x="301" y="2876"/>
            <a:ext cx="1257" cy="449"/>
          </p:xfrm>
          <a:graphic>
            <a:graphicData uri="http://schemas.openxmlformats.org/presentationml/2006/ole">
              <mc:AlternateContent xmlns:mc="http://schemas.openxmlformats.org/markup-compatibility/2006">
                <mc:Choice xmlns:v="urn:schemas-microsoft-com:vml" Requires="v">
                  <p:oleObj spid="_x0000_s19752" name="Equation" r:id="rId17" imgW="1002960" imgH="393480" progId="Equation.DSMT4">
                    <p:embed/>
                  </p:oleObj>
                </mc:Choice>
                <mc:Fallback>
                  <p:oleObj name="Equation" r:id="rId17" imgW="1002960" imgH="393480" progId="Equation.DSMT4">
                    <p:embed/>
                    <p:pic>
                      <p:nvPicPr>
                        <p:cNvPr id="0" name="Object 13"/>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301" y="2876"/>
                          <a:ext cx="1257" cy="4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66" name="Object 14"/>
            <p:cNvGraphicFramePr>
              <a:graphicFrameLocks noChangeAspect="1"/>
            </p:cNvGraphicFramePr>
            <p:nvPr/>
          </p:nvGraphicFramePr>
          <p:xfrm>
            <a:off x="328" y="836"/>
            <a:ext cx="510" cy="240"/>
          </p:xfrm>
          <a:graphic>
            <a:graphicData uri="http://schemas.openxmlformats.org/presentationml/2006/ole">
              <mc:AlternateContent xmlns:mc="http://schemas.openxmlformats.org/markup-compatibility/2006">
                <mc:Choice xmlns:v="urn:schemas-microsoft-com:vml" Requires="v">
                  <p:oleObj spid="_x0000_s19753" name="Equation" r:id="rId19" imgW="431640" imgH="203040" progId="Equation.DSMT4">
                    <p:embed/>
                  </p:oleObj>
                </mc:Choice>
                <mc:Fallback>
                  <p:oleObj name="Equation" r:id="rId19" imgW="431640" imgH="203040" progId="Equation.DSMT4">
                    <p:embed/>
                    <p:pic>
                      <p:nvPicPr>
                        <p:cNvPr id="0" name="Object 1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328" y="836"/>
                          <a:ext cx="510" cy="2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67" name="Object 15"/>
            <p:cNvGraphicFramePr>
              <a:graphicFrameLocks noChangeAspect="1"/>
            </p:cNvGraphicFramePr>
            <p:nvPr/>
          </p:nvGraphicFramePr>
          <p:xfrm>
            <a:off x="204" y="3326"/>
            <a:ext cx="1863" cy="466"/>
          </p:xfrm>
          <a:graphic>
            <a:graphicData uri="http://schemas.openxmlformats.org/presentationml/2006/ole">
              <mc:AlternateContent xmlns:mc="http://schemas.openxmlformats.org/markup-compatibility/2006">
                <mc:Choice xmlns:v="urn:schemas-microsoft-com:vml" Requires="v">
                  <p:oleObj spid="_x0000_s19754" name="Equation" r:id="rId21" imgW="1574640" imgH="393480" progId="Equation.DSMT4">
                    <p:embed/>
                  </p:oleObj>
                </mc:Choice>
                <mc:Fallback>
                  <p:oleObj name="Equation" r:id="rId21" imgW="1574640" imgH="393480" progId="Equation.DSMT4">
                    <p:embed/>
                    <p:pic>
                      <p:nvPicPr>
                        <p:cNvPr id="0" name="Object 15"/>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04" y="3326"/>
                          <a:ext cx="1863" cy="4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468" name="Object 16"/>
            <p:cNvGraphicFramePr>
              <a:graphicFrameLocks noChangeAspect="1"/>
            </p:cNvGraphicFramePr>
            <p:nvPr/>
          </p:nvGraphicFramePr>
          <p:xfrm>
            <a:off x="1791" y="3826"/>
            <a:ext cx="1031" cy="284"/>
          </p:xfrm>
          <a:graphic>
            <a:graphicData uri="http://schemas.openxmlformats.org/presentationml/2006/ole">
              <mc:AlternateContent xmlns:mc="http://schemas.openxmlformats.org/markup-compatibility/2006">
                <mc:Choice xmlns:v="urn:schemas-microsoft-com:vml" Requires="v">
                  <p:oleObj spid="_x0000_s19755" name="Equation" r:id="rId23" imgW="1015920" imgH="241200" progId="Equation.DSMT4">
                    <p:embed/>
                  </p:oleObj>
                </mc:Choice>
                <mc:Fallback>
                  <p:oleObj name="Equation" r:id="rId23" imgW="1015920" imgH="241200" progId="Equation.DSMT4">
                    <p:embed/>
                    <p:pic>
                      <p:nvPicPr>
                        <p:cNvPr id="0" name="Object 16"/>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791" y="3826"/>
                          <a:ext cx="1031"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82" name="Text Box 17"/>
            <p:cNvSpPr txBox="1">
              <a:spLocks noChangeArrowheads="1"/>
            </p:cNvSpPr>
            <p:nvPr/>
          </p:nvSpPr>
          <p:spPr bwMode="auto">
            <a:xfrm>
              <a:off x="158" y="3797"/>
              <a:ext cx="1867" cy="2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200" b="1">
                  <a:ea typeface="华文中宋" panose="02010600040101010101" pitchFamily="2" charset="-122"/>
                </a:rPr>
                <a:t>11.  </a:t>
              </a:r>
              <a:r>
                <a:rPr lang="zh-CN" altLang="en-US" sz="2200" b="1">
                  <a:ea typeface="华文中宋" panose="02010600040101010101" pitchFamily="2" charset="-122"/>
                </a:rPr>
                <a:t>仅保守内力做功</a:t>
              </a:r>
            </a:p>
          </p:txBody>
        </p:sp>
        <p:grpSp>
          <p:nvGrpSpPr>
            <p:cNvPr id="19483" name="Group 18"/>
            <p:cNvGrpSpPr>
              <a:grpSpLocks/>
            </p:cNvGrpSpPr>
            <p:nvPr/>
          </p:nvGrpSpPr>
          <p:grpSpPr bwMode="auto">
            <a:xfrm>
              <a:off x="2835" y="3721"/>
              <a:ext cx="2771" cy="480"/>
              <a:chOff x="2784" y="3747"/>
              <a:chExt cx="2771" cy="480"/>
            </a:xfrm>
          </p:grpSpPr>
          <p:graphicFrame>
            <p:nvGraphicFramePr>
              <p:cNvPr id="19479" name="Object 19"/>
              <p:cNvGraphicFramePr>
                <a:graphicFrameLocks noChangeAspect="1"/>
              </p:cNvGraphicFramePr>
              <p:nvPr/>
            </p:nvGraphicFramePr>
            <p:xfrm>
              <a:off x="4429" y="3852"/>
              <a:ext cx="1126" cy="284"/>
            </p:xfrm>
            <a:graphic>
              <a:graphicData uri="http://schemas.openxmlformats.org/presentationml/2006/ole">
                <mc:AlternateContent xmlns:mc="http://schemas.openxmlformats.org/markup-compatibility/2006">
                  <mc:Choice xmlns:v="urn:schemas-microsoft-com:vml" Requires="v">
                    <p:oleObj spid="_x0000_s19756" name="Equation" r:id="rId25" imgW="1015920" imgH="241200" progId="Equation.DSMT4">
                      <p:embed/>
                    </p:oleObj>
                  </mc:Choice>
                  <mc:Fallback>
                    <p:oleObj name="Equation" r:id="rId25" imgW="1015920" imgH="241200" progId="Equation.DSMT4">
                      <p:embed/>
                      <p:pic>
                        <p:nvPicPr>
                          <p:cNvPr id="0" name="Object 19"/>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429" y="3852"/>
                            <a:ext cx="1126" cy="2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523" name="Text Box 20"/>
              <p:cNvSpPr txBox="1">
                <a:spLocks noChangeArrowheads="1"/>
              </p:cNvSpPr>
              <p:nvPr/>
            </p:nvSpPr>
            <p:spPr bwMode="auto">
              <a:xfrm>
                <a:off x="3132" y="3747"/>
                <a:ext cx="1348"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200" b="1">
                    <a:ea typeface="华文中宋" panose="02010600040101010101" pitchFamily="2" charset="-122"/>
                  </a:rPr>
                  <a:t>机械能守恒：仅</a:t>
                </a:r>
              </a:p>
              <a:p>
                <a:pPr eaLnBrk="1" hangingPunct="1"/>
                <a:r>
                  <a:rPr lang="zh-CN" altLang="en-US" sz="2200" b="1">
                    <a:ea typeface="华文中宋" panose="02010600040101010101" pitchFamily="2" charset="-122"/>
                  </a:rPr>
                  <a:t>保守内力矩做功</a:t>
                </a:r>
              </a:p>
            </p:txBody>
          </p:sp>
          <p:sp>
            <p:nvSpPr>
              <p:cNvPr id="19524" name="Line 21"/>
              <p:cNvSpPr>
                <a:spLocks noChangeShapeType="1"/>
              </p:cNvSpPr>
              <p:nvPr/>
            </p:nvSpPr>
            <p:spPr bwMode="auto">
              <a:xfrm>
                <a:off x="2784" y="3981"/>
                <a:ext cx="384" cy="0"/>
              </a:xfrm>
              <a:prstGeom prst="line">
                <a:avLst/>
              </a:prstGeom>
              <a:noFill/>
              <a:ln w="25400">
                <a:solidFill>
                  <a:srgbClr val="FF0000"/>
                </a:solidFill>
                <a:prstDash val="dash"/>
                <a:round/>
                <a:headEnd/>
                <a:tailEnd type="triangle" w="med" len="lg"/>
              </a:ln>
              <a:extLst>
                <a:ext uri="{909E8E84-426E-40DD-AFC4-6F175D3DCCD1}">
                  <a14:hiddenFill xmlns:a14="http://schemas.microsoft.com/office/drawing/2010/main">
                    <a:noFill/>
                  </a14:hiddenFill>
                </a:ext>
              </a:extLst>
            </p:spPr>
            <p:txBody>
              <a:bodyPr>
                <a:spAutoFit/>
              </a:bodyPr>
              <a:lstStyle/>
              <a:p>
                <a:endParaRPr lang="zh-CN" altLang="en-US"/>
              </a:p>
            </p:txBody>
          </p:sp>
        </p:grpSp>
        <p:grpSp>
          <p:nvGrpSpPr>
            <p:cNvPr id="19484" name="Group 22"/>
            <p:cNvGrpSpPr>
              <a:grpSpLocks/>
            </p:cNvGrpSpPr>
            <p:nvPr/>
          </p:nvGrpSpPr>
          <p:grpSpPr bwMode="auto">
            <a:xfrm>
              <a:off x="1292" y="527"/>
              <a:ext cx="4241" cy="304"/>
              <a:chOff x="1296" y="561"/>
              <a:chExt cx="4241" cy="304"/>
            </a:xfrm>
          </p:grpSpPr>
          <p:grpSp>
            <p:nvGrpSpPr>
              <p:cNvPr id="19520" name="Group 23"/>
              <p:cNvGrpSpPr>
                <a:grpSpLocks/>
              </p:cNvGrpSpPr>
              <p:nvPr/>
            </p:nvGrpSpPr>
            <p:grpSpPr bwMode="auto">
              <a:xfrm>
                <a:off x="2629" y="561"/>
                <a:ext cx="2908" cy="304"/>
                <a:chOff x="2629" y="561"/>
                <a:chExt cx="2908" cy="304"/>
              </a:xfrm>
            </p:grpSpPr>
            <p:graphicFrame>
              <p:nvGraphicFramePr>
                <p:cNvPr id="19478" name="Object 24"/>
                <p:cNvGraphicFramePr>
                  <a:graphicFrameLocks noChangeAspect="1"/>
                </p:cNvGraphicFramePr>
                <p:nvPr/>
              </p:nvGraphicFramePr>
              <p:xfrm>
                <a:off x="4790" y="585"/>
                <a:ext cx="747" cy="280"/>
              </p:xfrm>
              <a:graphic>
                <a:graphicData uri="http://schemas.openxmlformats.org/presentationml/2006/ole">
                  <mc:AlternateContent xmlns:mc="http://schemas.openxmlformats.org/markup-compatibility/2006">
                    <mc:Choice xmlns:v="urn:schemas-microsoft-com:vml" Requires="v">
                      <p:oleObj spid="_x0000_s19757" name="Equation" r:id="rId27" imgW="583920" imgH="241200" progId="Equation.DSMT4">
                        <p:embed/>
                      </p:oleObj>
                    </mc:Choice>
                    <mc:Fallback>
                      <p:oleObj name="Equation" r:id="rId27" imgW="583920" imgH="241200" progId="Equation.DSMT4">
                        <p:embed/>
                        <p:pic>
                          <p:nvPicPr>
                            <p:cNvPr id="0" name="Object 24"/>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790" y="585"/>
                              <a:ext cx="747" cy="2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522" name="Text Box 25"/>
                <p:cNvSpPr txBox="1">
                  <a:spLocks noChangeArrowheads="1"/>
                </p:cNvSpPr>
                <p:nvPr/>
              </p:nvSpPr>
              <p:spPr bwMode="auto">
                <a:xfrm>
                  <a:off x="2629" y="561"/>
                  <a:ext cx="2228"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200" b="1">
                      <a:ea typeface="华文中宋" panose="02010600040101010101" pitchFamily="2" charset="-122"/>
                    </a:rPr>
                    <a:t>角位置，角速度，角加速度</a:t>
                  </a:r>
                </a:p>
              </p:txBody>
            </p:sp>
          </p:grpSp>
          <p:sp>
            <p:nvSpPr>
              <p:cNvPr id="19521" name="Line 26"/>
              <p:cNvSpPr>
                <a:spLocks noChangeShapeType="1"/>
              </p:cNvSpPr>
              <p:nvPr/>
            </p:nvSpPr>
            <p:spPr bwMode="auto">
              <a:xfrm flipV="1">
                <a:off x="1296" y="711"/>
                <a:ext cx="1344" cy="0"/>
              </a:xfrm>
              <a:prstGeom prst="line">
                <a:avLst/>
              </a:prstGeom>
              <a:noFill/>
              <a:ln w="25400">
                <a:solidFill>
                  <a:srgbClr val="FF0000"/>
                </a:solidFill>
                <a:prstDash val="dash"/>
                <a:round/>
                <a:headEnd/>
                <a:tailEnd type="triangle" w="med" len="lg"/>
              </a:ln>
              <a:extLst>
                <a:ext uri="{909E8E84-426E-40DD-AFC4-6F175D3DCCD1}">
                  <a14:hiddenFill xmlns:a14="http://schemas.microsoft.com/office/drawing/2010/main">
                    <a:noFill/>
                  </a14:hiddenFill>
                </a:ext>
              </a:extLst>
            </p:spPr>
            <p:txBody>
              <a:bodyPr>
                <a:spAutoFit/>
              </a:bodyPr>
              <a:lstStyle/>
              <a:p>
                <a:endParaRPr lang="zh-CN" altLang="en-US"/>
              </a:p>
            </p:txBody>
          </p:sp>
        </p:grpSp>
        <p:grpSp>
          <p:nvGrpSpPr>
            <p:cNvPr id="19485" name="Group 27"/>
            <p:cNvGrpSpPr>
              <a:grpSpLocks/>
            </p:cNvGrpSpPr>
            <p:nvPr/>
          </p:nvGrpSpPr>
          <p:grpSpPr bwMode="auto">
            <a:xfrm>
              <a:off x="863" y="791"/>
              <a:ext cx="3229" cy="269"/>
              <a:chOff x="863" y="837"/>
              <a:chExt cx="3229" cy="269"/>
            </a:xfrm>
          </p:grpSpPr>
          <p:grpSp>
            <p:nvGrpSpPr>
              <p:cNvPr id="19517" name="Group 28"/>
              <p:cNvGrpSpPr>
                <a:grpSpLocks/>
              </p:cNvGrpSpPr>
              <p:nvPr/>
            </p:nvGrpSpPr>
            <p:grpSpPr bwMode="auto">
              <a:xfrm>
                <a:off x="3140" y="837"/>
                <a:ext cx="952" cy="269"/>
                <a:chOff x="3140" y="837"/>
                <a:chExt cx="952" cy="269"/>
              </a:xfrm>
            </p:grpSpPr>
            <p:graphicFrame>
              <p:nvGraphicFramePr>
                <p:cNvPr id="19477" name="Object 29"/>
                <p:cNvGraphicFramePr>
                  <a:graphicFrameLocks noChangeAspect="1"/>
                </p:cNvGraphicFramePr>
                <p:nvPr/>
              </p:nvGraphicFramePr>
              <p:xfrm>
                <a:off x="3927" y="879"/>
                <a:ext cx="165" cy="210"/>
              </p:xfrm>
              <a:graphic>
                <a:graphicData uri="http://schemas.openxmlformats.org/presentationml/2006/ole">
                  <mc:AlternateContent xmlns:mc="http://schemas.openxmlformats.org/markup-compatibility/2006">
                    <mc:Choice xmlns:v="urn:schemas-microsoft-com:vml" Requires="v">
                      <p:oleObj spid="_x0000_s19758" name="Equation" r:id="rId29" imgW="139680" imgH="177480" progId="Equation.DSMT4">
                        <p:embed/>
                      </p:oleObj>
                    </mc:Choice>
                    <mc:Fallback>
                      <p:oleObj name="Equation" r:id="rId29" imgW="139680" imgH="177480" progId="Equation.DSMT4">
                        <p:embed/>
                        <p:pic>
                          <p:nvPicPr>
                            <p:cNvPr id="0" name="Object 29"/>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3927" y="879"/>
                              <a:ext cx="165" cy="2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519" name="Text Box 30"/>
                <p:cNvSpPr txBox="1">
                  <a:spLocks noChangeArrowheads="1"/>
                </p:cNvSpPr>
                <p:nvPr/>
              </p:nvSpPr>
              <p:spPr bwMode="auto">
                <a:xfrm>
                  <a:off x="3140" y="837"/>
                  <a:ext cx="82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200" b="1">
                      <a:ea typeface="华文中宋" panose="02010600040101010101" pitchFamily="2" charset="-122"/>
                    </a:rPr>
                    <a:t>转动惯量</a:t>
                  </a:r>
                  <a:endParaRPr lang="zh-CN" altLang="en-US" sz="2200" b="1" i="1">
                    <a:ea typeface="华文中宋" panose="02010600040101010101" pitchFamily="2" charset="-122"/>
                  </a:endParaRPr>
                </a:p>
              </p:txBody>
            </p:sp>
          </p:grpSp>
          <p:sp>
            <p:nvSpPr>
              <p:cNvPr id="19518" name="Line 31"/>
              <p:cNvSpPr>
                <a:spLocks noChangeShapeType="1"/>
              </p:cNvSpPr>
              <p:nvPr/>
            </p:nvSpPr>
            <p:spPr bwMode="auto">
              <a:xfrm>
                <a:off x="863" y="990"/>
                <a:ext cx="2304" cy="0"/>
              </a:xfrm>
              <a:prstGeom prst="line">
                <a:avLst/>
              </a:prstGeom>
              <a:noFill/>
              <a:ln w="25400">
                <a:solidFill>
                  <a:srgbClr val="FF0000"/>
                </a:solidFill>
                <a:prstDash val="dash"/>
                <a:round/>
                <a:headEnd/>
                <a:tailEnd type="triangle" w="med" len="lg"/>
              </a:ln>
              <a:extLst>
                <a:ext uri="{909E8E84-426E-40DD-AFC4-6F175D3DCCD1}">
                  <a14:hiddenFill xmlns:a14="http://schemas.microsoft.com/office/drawing/2010/main">
                    <a:noFill/>
                  </a14:hiddenFill>
                </a:ext>
              </a:extLst>
            </p:spPr>
            <p:txBody>
              <a:bodyPr>
                <a:spAutoFit/>
              </a:bodyPr>
              <a:lstStyle/>
              <a:p>
                <a:endParaRPr lang="zh-CN" altLang="en-US"/>
              </a:p>
            </p:txBody>
          </p:sp>
        </p:grpSp>
        <p:grpSp>
          <p:nvGrpSpPr>
            <p:cNvPr id="19486" name="Group 32"/>
            <p:cNvGrpSpPr>
              <a:grpSpLocks/>
            </p:cNvGrpSpPr>
            <p:nvPr/>
          </p:nvGrpSpPr>
          <p:grpSpPr bwMode="auto">
            <a:xfrm>
              <a:off x="884" y="1071"/>
              <a:ext cx="2976" cy="269"/>
              <a:chOff x="864" y="1107"/>
              <a:chExt cx="2976" cy="269"/>
            </a:xfrm>
          </p:grpSpPr>
          <p:grpSp>
            <p:nvGrpSpPr>
              <p:cNvPr id="19514" name="Group 33"/>
              <p:cNvGrpSpPr>
                <a:grpSpLocks/>
              </p:cNvGrpSpPr>
              <p:nvPr/>
            </p:nvGrpSpPr>
            <p:grpSpPr bwMode="auto">
              <a:xfrm>
                <a:off x="3140" y="1107"/>
                <a:ext cx="700" cy="269"/>
                <a:chOff x="3140" y="1107"/>
                <a:chExt cx="700" cy="269"/>
              </a:xfrm>
            </p:grpSpPr>
            <p:graphicFrame>
              <p:nvGraphicFramePr>
                <p:cNvPr id="19476" name="Object 34"/>
                <p:cNvGraphicFramePr>
                  <a:graphicFrameLocks noChangeAspect="1"/>
                </p:cNvGraphicFramePr>
                <p:nvPr/>
              </p:nvGraphicFramePr>
              <p:xfrm>
                <a:off x="3583" y="1117"/>
                <a:ext cx="257" cy="234"/>
              </p:xfrm>
              <a:graphic>
                <a:graphicData uri="http://schemas.openxmlformats.org/presentationml/2006/ole">
                  <mc:AlternateContent xmlns:mc="http://schemas.openxmlformats.org/markup-compatibility/2006">
                    <mc:Choice xmlns:v="urn:schemas-microsoft-com:vml" Requires="v">
                      <p:oleObj spid="_x0000_s19759" name="Equation" r:id="rId31" imgW="203040" imgH="203040" progId="Equation.DSMT4">
                        <p:embed/>
                      </p:oleObj>
                    </mc:Choice>
                    <mc:Fallback>
                      <p:oleObj name="Equation" r:id="rId31" imgW="203040" imgH="203040" progId="Equation.DSMT4">
                        <p:embed/>
                        <p:pic>
                          <p:nvPicPr>
                            <p:cNvPr id="0" name="Object 34"/>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3583" y="1117"/>
                              <a:ext cx="257" cy="23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516" name="Text Box 35"/>
                <p:cNvSpPr txBox="1">
                  <a:spLocks noChangeArrowheads="1"/>
                </p:cNvSpPr>
                <p:nvPr/>
              </p:nvSpPr>
              <p:spPr bwMode="auto">
                <a:xfrm>
                  <a:off x="3140" y="1107"/>
                  <a:ext cx="468"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200" b="1">
                      <a:ea typeface="华文中宋" panose="02010600040101010101" pitchFamily="2" charset="-122"/>
                    </a:rPr>
                    <a:t>力矩</a:t>
                  </a:r>
                </a:p>
              </p:txBody>
            </p:sp>
          </p:grpSp>
          <p:sp>
            <p:nvSpPr>
              <p:cNvPr id="19515" name="Line 36"/>
              <p:cNvSpPr>
                <a:spLocks noChangeShapeType="1"/>
              </p:cNvSpPr>
              <p:nvPr/>
            </p:nvSpPr>
            <p:spPr bwMode="auto">
              <a:xfrm>
                <a:off x="864" y="1248"/>
                <a:ext cx="2304" cy="0"/>
              </a:xfrm>
              <a:prstGeom prst="line">
                <a:avLst/>
              </a:prstGeom>
              <a:noFill/>
              <a:ln w="25400">
                <a:solidFill>
                  <a:srgbClr val="FF0000"/>
                </a:solidFill>
                <a:prstDash val="dash"/>
                <a:round/>
                <a:headEnd/>
                <a:tailEnd type="triangle" w="med" len="lg"/>
              </a:ln>
              <a:extLst>
                <a:ext uri="{909E8E84-426E-40DD-AFC4-6F175D3DCCD1}">
                  <a14:hiddenFill xmlns:a14="http://schemas.microsoft.com/office/drawing/2010/main">
                    <a:noFill/>
                  </a14:hiddenFill>
                </a:ext>
              </a:extLst>
            </p:spPr>
            <p:txBody>
              <a:bodyPr>
                <a:spAutoFit/>
              </a:bodyPr>
              <a:lstStyle/>
              <a:p>
                <a:endParaRPr lang="zh-CN" altLang="en-US"/>
              </a:p>
            </p:txBody>
          </p:sp>
        </p:grpSp>
        <p:grpSp>
          <p:nvGrpSpPr>
            <p:cNvPr id="19487" name="Group 37"/>
            <p:cNvGrpSpPr>
              <a:grpSpLocks/>
            </p:cNvGrpSpPr>
            <p:nvPr/>
          </p:nvGrpSpPr>
          <p:grpSpPr bwMode="auto">
            <a:xfrm>
              <a:off x="1248" y="1313"/>
              <a:ext cx="3388" cy="281"/>
              <a:chOff x="1248" y="1359"/>
              <a:chExt cx="3388" cy="281"/>
            </a:xfrm>
          </p:grpSpPr>
          <p:grpSp>
            <p:nvGrpSpPr>
              <p:cNvPr id="19511" name="Group 38"/>
              <p:cNvGrpSpPr>
                <a:grpSpLocks/>
              </p:cNvGrpSpPr>
              <p:nvPr/>
            </p:nvGrpSpPr>
            <p:grpSpPr bwMode="auto">
              <a:xfrm>
                <a:off x="3140" y="1359"/>
                <a:ext cx="1496" cy="281"/>
                <a:chOff x="3140" y="1359"/>
                <a:chExt cx="1496" cy="281"/>
              </a:xfrm>
            </p:grpSpPr>
            <p:sp>
              <p:nvSpPr>
                <p:cNvPr id="19513" name="Text Box 39"/>
                <p:cNvSpPr txBox="1">
                  <a:spLocks noChangeArrowheads="1"/>
                </p:cNvSpPr>
                <p:nvPr/>
              </p:nvSpPr>
              <p:spPr bwMode="auto">
                <a:xfrm>
                  <a:off x="3140" y="1359"/>
                  <a:ext cx="82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200" b="1">
                      <a:ea typeface="华文中宋" panose="02010600040101010101" pitchFamily="2" charset="-122"/>
                    </a:rPr>
                    <a:t>转动定律</a:t>
                  </a:r>
                </a:p>
              </p:txBody>
            </p:sp>
            <p:graphicFrame>
              <p:nvGraphicFramePr>
                <p:cNvPr id="19475" name="Object 40"/>
                <p:cNvGraphicFramePr>
                  <a:graphicFrameLocks noChangeAspect="1"/>
                </p:cNvGraphicFramePr>
                <p:nvPr/>
              </p:nvGraphicFramePr>
              <p:xfrm>
                <a:off x="3929" y="1364"/>
                <a:ext cx="707" cy="276"/>
              </p:xfrm>
              <a:graphic>
                <a:graphicData uri="http://schemas.openxmlformats.org/presentationml/2006/ole">
                  <mc:AlternateContent xmlns:mc="http://schemas.openxmlformats.org/markup-compatibility/2006">
                    <mc:Choice xmlns:v="urn:schemas-microsoft-com:vml" Requires="v">
                      <p:oleObj spid="_x0000_s19760" name="Equation" r:id="rId33" imgW="558720" imgH="241200" progId="Equation.DSMT4">
                        <p:embed/>
                      </p:oleObj>
                    </mc:Choice>
                    <mc:Fallback>
                      <p:oleObj name="Equation" r:id="rId33" imgW="558720" imgH="241200" progId="Equation.DSMT4">
                        <p:embed/>
                        <p:pic>
                          <p:nvPicPr>
                            <p:cNvPr id="0" name="Object 40"/>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3929" y="1364"/>
                              <a:ext cx="707" cy="2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9512" name="Line 41"/>
              <p:cNvSpPr>
                <a:spLocks noChangeShapeType="1"/>
              </p:cNvSpPr>
              <p:nvPr/>
            </p:nvSpPr>
            <p:spPr bwMode="auto">
              <a:xfrm>
                <a:off x="1248" y="1509"/>
                <a:ext cx="1920" cy="0"/>
              </a:xfrm>
              <a:prstGeom prst="line">
                <a:avLst/>
              </a:prstGeom>
              <a:noFill/>
              <a:ln w="25400">
                <a:solidFill>
                  <a:srgbClr val="FF0000"/>
                </a:solidFill>
                <a:prstDash val="dash"/>
                <a:round/>
                <a:headEnd/>
                <a:tailEnd type="triangle" w="med" len="lg"/>
              </a:ln>
              <a:extLst>
                <a:ext uri="{909E8E84-426E-40DD-AFC4-6F175D3DCCD1}">
                  <a14:hiddenFill xmlns:a14="http://schemas.microsoft.com/office/drawing/2010/main">
                    <a:noFill/>
                  </a14:hiddenFill>
                </a:ext>
              </a:extLst>
            </p:spPr>
            <p:txBody>
              <a:bodyPr>
                <a:spAutoFit/>
              </a:bodyPr>
              <a:lstStyle/>
              <a:p>
                <a:endParaRPr lang="zh-CN" altLang="en-US"/>
              </a:p>
            </p:txBody>
          </p:sp>
        </p:grpSp>
        <p:grpSp>
          <p:nvGrpSpPr>
            <p:cNvPr id="19488" name="Group 42"/>
            <p:cNvGrpSpPr>
              <a:grpSpLocks/>
            </p:cNvGrpSpPr>
            <p:nvPr/>
          </p:nvGrpSpPr>
          <p:grpSpPr bwMode="auto">
            <a:xfrm>
              <a:off x="1248" y="1589"/>
              <a:ext cx="3163" cy="271"/>
              <a:chOff x="1248" y="1635"/>
              <a:chExt cx="3163" cy="271"/>
            </a:xfrm>
          </p:grpSpPr>
          <p:grpSp>
            <p:nvGrpSpPr>
              <p:cNvPr id="19508" name="Group 43"/>
              <p:cNvGrpSpPr>
                <a:grpSpLocks/>
              </p:cNvGrpSpPr>
              <p:nvPr/>
            </p:nvGrpSpPr>
            <p:grpSpPr bwMode="auto">
              <a:xfrm>
                <a:off x="3146" y="1635"/>
                <a:ext cx="1265" cy="271"/>
                <a:chOff x="3146" y="1635"/>
                <a:chExt cx="1265" cy="271"/>
              </a:xfrm>
            </p:grpSpPr>
            <p:graphicFrame>
              <p:nvGraphicFramePr>
                <p:cNvPr id="19474" name="Object 44"/>
                <p:cNvGraphicFramePr>
                  <a:graphicFrameLocks noChangeAspect="1"/>
                </p:cNvGraphicFramePr>
                <p:nvPr/>
              </p:nvGraphicFramePr>
              <p:xfrm>
                <a:off x="3755" y="1652"/>
                <a:ext cx="656" cy="254"/>
              </p:xfrm>
              <a:graphic>
                <a:graphicData uri="http://schemas.openxmlformats.org/presentationml/2006/ole">
                  <mc:AlternateContent xmlns:mc="http://schemas.openxmlformats.org/markup-compatibility/2006">
                    <mc:Choice xmlns:v="urn:schemas-microsoft-com:vml" Requires="v">
                      <p:oleObj spid="_x0000_s19761" name="Equation" r:id="rId35" imgW="507960" imgH="215640" progId="Equation.DSMT4">
                        <p:embed/>
                      </p:oleObj>
                    </mc:Choice>
                    <mc:Fallback>
                      <p:oleObj name="Equation" r:id="rId35" imgW="507960" imgH="215640" progId="Equation.DSMT4">
                        <p:embed/>
                        <p:pic>
                          <p:nvPicPr>
                            <p:cNvPr id="0" name="Object 44"/>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3755" y="1652"/>
                              <a:ext cx="656" cy="25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510" name="Text Box 45"/>
                <p:cNvSpPr txBox="1">
                  <a:spLocks noChangeArrowheads="1"/>
                </p:cNvSpPr>
                <p:nvPr/>
              </p:nvSpPr>
              <p:spPr bwMode="auto">
                <a:xfrm>
                  <a:off x="3146" y="1635"/>
                  <a:ext cx="644"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200" b="1">
                      <a:ea typeface="华文中宋" panose="02010600040101010101" pitchFamily="2" charset="-122"/>
                    </a:rPr>
                    <a:t>角动量</a:t>
                  </a:r>
                </a:p>
              </p:txBody>
            </p:sp>
          </p:grpSp>
          <p:sp>
            <p:nvSpPr>
              <p:cNvPr id="19509" name="Line 46"/>
              <p:cNvSpPr>
                <a:spLocks noChangeShapeType="1"/>
              </p:cNvSpPr>
              <p:nvPr/>
            </p:nvSpPr>
            <p:spPr bwMode="auto">
              <a:xfrm>
                <a:off x="1248" y="1776"/>
                <a:ext cx="1920" cy="0"/>
              </a:xfrm>
              <a:prstGeom prst="line">
                <a:avLst/>
              </a:prstGeom>
              <a:noFill/>
              <a:ln w="25400">
                <a:solidFill>
                  <a:srgbClr val="FF0000"/>
                </a:solidFill>
                <a:prstDash val="dash"/>
                <a:round/>
                <a:headEnd/>
                <a:tailEnd type="triangle" w="med" len="lg"/>
              </a:ln>
              <a:extLst>
                <a:ext uri="{909E8E84-426E-40DD-AFC4-6F175D3DCCD1}">
                  <a14:hiddenFill xmlns:a14="http://schemas.microsoft.com/office/drawing/2010/main">
                    <a:noFill/>
                  </a14:hiddenFill>
                </a:ext>
              </a:extLst>
            </p:spPr>
            <p:txBody>
              <a:bodyPr>
                <a:spAutoFit/>
              </a:bodyPr>
              <a:lstStyle/>
              <a:p>
                <a:endParaRPr lang="zh-CN" altLang="en-US"/>
              </a:p>
            </p:txBody>
          </p:sp>
        </p:grpSp>
        <p:grpSp>
          <p:nvGrpSpPr>
            <p:cNvPr id="19489" name="Group 47"/>
            <p:cNvGrpSpPr>
              <a:grpSpLocks/>
            </p:cNvGrpSpPr>
            <p:nvPr/>
          </p:nvGrpSpPr>
          <p:grpSpPr bwMode="auto">
            <a:xfrm>
              <a:off x="1296" y="1819"/>
              <a:ext cx="3571" cy="507"/>
              <a:chOff x="1296" y="1865"/>
              <a:chExt cx="3571" cy="507"/>
            </a:xfrm>
          </p:grpSpPr>
          <p:sp>
            <p:nvSpPr>
              <p:cNvPr id="19506" name="Text Box 48"/>
              <p:cNvSpPr txBox="1">
                <a:spLocks noChangeArrowheads="1"/>
              </p:cNvSpPr>
              <p:nvPr/>
            </p:nvSpPr>
            <p:spPr bwMode="auto">
              <a:xfrm>
                <a:off x="3140" y="1950"/>
                <a:ext cx="996"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200" b="1">
                    <a:ea typeface="华文中宋" panose="02010600040101010101" pitchFamily="2" charset="-122"/>
                  </a:rPr>
                  <a:t>角动量定理</a:t>
                </a:r>
              </a:p>
            </p:txBody>
          </p:sp>
          <p:graphicFrame>
            <p:nvGraphicFramePr>
              <p:cNvPr id="19473" name="Object 49"/>
              <p:cNvGraphicFramePr>
                <a:graphicFrameLocks noChangeAspect="1"/>
              </p:cNvGraphicFramePr>
              <p:nvPr/>
            </p:nvGraphicFramePr>
            <p:xfrm>
              <a:off x="4135" y="1865"/>
              <a:ext cx="732" cy="507"/>
            </p:xfrm>
            <a:graphic>
              <a:graphicData uri="http://schemas.openxmlformats.org/presentationml/2006/ole">
                <mc:AlternateContent xmlns:mc="http://schemas.openxmlformats.org/markup-compatibility/2006">
                  <mc:Choice xmlns:v="urn:schemas-microsoft-com:vml" Requires="v">
                    <p:oleObj spid="_x0000_s19762" name="Equation" r:id="rId37" imgW="583920" imgH="444240" progId="Equation.DSMT4">
                      <p:embed/>
                    </p:oleObj>
                  </mc:Choice>
                  <mc:Fallback>
                    <p:oleObj name="Equation" r:id="rId37" imgW="583920" imgH="444240" progId="Equation.DSMT4">
                      <p:embed/>
                      <p:pic>
                        <p:nvPicPr>
                          <p:cNvPr id="0" name="Object 49"/>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4135" y="1865"/>
                            <a:ext cx="732" cy="50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507" name="Line 50"/>
              <p:cNvSpPr>
                <a:spLocks noChangeShapeType="1"/>
              </p:cNvSpPr>
              <p:nvPr/>
            </p:nvSpPr>
            <p:spPr bwMode="auto">
              <a:xfrm>
                <a:off x="1296" y="2100"/>
                <a:ext cx="1872" cy="0"/>
              </a:xfrm>
              <a:prstGeom prst="line">
                <a:avLst/>
              </a:prstGeom>
              <a:noFill/>
              <a:ln w="25400">
                <a:solidFill>
                  <a:srgbClr val="FF0000"/>
                </a:solidFill>
                <a:prstDash val="dash"/>
                <a:round/>
                <a:headEnd/>
                <a:tailEnd type="triangle" w="med" len="lg"/>
              </a:ln>
              <a:extLst>
                <a:ext uri="{909E8E84-426E-40DD-AFC4-6F175D3DCCD1}">
                  <a14:hiddenFill xmlns:a14="http://schemas.microsoft.com/office/drawing/2010/main">
                    <a:noFill/>
                  </a14:hiddenFill>
                </a:ext>
              </a:extLst>
            </p:spPr>
            <p:txBody>
              <a:bodyPr>
                <a:spAutoFit/>
              </a:bodyPr>
              <a:lstStyle/>
              <a:p>
                <a:endParaRPr lang="zh-CN" altLang="en-US"/>
              </a:p>
            </p:txBody>
          </p:sp>
        </p:grpSp>
        <p:grpSp>
          <p:nvGrpSpPr>
            <p:cNvPr id="19490" name="Group 51"/>
            <p:cNvGrpSpPr>
              <a:grpSpLocks/>
            </p:cNvGrpSpPr>
            <p:nvPr/>
          </p:nvGrpSpPr>
          <p:grpSpPr bwMode="auto">
            <a:xfrm>
              <a:off x="2290" y="2250"/>
              <a:ext cx="3218" cy="271"/>
              <a:chOff x="2304" y="2284"/>
              <a:chExt cx="3218" cy="271"/>
            </a:xfrm>
          </p:grpSpPr>
          <p:grpSp>
            <p:nvGrpSpPr>
              <p:cNvPr id="19503" name="Group 52"/>
              <p:cNvGrpSpPr>
                <a:grpSpLocks/>
              </p:cNvGrpSpPr>
              <p:nvPr/>
            </p:nvGrpSpPr>
            <p:grpSpPr bwMode="auto">
              <a:xfrm>
                <a:off x="3138" y="2284"/>
                <a:ext cx="2384" cy="271"/>
                <a:chOff x="3138" y="2284"/>
                <a:chExt cx="2384" cy="271"/>
              </a:xfrm>
            </p:grpSpPr>
            <p:graphicFrame>
              <p:nvGraphicFramePr>
                <p:cNvPr id="19472" name="Object 53"/>
                <p:cNvGraphicFramePr>
                  <a:graphicFrameLocks noChangeAspect="1"/>
                </p:cNvGraphicFramePr>
                <p:nvPr/>
              </p:nvGraphicFramePr>
              <p:xfrm>
                <a:off x="4151" y="2307"/>
                <a:ext cx="1371" cy="248"/>
              </p:xfrm>
              <a:graphic>
                <a:graphicData uri="http://schemas.openxmlformats.org/presentationml/2006/ole">
                  <mc:AlternateContent xmlns:mc="http://schemas.openxmlformats.org/markup-compatibility/2006">
                    <mc:Choice xmlns:v="urn:schemas-microsoft-com:vml" Requires="v">
                      <p:oleObj spid="_x0000_s19763" name="Equation" r:id="rId39" imgW="1307880" imgH="215640" progId="Equation.DSMT4">
                        <p:embed/>
                      </p:oleObj>
                    </mc:Choice>
                    <mc:Fallback>
                      <p:oleObj name="Equation" r:id="rId39" imgW="1307880" imgH="215640" progId="Equation.DSMT4">
                        <p:embed/>
                        <p:pic>
                          <p:nvPicPr>
                            <p:cNvPr id="0" name="Object 53"/>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4151" y="2307"/>
                              <a:ext cx="1371" cy="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505" name="Text Box 54"/>
                <p:cNvSpPr txBox="1">
                  <a:spLocks noChangeArrowheads="1"/>
                </p:cNvSpPr>
                <p:nvPr/>
              </p:nvSpPr>
              <p:spPr bwMode="auto">
                <a:xfrm>
                  <a:off x="3138" y="2284"/>
                  <a:ext cx="996"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200" b="1">
                      <a:ea typeface="华文中宋" panose="02010600040101010101" pitchFamily="2" charset="-122"/>
                    </a:rPr>
                    <a:t>角动量守恒</a:t>
                  </a:r>
                </a:p>
              </p:txBody>
            </p:sp>
          </p:grpSp>
          <p:sp>
            <p:nvSpPr>
              <p:cNvPr id="19504" name="Line 55"/>
              <p:cNvSpPr>
                <a:spLocks noChangeShapeType="1"/>
              </p:cNvSpPr>
              <p:nvPr/>
            </p:nvSpPr>
            <p:spPr bwMode="auto">
              <a:xfrm>
                <a:off x="2304" y="2430"/>
                <a:ext cx="864" cy="0"/>
              </a:xfrm>
              <a:prstGeom prst="line">
                <a:avLst/>
              </a:prstGeom>
              <a:noFill/>
              <a:ln w="25400">
                <a:solidFill>
                  <a:srgbClr val="FF0000"/>
                </a:solidFill>
                <a:prstDash val="dash"/>
                <a:round/>
                <a:headEnd/>
                <a:tailEnd type="triangle" w="med" len="lg"/>
              </a:ln>
              <a:extLst>
                <a:ext uri="{909E8E84-426E-40DD-AFC4-6F175D3DCCD1}">
                  <a14:hiddenFill xmlns:a14="http://schemas.microsoft.com/office/drawing/2010/main">
                    <a:noFill/>
                  </a14:hiddenFill>
                </a:ext>
              </a:extLst>
            </p:spPr>
            <p:txBody>
              <a:bodyPr>
                <a:spAutoFit/>
              </a:bodyPr>
              <a:lstStyle/>
              <a:p>
                <a:endParaRPr lang="zh-CN" altLang="en-US"/>
              </a:p>
            </p:txBody>
          </p:sp>
        </p:grpSp>
        <p:grpSp>
          <p:nvGrpSpPr>
            <p:cNvPr id="19491" name="Group 56"/>
            <p:cNvGrpSpPr>
              <a:grpSpLocks/>
            </p:cNvGrpSpPr>
            <p:nvPr/>
          </p:nvGrpSpPr>
          <p:grpSpPr bwMode="auto">
            <a:xfrm>
              <a:off x="1824" y="2530"/>
              <a:ext cx="3345" cy="446"/>
              <a:chOff x="1824" y="2530"/>
              <a:chExt cx="3345" cy="412"/>
            </a:xfrm>
          </p:grpSpPr>
          <p:grpSp>
            <p:nvGrpSpPr>
              <p:cNvPr id="19500" name="Group 57"/>
              <p:cNvGrpSpPr>
                <a:grpSpLocks/>
              </p:cNvGrpSpPr>
              <p:nvPr/>
            </p:nvGrpSpPr>
            <p:grpSpPr bwMode="auto">
              <a:xfrm>
                <a:off x="3131" y="2530"/>
                <a:ext cx="2038" cy="412"/>
                <a:chOff x="3131" y="2530"/>
                <a:chExt cx="2038" cy="412"/>
              </a:xfrm>
            </p:grpSpPr>
            <p:sp>
              <p:nvSpPr>
                <p:cNvPr id="19502" name="Text Box 58"/>
                <p:cNvSpPr txBox="1">
                  <a:spLocks noChangeArrowheads="1"/>
                </p:cNvSpPr>
                <p:nvPr/>
              </p:nvSpPr>
              <p:spPr bwMode="auto">
                <a:xfrm>
                  <a:off x="3131" y="2581"/>
                  <a:ext cx="820"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200" b="1">
                      <a:ea typeface="华文中宋" panose="02010600040101010101" pitchFamily="2" charset="-122"/>
                    </a:rPr>
                    <a:t>力矩的功</a:t>
                  </a:r>
                </a:p>
              </p:txBody>
            </p:sp>
            <p:graphicFrame>
              <p:nvGraphicFramePr>
                <p:cNvPr id="19471" name="Object 59"/>
                <p:cNvGraphicFramePr>
                  <a:graphicFrameLocks noChangeAspect="1"/>
                </p:cNvGraphicFramePr>
                <p:nvPr/>
              </p:nvGraphicFramePr>
              <p:xfrm>
                <a:off x="3908" y="2530"/>
                <a:ext cx="1261" cy="412"/>
              </p:xfrm>
              <a:graphic>
                <a:graphicData uri="http://schemas.openxmlformats.org/presentationml/2006/ole">
                  <mc:AlternateContent xmlns:mc="http://schemas.openxmlformats.org/markup-compatibility/2006">
                    <mc:Choice xmlns:v="urn:schemas-microsoft-com:vml" Requires="v">
                      <p:oleObj spid="_x0000_s19764" name="Equation" r:id="rId41" imgW="990360" imgH="355320" progId="Equation.DSMT4">
                        <p:embed/>
                      </p:oleObj>
                    </mc:Choice>
                    <mc:Fallback>
                      <p:oleObj name="Equation" r:id="rId41" imgW="990360" imgH="355320" progId="Equation.DSMT4">
                        <p:embed/>
                        <p:pic>
                          <p:nvPicPr>
                            <p:cNvPr id="0" name="Object 59"/>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3908" y="2530"/>
                              <a:ext cx="1261" cy="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9501" name="Line 60"/>
              <p:cNvSpPr>
                <a:spLocks noChangeShapeType="1"/>
              </p:cNvSpPr>
              <p:nvPr/>
            </p:nvSpPr>
            <p:spPr bwMode="auto">
              <a:xfrm>
                <a:off x="1824" y="2736"/>
                <a:ext cx="1344" cy="0"/>
              </a:xfrm>
              <a:prstGeom prst="line">
                <a:avLst/>
              </a:prstGeom>
              <a:noFill/>
              <a:ln w="25400">
                <a:solidFill>
                  <a:srgbClr val="FF0000"/>
                </a:solidFill>
                <a:prstDash val="dash"/>
                <a:round/>
                <a:headEnd/>
                <a:tailEnd type="triangle" w="med" len="lg"/>
              </a:ln>
              <a:extLst>
                <a:ext uri="{909E8E84-426E-40DD-AFC4-6F175D3DCCD1}">
                  <a14:hiddenFill xmlns:a14="http://schemas.microsoft.com/office/drawing/2010/main">
                    <a:noFill/>
                  </a14:hiddenFill>
                </a:ext>
              </a:extLst>
            </p:spPr>
            <p:txBody>
              <a:bodyPr>
                <a:spAutoFit/>
              </a:bodyPr>
              <a:lstStyle/>
              <a:p>
                <a:endParaRPr lang="zh-CN" altLang="en-US"/>
              </a:p>
            </p:txBody>
          </p:sp>
        </p:grpSp>
        <p:grpSp>
          <p:nvGrpSpPr>
            <p:cNvPr id="19492" name="Group 61"/>
            <p:cNvGrpSpPr>
              <a:grpSpLocks/>
            </p:cNvGrpSpPr>
            <p:nvPr/>
          </p:nvGrpSpPr>
          <p:grpSpPr bwMode="auto">
            <a:xfrm>
              <a:off x="1536" y="2875"/>
              <a:ext cx="3354" cy="465"/>
              <a:chOff x="1536" y="2921"/>
              <a:chExt cx="3354" cy="465"/>
            </a:xfrm>
          </p:grpSpPr>
          <p:grpSp>
            <p:nvGrpSpPr>
              <p:cNvPr id="19497" name="Group 62"/>
              <p:cNvGrpSpPr>
                <a:grpSpLocks/>
              </p:cNvGrpSpPr>
              <p:nvPr/>
            </p:nvGrpSpPr>
            <p:grpSpPr bwMode="auto">
              <a:xfrm>
                <a:off x="3140" y="2921"/>
                <a:ext cx="1750" cy="465"/>
                <a:chOff x="3131" y="2921"/>
                <a:chExt cx="1750" cy="465"/>
              </a:xfrm>
            </p:grpSpPr>
            <p:graphicFrame>
              <p:nvGraphicFramePr>
                <p:cNvPr id="19470" name="Object 63"/>
                <p:cNvGraphicFramePr>
                  <a:graphicFrameLocks noChangeAspect="1"/>
                </p:cNvGraphicFramePr>
                <p:nvPr/>
              </p:nvGraphicFramePr>
              <p:xfrm>
                <a:off x="3926" y="2921"/>
                <a:ext cx="955" cy="465"/>
              </p:xfrm>
              <a:graphic>
                <a:graphicData uri="http://schemas.openxmlformats.org/presentationml/2006/ole">
                  <mc:AlternateContent xmlns:mc="http://schemas.openxmlformats.org/markup-compatibility/2006">
                    <mc:Choice xmlns:v="urn:schemas-microsoft-com:vml" Requires="v">
                      <p:oleObj spid="_x0000_s19765" name="Equation" r:id="rId43" imgW="761760" imgH="406080" progId="Equation.DSMT4">
                        <p:embed/>
                      </p:oleObj>
                    </mc:Choice>
                    <mc:Fallback>
                      <p:oleObj name="Equation" r:id="rId43" imgW="761760" imgH="406080" progId="Equation.DSMT4">
                        <p:embed/>
                        <p:pic>
                          <p:nvPicPr>
                            <p:cNvPr id="0" name="Object 63"/>
                            <p:cNvPicPr>
                              <a:picLocks noChangeAspect="1" noChangeArrowheads="1"/>
                            </p:cNvPicPr>
                            <p:nvPr/>
                          </p:nvPicPr>
                          <p:blipFill>
                            <a:blip r:embed="rId44">
                              <a:extLst>
                                <a:ext uri="{28A0092B-C50C-407E-A947-70E740481C1C}">
                                  <a14:useLocalDpi xmlns:a14="http://schemas.microsoft.com/office/drawing/2010/main" val="0"/>
                                </a:ext>
                              </a:extLst>
                            </a:blip>
                            <a:srcRect/>
                            <a:stretch>
                              <a:fillRect/>
                            </a:stretch>
                          </p:blipFill>
                          <p:spPr bwMode="auto">
                            <a:xfrm>
                              <a:off x="3926" y="2921"/>
                              <a:ext cx="955" cy="4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99" name="Text Box 64"/>
                <p:cNvSpPr txBox="1">
                  <a:spLocks noChangeArrowheads="1"/>
                </p:cNvSpPr>
                <p:nvPr/>
              </p:nvSpPr>
              <p:spPr bwMode="auto">
                <a:xfrm>
                  <a:off x="3131" y="3009"/>
                  <a:ext cx="820"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200" b="1">
                      <a:ea typeface="华文中宋" panose="02010600040101010101" pitchFamily="2" charset="-122"/>
                    </a:rPr>
                    <a:t>转动动能</a:t>
                  </a:r>
                </a:p>
              </p:txBody>
            </p:sp>
          </p:grpSp>
          <p:sp>
            <p:nvSpPr>
              <p:cNvPr id="19498" name="Line 65"/>
              <p:cNvSpPr>
                <a:spLocks noChangeShapeType="1"/>
              </p:cNvSpPr>
              <p:nvPr/>
            </p:nvSpPr>
            <p:spPr bwMode="auto">
              <a:xfrm>
                <a:off x="1536" y="3150"/>
                <a:ext cx="1632" cy="0"/>
              </a:xfrm>
              <a:prstGeom prst="line">
                <a:avLst/>
              </a:prstGeom>
              <a:noFill/>
              <a:ln w="25400">
                <a:solidFill>
                  <a:srgbClr val="FF0000"/>
                </a:solidFill>
                <a:prstDash val="dash"/>
                <a:round/>
                <a:headEnd/>
                <a:tailEnd type="triangle" w="med" len="lg"/>
              </a:ln>
              <a:extLst>
                <a:ext uri="{909E8E84-426E-40DD-AFC4-6F175D3DCCD1}">
                  <a14:hiddenFill xmlns:a14="http://schemas.microsoft.com/office/drawing/2010/main">
                    <a:noFill/>
                  </a14:hiddenFill>
                </a:ext>
              </a:extLst>
            </p:spPr>
            <p:txBody>
              <a:bodyPr>
                <a:spAutoFit/>
              </a:bodyPr>
              <a:lstStyle/>
              <a:p>
                <a:endParaRPr lang="zh-CN" altLang="en-US"/>
              </a:p>
            </p:txBody>
          </p:sp>
        </p:grpSp>
        <p:grpSp>
          <p:nvGrpSpPr>
            <p:cNvPr id="19493" name="Group 66"/>
            <p:cNvGrpSpPr>
              <a:grpSpLocks/>
            </p:cNvGrpSpPr>
            <p:nvPr/>
          </p:nvGrpSpPr>
          <p:grpSpPr bwMode="auto">
            <a:xfrm>
              <a:off x="2016" y="3307"/>
              <a:ext cx="3573" cy="481"/>
              <a:chOff x="2016" y="3353"/>
              <a:chExt cx="3573" cy="481"/>
            </a:xfrm>
          </p:grpSpPr>
          <p:grpSp>
            <p:nvGrpSpPr>
              <p:cNvPr id="19494" name="Group 67"/>
              <p:cNvGrpSpPr>
                <a:grpSpLocks/>
              </p:cNvGrpSpPr>
              <p:nvPr/>
            </p:nvGrpSpPr>
            <p:grpSpPr bwMode="auto">
              <a:xfrm>
                <a:off x="3131" y="3353"/>
                <a:ext cx="2458" cy="481"/>
                <a:chOff x="3131" y="3353"/>
                <a:chExt cx="2458" cy="481"/>
              </a:xfrm>
            </p:grpSpPr>
            <p:graphicFrame>
              <p:nvGraphicFramePr>
                <p:cNvPr id="19469" name="Object 68"/>
                <p:cNvGraphicFramePr>
                  <a:graphicFrameLocks noChangeAspect="1"/>
                </p:cNvGraphicFramePr>
                <p:nvPr/>
              </p:nvGraphicFramePr>
              <p:xfrm>
                <a:off x="4251" y="3353"/>
                <a:ext cx="1338" cy="481"/>
              </p:xfrm>
              <a:graphic>
                <a:graphicData uri="http://schemas.openxmlformats.org/presentationml/2006/ole">
                  <mc:AlternateContent xmlns:mc="http://schemas.openxmlformats.org/markup-compatibility/2006">
                    <mc:Choice xmlns:v="urn:schemas-microsoft-com:vml" Requires="v">
                      <p:oleObj spid="_x0000_s19766" name="Equation" r:id="rId45" imgW="1231560" imgH="406080" progId="Equation.DSMT4">
                        <p:embed/>
                      </p:oleObj>
                    </mc:Choice>
                    <mc:Fallback>
                      <p:oleObj name="Equation" r:id="rId45" imgW="1231560" imgH="406080" progId="Equation.DSMT4">
                        <p:embed/>
                        <p:pic>
                          <p:nvPicPr>
                            <p:cNvPr id="0" name="Object 68"/>
                            <p:cNvPicPr>
                              <a:picLocks noChangeAspect="1" noChangeArrowheads="1"/>
                            </p:cNvPicPr>
                            <p:nvPr/>
                          </p:nvPicPr>
                          <p:blipFill>
                            <a:blip r:embed="rId46">
                              <a:extLst>
                                <a:ext uri="{28A0092B-C50C-407E-A947-70E740481C1C}">
                                  <a14:useLocalDpi xmlns:a14="http://schemas.microsoft.com/office/drawing/2010/main" val="0"/>
                                </a:ext>
                              </a:extLst>
                            </a:blip>
                            <a:srcRect/>
                            <a:stretch>
                              <a:fillRect/>
                            </a:stretch>
                          </p:blipFill>
                          <p:spPr bwMode="auto">
                            <a:xfrm>
                              <a:off x="4251" y="3353"/>
                              <a:ext cx="1338" cy="4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9496" name="Text Box 69"/>
                <p:cNvSpPr txBox="1">
                  <a:spLocks noChangeArrowheads="1"/>
                </p:cNvSpPr>
                <p:nvPr/>
              </p:nvSpPr>
              <p:spPr bwMode="auto">
                <a:xfrm>
                  <a:off x="3131" y="3450"/>
                  <a:ext cx="1172" cy="2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type="none" w="med" len="lg"/>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200" b="1">
                      <a:ea typeface="华文中宋" panose="02010600040101010101" pitchFamily="2" charset="-122"/>
                    </a:rPr>
                    <a:t>转动动能定理</a:t>
                  </a:r>
                </a:p>
              </p:txBody>
            </p:sp>
          </p:grpSp>
          <p:sp>
            <p:nvSpPr>
              <p:cNvPr id="19495" name="Line 70"/>
              <p:cNvSpPr>
                <a:spLocks noChangeShapeType="1"/>
              </p:cNvSpPr>
              <p:nvPr/>
            </p:nvSpPr>
            <p:spPr bwMode="auto">
              <a:xfrm>
                <a:off x="2016" y="3600"/>
                <a:ext cx="1152" cy="0"/>
              </a:xfrm>
              <a:prstGeom prst="line">
                <a:avLst/>
              </a:prstGeom>
              <a:noFill/>
              <a:ln w="25400">
                <a:solidFill>
                  <a:srgbClr val="FF0000"/>
                </a:solidFill>
                <a:prstDash val="dash"/>
                <a:round/>
                <a:headEnd/>
                <a:tailEnd type="triangle" w="med" len="lg"/>
              </a:ln>
              <a:extLst>
                <a:ext uri="{909E8E84-426E-40DD-AFC4-6F175D3DCCD1}">
                  <a14:hiddenFill xmlns:a14="http://schemas.microsoft.com/office/drawing/2010/main">
                    <a:noFill/>
                  </a14:hiddenFill>
                </a:ext>
              </a:extLst>
            </p:spPr>
            <p:txBody>
              <a:bodyPr>
                <a:spAutoFit/>
              </a:bodyPr>
              <a:lstStyle/>
              <a:p>
                <a:endParaRPr lang="zh-CN" altLang="en-US"/>
              </a:p>
            </p:txBody>
          </p:sp>
        </p:grpSp>
      </p:grpSp>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9" name="Rectangle 34"/>
          <p:cNvSpPr>
            <a:spLocks noChangeArrowheads="1"/>
          </p:cNvSpPr>
          <p:nvPr/>
        </p:nvSpPr>
        <p:spPr bwMode="auto">
          <a:xfrm>
            <a:off x="5819775" y="1355725"/>
            <a:ext cx="2895600" cy="76200"/>
          </a:xfrm>
          <a:prstGeom prst="rect">
            <a:avLst/>
          </a:prstGeom>
          <a:gradFill rotWithShape="0">
            <a:gsLst>
              <a:gs pos="0">
                <a:srgbClr val="76765E"/>
              </a:gs>
              <a:gs pos="50000">
                <a:srgbClr val="FFFFCC"/>
              </a:gs>
              <a:gs pos="100000">
                <a:srgbClr val="76765E"/>
              </a:gs>
            </a:gsLst>
            <a:lin ang="5400000" scaled="1"/>
          </a:gra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20490" name="Text Box 35"/>
          <p:cNvSpPr txBox="1">
            <a:spLocks noChangeArrowheads="1"/>
          </p:cNvSpPr>
          <p:nvPr/>
        </p:nvSpPr>
        <p:spPr bwMode="auto">
          <a:xfrm>
            <a:off x="7115175" y="1198563"/>
            <a:ext cx="4572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a:latin typeface="Calibri" panose="020F0502020204030204" pitchFamily="34" charset="0"/>
              </a:rPr>
              <a:t>·</a:t>
            </a:r>
          </a:p>
        </p:txBody>
      </p:sp>
      <p:sp>
        <p:nvSpPr>
          <p:cNvPr id="20491" name="Text Box 36"/>
          <p:cNvSpPr txBox="1">
            <a:spLocks noChangeArrowheads="1"/>
          </p:cNvSpPr>
          <p:nvPr/>
        </p:nvSpPr>
        <p:spPr bwMode="auto">
          <a:xfrm>
            <a:off x="7081838" y="974725"/>
            <a:ext cx="3968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latin typeface="Calibri" panose="020F0502020204030204" pitchFamily="34" charset="0"/>
              </a:rPr>
              <a:t>O</a:t>
            </a:r>
          </a:p>
        </p:txBody>
      </p:sp>
      <p:grpSp>
        <p:nvGrpSpPr>
          <p:cNvPr id="20492" name="Group 52"/>
          <p:cNvGrpSpPr>
            <a:grpSpLocks/>
          </p:cNvGrpSpPr>
          <p:nvPr/>
        </p:nvGrpSpPr>
        <p:grpSpPr bwMode="auto">
          <a:xfrm>
            <a:off x="7958138" y="469900"/>
            <a:ext cx="746125" cy="711200"/>
            <a:chOff x="4954" y="800"/>
            <a:chExt cx="470" cy="448"/>
          </a:xfrm>
        </p:grpSpPr>
        <p:sp>
          <p:nvSpPr>
            <p:cNvPr id="20502" name="Arc 53"/>
            <p:cNvSpPr>
              <a:spLocks/>
            </p:cNvSpPr>
            <p:nvPr/>
          </p:nvSpPr>
          <p:spPr bwMode="auto">
            <a:xfrm rot="5826297" flipH="1">
              <a:off x="5136" y="960"/>
              <a:ext cx="336" cy="2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graphicFrame>
          <p:nvGraphicFramePr>
            <p:cNvPr id="20488" name="Object 54"/>
            <p:cNvGraphicFramePr>
              <a:graphicFrameLocks noChangeAspect="1"/>
            </p:cNvGraphicFramePr>
            <p:nvPr/>
          </p:nvGraphicFramePr>
          <p:xfrm>
            <a:off x="4954" y="800"/>
            <a:ext cx="254" cy="232"/>
          </p:xfrm>
          <a:graphic>
            <a:graphicData uri="http://schemas.openxmlformats.org/presentationml/2006/ole">
              <mc:AlternateContent xmlns:mc="http://schemas.openxmlformats.org/markup-compatibility/2006">
                <mc:Choice xmlns:v="urn:schemas-microsoft-com:vml" Requires="v">
                  <p:oleObj spid="_x0000_s20580" name="Equation" r:id="rId4" imgW="152280" imgH="139680" progId="Equation.DSMT4">
                    <p:embed/>
                  </p:oleObj>
                </mc:Choice>
                <mc:Fallback>
                  <p:oleObj name="Equation" r:id="rId4" imgW="152280" imgH="139680" progId="Equation.DSMT4">
                    <p:embed/>
                    <p:pic>
                      <p:nvPicPr>
                        <p:cNvPr id="0" name="Object 5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54" y="800"/>
                          <a:ext cx="254" cy="23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aphicFrame>
        <p:nvGraphicFramePr>
          <p:cNvPr id="20482" name="Object 58"/>
          <p:cNvGraphicFramePr>
            <a:graphicFrameLocks noChangeAspect="1"/>
          </p:cNvGraphicFramePr>
          <p:nvPr/>
        </p:nvGraphicFramePr>
        <p:xfrm>
          <a:off x="6357938" y="601663"/>
          <a:ext cx="334962" cy="469900"/>
        </p:xfrm>
        <a:graphic>
          <a:graphicData uri="http://schemas.openxmlformats.org/presentationml/2006/ole">
            <mc:AlternateContent xmlns:mc="http://schemas.openxmlformats.org/markup-compatibility/2006">
              <mc:Choice xmlns:v="urn:schemas-microsoft-com:vml" Requires="v">
                <p:oleObj spid="_x0000_s20581" name="Equation" r:id="rId6" imgW="126720" imgH="177480" progId="Equation.DSMT4">
                  <p:embed/>
                </p:oleObj>
              </mc:Choice>
              <mc:Fallback>
                <p:oleObj name="Equation" r:id="rId6" imgW="126720" imgH="177480" progId="Equation.DSMT4">
                  <p:embed/>
                  <p:pic>
                    <p:nvPicPr>
                      <p:cNvPr id="0" name="Object 5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57938" y="601663"/>
                        <a:ext cx="334962"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0493" name="Group 26"/>
          <p:cNvGrpSpPr>
            <a:grpSpLocks/>
          </p:cNvGrpSpPr>
          <p:nvPr/>
        </p:nvGrpSpPr>
        <p:grpSpPr bwMode="auto">
          <a:xfrm rot="5400000">
            <a:off x="6396831" y="1243807"/>
            <a:ext cx="180975" cy="46038"/>
            <a:chOff x="3606" y="2296"/>
            <a:chExt cx="408" cy="137"/>
          </a:xfrm>
        </p:grpSpPr>
        <p:sp>
          <p:nvSpPr>
            <p:cNvPr id="20500" name="AutoShape 27"/>
            <p:cNvSpPr>
              <a:spLocks noChangeArrowheads="1"/>
            </p:cNvSpPr>
            <p:nvPr/>
          </p:nvSpPr>
          <p:spPr bwMode="auto">
            <a:xfrm rot="5400000" flipH="1">
              <a:off x="3855" y="2274"/>
              <a:ext cx="137" cy="181"/>
            </a:xfrm>
            <a:prstGeom prst="triangle">
              <a:avLst>
                <a:gd name="adj" fmla="val 50000"/>
              </a:avLst>
            </a:prstGeom>
            <a:gradFill rotWithShape="1">
              <a:gsLst>
                <a:gs pos="0">
                  <a:srgbClr val="FF6600"/>
                </a:gs>
                <a:gs pos="50000">
                  <a:srgbClr val="FFCC00"/>
                </a:gs>
                <a:gs pos="100000">
                  <a:srgbClr val="FF6600"/>
                </a:gs>
              </a:gsLst>
              <a:lin ang="5400000" scaled="1"/>
            </a:gra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20501" name="Rectangle 28"/>
            <p:cNvSpPr>
              <a:spLocks noChangeArrowheads="1"/>
            </p:cNvSpPr>
            <p:nvPr/>
          </p:nvSpPr>
          <p:spPr bwMode="auto">
            <a:xfrm>
              <a:off x="3606" y="2296"/>
              <a:ext cx="227" cy="136"/>
            </a:xfrm>
            <a:prstGeom prst="rect">
              <a:avLst/>
            </a:prstGeom>
            <a:gradFill rotWithShape="1">
              <a:gsLst>
                <a:gs pos="0">
                  <a:srgbClr val="FF6600"/>
                </a:gs>
                <a:gs pos="50000">
                  <a:srgbClr val="FFCC00"/>
                </a:gs>
                <a:gs pos="100000">
                  <a:srgbClr val="FF6600"/>
                </a:gs>
              </a:gsLst>
              <a:lin ang="5400000" scaled="1"/>
            </a:gra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grpSp>
      <p:sp>
        <p:nvSpPr>
          <p:cNvPr id="20494" name="TextBox 27"/>
          <p:cNvSpPr txBox="1">
            <a:spLocks noChangeArrowheads="1"/>
          </p:cNvSpPr>
          <p:nvPr/>
        </p:nvSpPr>
        <p:spPr bwMode="auto">
          <a:xfrm>
            <a:off x="258763" y="214313"/>
            <a:ext cx="5456237" cy="2246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         水平桌面上一根匀质细杆，可绕过其中心的轴做定轴转动，转动惯量为</a:t>
            </a:r>
            <a:r>
              <a:rPr lang="en-US" altLang="zh-CN" sz="2800" b="1" i="1">
                <a:latin typeface="Calibri" panose="020F0502020204030204" pitchFamily="34" charset="0"/>
              </a:rPr>
              <a:t>J</a:t>
            </a:r>
            <a:r>
              <a:rPr lang="zh-CN" altLang="en-US" sz="2800" b="1">
                <a:latin typeface="Calibri" panose="020F0502020204030204" pitchFamily="34" charset="0"/>
              </a:rPr>
              <a:t>。若有一质量为</a:t>
            </a:r>
            <a:r>
              <a:rPr lang="en-US" altLang="zh-CN" sz="2800" b="1" i="1">
                <a:latin typeface="Calibri" panose="020F0502020204030204" pitchFamily="34" charset="0"/>
              </a:rPr>
              <a:t>m</a:t>
            </a:r>
            <a:r>
              <a:rPr lang="zh-CN" altLang="en-US" sz="2800" b="1">
                <a:latin typeface="Calibri" panose="020F0502020204030204" pitchFamily="34" charset="0"/>
              </a:rPr>
              <a:t>的子弹以速度</a:t>
            </a:r>
            <a:r>
              <a:rPr lang="en-US" altLang="zh-CN" sz="2800" b="1" i="1">
                <a:latin typeface="Calibri" panose="020F0502020204030204" pitchFamily="34" charset="0"/>
              </a:rPr>
              <a:t>v</a:t>
            </a:r>
            <a:r>
              <a:rPr lang="zh-CN" altLang="en-US" sz="2800" b="1">
                <a:latin typeface="Calibri" panose="020F0502020204030204" pitchFamily="34" charset="0"/>
              </a:rPr>
              <a:t>射入距</a:t>
            </a:r>
            <a:r>
              <a:rPr lang="en-US" altLang="zh-CN" sz="2800" b="1">
                <a:latin typeface="Calibri" panose="020F0502020204030204" pitchFamily="34" charset="0"/>
              </a:rPr>
              <a:t>O</a:t>
            </a:r>
            <a:r>
              <a:rPr lang="zh-CN" altLang="en-US" sz="2800" b="1">
                <a:latin typeface="Calibri" panose="020F0502020204030204" pitchFamily="34" charset="0"/>
              </a:rPr>
              <a:t>点</a:t>
            </a:r>
            <a:r>
              <a:rPr lang="en-US" altLang="zh-CN" sz="2800" b="1" i="1">
                <a:latin typeface="Calibri" panose="020F0502020204030204" pitchFamily="34" charset="0"/>
              </a:rPr>
              <a:t>a</a:t>
            </a:r>
            <a:r>
              <a:rPr lang="zh-CN" altLang="en-US" sz="2800" b="1">
                <a:latin typeface="Calibri" panose="020F0502020204030204" pitchFamily="34" charset="0"/>
              </a:rPr>
              <a:t>处并与杆一同运动，求杆转动角速度</a:t>
            </a:r>
            <a:r>
              <a:rPr lang="el-GR" altLang="zh-CN" sz="2800" b="1" i="1">
                <a:latin typeface="Calibri" panose="020F0502020204030204" pitchFamily="34" charset="0"/>
              </a:rPr>
              <a:t>ω</a:t>
            </a:r>
            <a:endParaRPr lang="zh-CN" altLang="en-US" sz="2800" b="1" i="1">
              <a:latin typeface="Calibri" panose="020F0502020204030204" pitchFamily="34" charset="0"/>
            </a:endParaRPr>
          </a:p>
        </p:txBody>
      </p:sp>
      <p:sp>
        <p:nvSpPr>
          <p:cNvPr id="11279" name="TextBox 28"/>
          <p:cNvSpPr txBox="1">
            <a:spLocks noChangeArrowheads="1"/>
          </p:cNvSpPr>
          <p:nvPr/>
        </p:nvSpPr>
        <p:spPr bwMode="auto">
          <a:xfrm>
            <a:off x="285750" y="2571750"/>
            <a:ext cx="9032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解：</a:t>
            </a:r>
          </a:p>
        </p:txBody>
      </p:sp>
      <p:sp>
        <p:nvSpPr>
          <p:cNvPr id="11280" name="TextBox 29"/>
          <p:cNvSpPr txBox="1">
            <a:spLocks noChangeArrowheads="1"/>
          </p:cNvSpPr>
          <p:nvPr/>
        </p:nvSpPr>
        <p:spPr bwMode="auto">
          <a:xfrm>
            <a:off x="1000125" y="2571750"/>
            <a:ext cx="80010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子弹射入杆的过程中动量、机械能不守恒，角动量守恒</a:t>
            </a:r>
            <a:endParaRPr lang="en-US" altLang="zh-CN" sz="2800" b="1">
              <a:latin typeface="Calibri" panose="020F0502020204030204" pitchFamily="34" charset="0"/>
            </a:endParaRPr>
          </a:p>
        </p:txBody>
      </p:sp>
      <p:graphicFrame>
        <p:nvGraphicFramePr>
          <p:cNvPr id="11346" name="Object 82"/>
          <p:cNvGraphicFramePr>
            <a:graphicFrameLocks noChangeAspect="1"/>
          </p:cNvGraphicFramePr>
          <p:nvPr/>
        </p:nvGraphicFramePr>
        <p:xfrm>
          <a:off x="6434138" y="3686175"/>
          <a:ext cx="739775" cy="339725"/>
        </p:xfrm>
        <a:graphic>
          <a:graphicData uri="http://schemas.openxmlformats.org/presentationml/2006/ole">
            <mc:AlternateContent xmlns:mc="http://schemas.openxmlformats.org/markup-compatibility/2006">
              <mc:Choice xmlns:v="urn:schemas-microsoft-com:vml" Requires="v">
                <p:oleObj spid="_x0000_s20582" name="Equation" r:id="rId8" imgW="304560" imgH="139680" progId="Equation.DSMT4">
                  <p:embed/>
                </p:oleObj>
              </mc:Choice>
              <mc:Fallback>
                <p:oleObj name="Equation" r:id="rId8" imgW="304560" imgH="139680" progId="Equation.DSMT4">
                  <p:embed/>
                  <p:pic>
                    <p:nvPicPr>
                      <p:cNvPr id="0" name="Object 82"/>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434138" y="3686175"/>
                        <a:ext cx="739775" cy="339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81" name="TextBox 31"/>
          <p:cNvSpPr txBox="1">
            <a:spLocks noChangeArrowheads="1"/>
          </p:cNvSpPr>
          <p:nvPr/>
        </p:nvSpPr>
        <p:spPr bwMode="auto">
          <a:xfrm>
            <a:off x="1000125" y="3571875"/>
            <a:ext cx="5643563"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初始时，系统对于</a:t>
            </a:r>
            <a:r>
              <a:rPr lang="en-US" altLang="zh-CN" sz="2800" b="1">
                <a:latin typeface="Calibri" panose="020F0502020204030204" pitchFamily="34" charset="0"/>
              </a:rPr>
              <a:t>O</a:t>
            </a:r>
            <a:r>
              <a:rPr lang="zh-CN" altLang="en-US" sz="2800" b="1">
                <a:latin typeface="Calibri" panose="020F0502020204030204" pitchFamily="34" charset="0"/>
              </a:rPr>
              <a:t>点的角动量为</a:t>
            </a:r>
            <a:endParaRPr lang="en-US" altLang="zh-CN" sz="2800" b="1">
              <a:latin typeface="Calibri" panose="020F0502020204030204" pitchFamily="34" charset="0"/>
            </a:endParaRPr>
          </a:p>
          <a:p>
            <a:pPr eaLnBrk="1" hangingPunct="1"/>
            <a:r>
              <a:rPr lang="zh-CN" altLang="en-US" sz="2800" b="1">
                <a:latin typeface="Calibri" panose="020F0502020204030204" pitchFamily="34" charset="0"/>
              </a:rPr>
              <a:t>子弹射入后，系统角动量为</a:t>
            </a:r>
            <a:endParaRPr lang="en-US" altLang="zh-CN" sz="2800" b="1">
              <a:latin typeface="Calibri" panose="020F0502020204030204" pitchFamily="34" charset="0"/>
            </a:endParaRPr>
          </a:p>
        </p:txBody>
      </p:sp>
      <p:graphicFrame>
        <p:nvGraphicFramePr>
          <p:cNvPr id="31" name="Object 6"/>
          <p:cNvGraphicFramePr>
            <a:graphicFrameLocks noChangeAspect="1"/>
          </p:cNvGraphicFramePr>
          <p:nvPr/>
        </p:nvGraphicFramePr>
        <p:xfrm>
          <a:off x="5411788" y="4016375"/>
          <a:ext cx="1017587" cy="587375"/>
        </p:xfrm>
        <a:graphic>
          <a:graphicData uri="http://schemas.openxmlformats.org/presentationml/2006/ole">
            <mc:AlternateContent xmlns:mc="http://schemas.openxmlformats.org/markup-compatibility/2006">
              <mc:Choice xmlns:v="urn:schemas-microsoft-com:vml" Requires="v">
                <p:oleObj spid="_x0000_s20583" name="Equation" r:id="rId10" imgW="419040" imgH="241200" progId="Equation.DSMT4">
                  <p:embed/>
                </p:oleObj>
              </mc:Choice>
              <mc:Fallback>
                <p:oleObj name="Equation" r:id="rId10" imgW="419040" imgH="241200" progId="Equation.DSMT4">
                  <p:embed/>
                  <p:pic>
                    <p:nvPicPr>
                      <p:cNvPr id="0" name="Object 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411788" y="4016375"/>
                        <a:ext cx="1017587" cy="587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3" name="Object 7"/>
          <p:cNvGraphicFramePr>
            <a:graphicFrameLocks noChangeAspect="1"/>
          </p:cNvGraphicFramePr>
          <p:nvPr/>
        </p:nvGraphicFramePr>
        <p:xfrm>
          <a:off x="2071688" y="4643438"/>
          <a:ext cx="2589212" cy="587375"/>
        </p:xfrm>
        <a:graphic>
          <a:graphicData uri="http://schemas.openxmlformats.org/presentationml/2006/ole">
            <mc:AlternateContent xmlns:mc="http://schemas.openxmlformats.org/markup-compatibility/2006">
              <mc:Choice xmlns:v="urn:schemas-microsoft-com:vml" Requires="v">
                <p:oleObj spid="_x0000_s20584" name="Equation" r:id="rId12" imgW="1066680" imgH="241200" progId="Equation.DSMT4">
                  <p:embed/>
                </p:oleObj>
              </mc:Choice>
              <mc:Fallback>
                <p:oleObj name="Equation" r:id="rId12" imgW="1066680" imgH="241200" progId="Equation.DSMT4">
                  <p:embed/>
                  <p:pic>
                    <p:nvPicPr>
                      <p:cNvPr id="0" name="Object 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071688" y="4643438"/>
                        <a:ext cx="2589212" cy="587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 name="Object 8"/>
          <p:cNvGraphicFramePr>
            <a:graphicFrameLocks noChangeAspect="1"/>
          </p:cNvGraphicFramePr>
          <p:nvPr/>
        </p:nvGraphicFramePr>
        <p:xfrm>
          <a:off x="5214938" y="4643438"/>
          <a:ext cx="1757362" cy="619125"/>
        </p:xfrm>
        <a:graphic>
          <a:graphicData uri="http://schemas.openxmlformats.org/presentationml/2006/ole">
            <mc:AlternateContent xmlns:mc="http://schemas.openxmlformats.org/markup-compatibility/2006">
              <mc:Choice xmlns:v="urn:schemas-microsoft-com:vml" Requires="v">
                <p:oleObj spid="_x0000_s20585" name="Equation" r:id="rId14" imgW="723600" imgH="253800" progId="Equation.DSMT4">
                  <p:embed/>
                </p:oleObj>
              </mc:Choice>
              <mc:Fallback>
                <p:oleObj name="Equation" r:id="rId14" imgW="723600" imgH="253800" progId="Equation.DSMT4">
                  <p:embed/>
                  <p:pic>
                    <p:nvPicPr>
                      <p:cNvPr id="0" name="Object 8"/>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5214938" y="4643438"/>
                        <a:ext cx="1757362" cy="619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498" name="TextBox 36"/>
          <p:cNvSpPr txBox="1">
            <a:spLocks noChangeArrowheads="1"/>
          </p:cNvSpPr>
          <p:nvPr/>
        </p:nvSpPr>
        <p:spPr bwMode="auto">
          <a:xfrm>
            <a:off x="6715125" y="1000125"/>
            <a:ext cx="342900"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i="1">
                <a:latin typeface="Calibri" panose="020F0502020204030204" pitchFamily="34" charset="0"/>
              </a:rPr>
              <a:t>a</a:t>
            </a:r>
            <a:endParaRPr lang="zh-CN" altLang="en-US" i="1">
              <a:latin typeface="Calibri" panose="020F0502020204030204" pitchFamily="34" charset="0"/>
            </a:endParaRPr>
          </a:p>
        </p:txBody>
      </p:sp>
      <p:graphicFrame>
        <p:nvGraphicFramePr>
          <p:cNvPr id="36" name="Object 10"/>
          <p:cNvGraphicFramePr>
            <a:graphicFrameLocks noChangeAspect="1"/>
          </p:cNvGraphicFramePr>
          <p:nvPr/>
        </p:nvGraphicFramePr>
        <p:xfrm>
          <a:off x="3124200" y="5589588"/>
          <a:ext cx="2281238" cy="958850"/>
        </p:xfrm>
        <a:graphic>
          <a:graphicData uri="http://schemas.openxmlformats.org/presentationml/2006/ole">
            <mc:AlternateContent xmlns:mc="http://schemas.openxmlformats.org/markup-compatibility/2006">
              <mc:Choice xmlns:v="urn:schemas-microsoft-com:vml" Requires="v">
                <p:oleObj spid="_x0000_s20586" name="Equation" r:id="rId16" imgW="939600" imgH="393480" progId="Equation.DSMT4">
                  <p:embed/>
                </p:oleObj>
              </mc:Choice>
              <mc:Fallback>
                <p:oleObj name="Equation" r:id="rId16" imgW="939600" imgH="393480" progId="Equation.DSMT4">
                  <p:embed/>
                  <p:pic>
                    <p:nvPicPr>
                      <p:cNvPr id="0" name="Object 10"/>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124200" y="5589588"/>
                        <a:ext cx="2281238" cy="958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499" name="Text Box 9"/>
          <p:cNvSpPr txBox="1">
            <a:spLocks noChangeArrowheads="1"/>
          </p:cNvSpPr>
          <p:nvPr/>
        </p:nvSpPr>
        <p:spPr bwMode="auto">
          <a:xfrm>
            <a:off x="0" y="214313"/>
            <a:ext cx="18859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rgbClr val="0000FF"/>
                </a:solidFill>
                <a:sym typeface="Symbol" panose="05050102010706020507" pitchFamily="18" charset="2"/>
              </a:rPr>
              <a:t>【</a:t>
            </a:r>
            <a:r>
              <a:rPr lang="zh-CN" altLang="en-US" sz="2800">
                <a:solidFill>
                  <a:srgbClr val="0000FF"/>
                </a:solidFill>
              </a:rPr>
              <a:t>例</a:t>
            </a:r>
            <a:r>
              <a:rPr lang="en-US" altLang="zh-CN" sz="2800">
                <a:solidFill>
                  <a:srgbClr val="0000FF"/>
                </a:solidFill>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279"/>
                                        </p:tgtEl>
                                        <p:attrNameLst>
                                          <p:attrName>style.visibility</p:attrName>
                                        </p:attrNameLst>
                                      </p:cBhvr>
                                      <p:to>
                                        <p:strVal val="visible"/>
                                      </p:to>
                                    </p:set>
                                    <p:animEffect transition="in" filter="blinds(horizontal)">
                                      <p:cBhvr>
                                        <p:cTn id="7" dur="500"/>
                                        <p:tgtEl>
                                          <p:spTgt spid="11279"/>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1280"/>
                                        </p:tgtEl>
                                        <p:attrNameLst>
                                          <p:attrName>style.visibility</p:attrName>
                                        </p:attrNameLst>
                                      </p:cBhvr>
                                      <p:to>
                                        <p:strVal val="visible"/>
                                      </p:to>
                                    </p:set>
                                    <p:animEffect transition="in" filter="blinds(horizontal)">
                                      <p:cBhvr>
                                        <p:cTn id="10" dur="500"/>
                                        <p:tgtEl>
                                          <p:spTgt spid="11280"/>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1281"/>
                                        </p:tgtEl>
                                        <p:attrNameLst>
                                          <p:attrName>style.visibility</p:attrName>
                                        </p:attrNameLst>
                                      </p:cBhvr>
                                      <p:to>
                                        <p:strVal val="visible"/>
                                      </p:to>
                                    </p:set>
                                    <p:animEffect transition="in" filter="blinds(horizontal)">
                                      <p:cBhvr>
                                        <p:cTn id="15" dur="500"/>
                                        <p:tgtEl>
                                          <p:spTgt spid="11281"/>
                                        </p:tgtEl>
                                      </p:cBhvr>
                                    </p:animEffect>
                                  </p:childTnLst>
                                </p:cTn>
                              </p:par>
                              <p:par>
                                <p:cTn id="16" presetID="3" presetClass="entr" presetSubtype="10" fill="hold" nodeType="withEffect">
                                  <p:stCondLst>
                                    <p:cond delay="0"/>
                                  </p:stCondLst>
                                  <p:childTnLst>
                                    <p:set>
                                      <p:cBhvr>
                                        <p:cTn id="17" dur="1" fill="hold">
                                          <p:stCondLst>
                                            <p:cond delay="0"/>
                                          </p:stCondLst>
                                        </p:cTn>
                                        <p:tgtEl>
                                          <p:spTgt spid="11346"/>
                                        </p:tgtEl>
                                        <p:attrNameLst>
                                          <p:attrName>style.visibility</p:attrName>
                                        </p:attrNameLst>
                                      </p:cBhvr>
                                      <p:to>
                                        <p:strVal val="visible"/>
                                      </p:to>
                                    </p:set>
                                    <p:animEffect transition="in" filter="blinds(horizontal)">
                                      <p:cBhvr>
                                        <p:cTn id="18" dur="500"/>
                                        <p:tgtEl>
                                          <p:spTgt spid="11346"/>
                                        </p:tgtEl>
                                      </p:cBhvr>
                                    </p:animEffect>
                                  </p:childTnLst>
                                </p:cTn>
                              </p:par>
                              <p:par>
                                <p:cTn id="19" presetID="3" presetClass="entr" presetSubtype="10" fill="hold" nodeType="withEffect">
                                  <p:stCondLst>
                                    <p:cond delay="0"/>
                                  </p:stCondLst>
                                  <p:childTnLst>
                                    <p:set>
                                      <p:cBhvr>
                                        <p:cTn id="20" dur="1" fill="hold">
                                          <p:stCondLst>
                                            <p:cond delay="0"/>
                                          </p:stCondLst>
                                        </p:cTn>
                                        <p:tgtEl>
                                          <p:spTgt spid="31"/>
                                        </p:tgtEl>
                                        <p:attrNameLst>
                                          <p:attrName>style.visibility</p:attrName>
                                        </p:attrNameLst>
                                      </p:cBhvr>
                                      <p:to>
                                        <p:strVal val="visible"/>
                                      </p:to>
                                    </p:set>
                                    <p:animEffect transition="in" filter="blinds(horizontal)">
                                      <p:cBhvr>
                                        <p:cTn id="21" dur="500"/>
                                        <p:tgtEl>
                                          <p:spTgt spid="31"/>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nodeType="clickEffect">
                                  <p:stCondLst>
                                    <p:cond delay="0"/>
                                  </p:stCondLst>
                                  <p:childTnLst>
                                    <p:set>
                                      <p:cBhvr>
                                        <p:cTn id="25" dur="1" fill="hold">
                                          <p:stCondLst>
                                            <p:cond delay="0"/>
                                          </p:stCondLst>
                                        </p:cTn>
                                        <p:tgtEl>
                                          <p:spTgt spid="33"/>
                                        </p:tgtEl>
                                        <p:attrNameLst>
                                          <p:attrName>style.visibility</p:attrName>
                                        </p:attrNameLst>
                                      </p:cBhvr>
                                      <p:to>
                                        <p:strVal val="visible"/>
                                      </p:to>
                                    </p:set>
                                    <p:animEffect transition="in" filter="blinds(horizontal)">
                                      <p:cBhvr>
                                        <p:cTn id="26" dur="500"/>
                                        <p:tgtEl>
                                          <p:spTgt spid="33"/>
                                        </p:tgtEl>
                                      </p:cBhvr>
                                    </p:animEffect>
                                  </p:childTnLst>
                                </p:cTn>
                              </p:par>
                              <p:par>
                                <p:cTn id="27" presetID="3" presetClass="entr" presetSubtype="10" fill="hold" nodeType="withEffect">
                                  <p:stCondLst>
                                    <p:cond delay="0"/>
                                  </p:stCondLst>
                                  <p:childTnLst>
                                    <p:set>
                                      <p:cBhvr>
                                        <p:cTn id="28" dur="1" fill="hold">
                                          <p:stCondLst>
                                            <p:cond delay="0"/>
                                          </p:stCondLst>
                                        </p:cTn>
                                        <p:tgtEl>
                                          <p:spTgt spid="34"/>
                                        </p:tgtEl>
                                        <p:attrNameLst>
                                          <p:attrName>style.visibility</p:attrName>
                                        </p:attrNameLst>
                                      </p:cBhvr>
                                      <p:to>
                                        <p:strVal val="visible"/>
                                      </p:to>
                                    </p:set>
                                    <p:animEffect transition="in" filter="blinds(horizontal)">
                                      <p:cBhvr>
                                        <p:cTn id="29" dur="500"/>
                                        <p:tgtEl>
                                          <p:spTgt spid="34"/>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10" fill="hold" nodeType="clickEffect">
                                  <p:stCondLst>
                                    <p:cond delay="0"/>
                                  </p:stCondLst>
                                  <p:childTnLst>
                                    <p:set>
                                      <p:cBhvr>
                                        <p:cTn id="33" dur="1" fill="hold">
                                          <p:stCondLst>
                                            <p:cond delay="0"/>
                                          </p:stCondLst>
                                        </p:cTn>
                                        <p:tgtEl>
                                          <p:spTgt spid="36"/>
                                        </p:tgtEl>
                                        <p:attrNameLst>
                                          <p:attrName>style.visibility</p:attrName>
                                        </p:attrNameLst>
                                      </p:cBhvr>
                                      <p:to>
                                        <p:strVal val="visible"/>
                                      </p:to>
                                    </p:set>
                                    <p:animEffect transition="in" filter="blinds(horizontal)">
                                      <p:cBhvr>
                                        <p:cTn id="34"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79" grpId="0"/>
      <p:bldP spid="11280" grpId="0"/>
      <p:bldP spid="11281"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517" name="Group 52"/>
          <p:cNvGrpSpPr>
            <a:grpSpLocks/>
          </p:cNvGrpSpPr>
          <p:nvPr/>
        </p:nvGrpSpPr>
        <p:grpSpPr bwMode="auto">
          <a:xfrm>
            <a:off x="6334125" y="714375"/>
            <a:ext cx="2667000" cy="1624013"/>
            <a:chOff x="3903" y="1342"/>
            <a:chExt cx="1680" cy="1023"/>
          </a:xfrm>
        </p:grpSpPr>
        <p:sp>
          <p:nvSpPr>
            <p:cNvPr id="21527" name="AutoShape 10"/>
            <p:cNvSpPr>
              <a:spLocks noChangeArrowheads="1"/>
            </p:cNvSpPr>
            <p:nvPr/>
          </p:nvSpPr>
          <p:spPr bwMode="auto">
            <a:xfrm>
              <a:off x="4047" y="1741"/>
              <a:ext cx="1536" cy="624"/>
            </a:xfrm>
            <a:prstGeom prst="rtTriangle">
              <a:avLst/>
            </a:prstGeom>
            <a:solidFill>
              <a:srgbClr val="CCFFFF"/>
            </a:soli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6" name="Oval 11"/>
            <p:cNvSpPr>
              <a:spLocks noChangeArrowheads="1"/>
            </p:cNvSpPr>
            <p:nvPr/>
          </p:nvSpPr>
          <p:spPr bwMode="auto">
            <a:xfrm>
              <a:off x="3903" y="1405"/>
              <a:ext cx="288" cy="288"/>
            </a:xfrm>
            <a:prstGeom prst="ellipse">
              <a:avLst/>
            </a:prstGeom>
            <a:gradFill rotWithShape="1">
              <a:gsLst>
                <a:gs pos="0">
                  <a:schemeClr val="hlink">
                    <a:gamma/>
                    <a:shade val="46275"/>
                    <a:invGamma/>
                  </a:schemeClr>
                </a:gs>
                <a:gs pos="100000">
                  <a:schemeClr val="hlink"/>
                </a:gs>
              </a:gsLst>
              <a:path path="shape">
                <a:fillToRect l="50000" t="50000" r="50000" b="50000"/>
              </a:path>
            </a:gradFill>
            <a:ln w="9525">
              <a:solidFill>
                <a:schemeClr val="bg2"/>
              </a:solidFill>
              <a:round/>
              <a:headEnd/>
              <a:tailEnd/>
            </a:ln>
            <a:effectLst/>
          </p:spPr>
          <p:txBody>
            <a:bodyPr wrap="none" anchor="ctr"/>
            <a:lstStyle/>
            <a:p>
              <a:pPr fontAlgn="auto">
                <a:spcBef>
                  <a:spcPts val="0"/>
                </a:spcBef>
                <a:spcAft>
                  <a:spcPts val="0"/>
                </a:spcAft>
                <a:defRPr/>
              </a:pPr>
              <a:endParaRPr lang="zh-CN" altLang="en-US">
                <a:latin typeface="+mn-lt"/>
                <a:ea typeface="+mn-ea"/>
              </a:endParaRPr>
            </a:p>
          </p:txBody>
        </p:sp>
        <p:sp>
          <p:nvSpPr>
            <p:cNvPr id="21529" name="Line 12"/>
            <p:cNvSpPr>
              <a:spLocks noChangeShapeType="1"/>
            </p:cNvSpPr>
            <p:nvPr/>
          </p:nvSpPr>
          <p:spPr bwMode="auto">
            <a:xfrm>
              <a:off x="4047" y="1549"/>
              <a:ext cx="0" cy="192"/>
            </a:xfrm>
            <a:prstGeom prst="line">
              <a:avLst/>
            </a:prstGeom>
            <a:noFill/>
            <a:ln w="38100">
              <a:solidFill>
                <a:srgbClr val="FF9966"/>
              </a:solidFill>
              <a:round/>
              <a:headEnd type="oval" w="sm" len="sm"/>
              <a:tailEnd type="none" w="sm" len="sm"/>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30" name="Text Box 19"/>
            <p:cNvSpPr txBox="1">
              <a:spLocks noChangeArrowheads="1"/>
            </p:cNvSpPr>
            <p:nvPr/>
          </p:nvSpPr>
          <p:spPr bwMode="auto">
            <a:xfrm>
              <a:off x="4028" y="1639"/>
              <a:ext cx="65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latin typeface="Calibri" panose="020F0502020204030204" pitchFamily="34" charset="0"/>
                </a:rPr>
                <a:t>(</a:t>
              </a:r>
              <a:r>
                <a:rPr lang="en-US" altLang="zh-CN" sz="2400" i="1">
                  <a:latin typeface="Calibri" panose="020F0502020204030204" pitchFamily="34" charset="0"/>
                </a:rPr>
                <a:t>M</a:t>
              </a:r>
              <a:r>
                <a:rPr lang="en-US" altLang="zh-CN" sz="2400">
                  <a:latin typeface="Calibri" panose="020F0502020204030204" pitchFamily="34" charset="0"/>
                </a:rPr>
                <a:t>,</a:t>
              </a:r>
              <a:r>
                <a:rPr lang="en-US" altLang="zh-CN" sz="2400" i="1">
                  <a:latin typeface="Calibri" panose="020F0502020204030204" pitchFamily="34" charset="0"/>
                </a:rPr>
                <a:t>R</a:t>
              </a:r>
              <a:r>
                <a:rPr lang="en-US" altLang="zh-CN" sz="2400">
                  <a:latin typeface="Calibri" panose="020F0502020204030204" pitchFamily="34" charset="0"/>
                </a:rPr>
                <a:t>)</a:t>
              </a:r>
            </a:p>
          </p:txBody>
        </p:sp>
        <p:sp>
          <p:nvSpPr>
            <p:cNvPr id="21531" name="Line 14"/>
            <p:cNvSpPr>
              <a:spLocks noChangeShapeType="1"/>
            </p:cNvSpPr>
            <p:nvPr/>
          </p:nvSpPr>
          <p:spPr bwMode="auto">
            <a:xfrm>
              <a:off x="4105" y="1419"/>
              <a:ext cx="672" cy="288"/>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1532" name="Rectangle 15" descr="羊皮纸"/>
            <p:cNvSpPr>
              <a:spLocks noChangeArrowheads="1"/>
            </p:cNvSpPr>
            <p:nvPr/>
          </p:nvSpPr>
          <p:spPr bwMode="auto">
            <a:xfrm rot="1257198">
              <a:off x="4740" y="1566"/>
              <a:ext cx="168" cy="460"/>
            </a:xfrm>
            <a:prstGeom prst="rect">
              <a:avLst/>
            </a:prstGeom>
            <a:blipFill dpi="0" rotWithShape="0">
              <a:blip r:embed="rId4"/>
              <a:srcRect/>
              <a:tile tx="0" ty="0" sx="100000" sy="100000" flip="none" algn="tl"/>
            </a:blip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graphicFrame>
          <p:nvGraphicFramePr>
            <p:cNvPr id="21514" name="Object 20"/>
            <p:cNvGraphicFramePr>
              <a:graphicFrameLocks noChangeAspect="1"/>
            </p:cNvGraphicFramePr>
            <p:nvPr/>
          </p:nvGraphicFramePr>
          <p:xfrm>
            <a:off x="4652" y="2089"/>
            <a:ext cx="323" cy="270"/>
          </p:xfrm>
          <a:graphic>
            <a:graphicData uri="http://schemas.openxmlformats.org/presentationml/2006/ole">
              <mc:AlternateContent xmlns:mc="http://schemas.openxmlformats.org/markup-compatibility/2006">
                <mc:Choice xmlns:v="urn:schemas-microsoft-com:vml" Requires="v">
                  <p:oleObj spid="_x0000_s21657" name="Equation" r:id="rId5" imgW="241200" imgH="203040" progId="Equation.DSMT4">
                    <p:embed/>
                  </p:oleObj>
                </mc:Choice>
                <mc:Fallback>
                  <p:oleObj name="Equation" r:id="rId5" imgW="241200" imgH="203040" progId="Equation.DSMT4">
                    <p:embed/>
                    <p:pic>
                      <p:nvPicPr>
                        <p:cNvPr id="0" name="Object 20"/>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652" y="2089"/>
                          <a:ext cx="323" cy="27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533" name="Line 22"/>
            <p:cNvSpPr>
              <a:spLocks noChangeShapeType="1"/>
            </p:cNvSpPr>
            <p:nvPr/>
          </p:nvSpPr>
          <p:spPr bwMode="auto">
            <a:xfrm flipH="1" flipV="1">
              <a:off x="4534" y="1604"/>
              <a:ext cx="227" cy="9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1515" name="Object 23"/>
            <p:cNvGraphicFramePr>
              <a:graphicFrameLocks noChangeAspect="1"/>
            </p:cNvGraphicFramePr>
            <p:nvPr/>
          </p:nvGraphicFramePr>
          <p:xfrm>
            <a:off x="4517" y="1342"/>
            <a:ext cx="166" cy="197"/>
          </p:xfrm>
          <a:graphic>
            <a:graphicData uri="http://schemas.openxmlformats.org/presentationml/2006/ole">
              <mc:AlternateContent xmlns:mc="http://schemas.openxmlformats.org/markup-compatibility/2006">
                <mc:Choice xmlns:v="urn:schemas-microsoft-com:vml" Requires="v">
                  <p:oleObj spid="_x0000_s21658" name="Equation" r:id="rId7" imgW="139680" imgH="164880" progId="Equation.DSMT4">
                    <p:embed/>
                  </p:oleObj>
                </mc:Choice>
                <mc:Fallback>
                  <p:oleObj name="Equation" r:id="rId7" imgW="139680" imgH="164880" progId="Equation.DSMT4">
                    <p:embed/>
                    <p:pic>
                      <p:nvPicPr>
                        <p:cNvPr id="0" name="Object 2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517" y="1342"/>
                          <a:ext cx="166" cy="19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534" name="Line 42"/>
            <p:cNvSpPr>
              <a:spLocks noChangeShapeType="1"/>
            </p:cNvSpPr>
            <p:nvPr/>
          </p:nvSpPr>
          <p:spPr bwMode="auto">
            <a:xfrm>
              <a:off x="4773" y="1837"/>
              <a:ext cx="0" cy="288"/>
            </a:xfrm>
            <a:prstGeom prst="line">
              <a:avLst/>
            </a:prstGeom>
            <a:noFill/>
            <a:ln w="38100">
              <a:solidFill>
                <a:schemeClr val="accent2"/>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21535" name="Line 46"/>
            <p:cNvSpPr>
              <a:spLocks noChangeShapeType="1"/>
            </p:cNvSpPr>
            <p:nvPr/>
          </p:nvSpPr>
          <p:spPr bwMode="auto">
            <a:xfrm>
              <a:off x="4908" y="1783"/>
              <a:ext cx="288" cy="144"/>
            </a:xfrm>
            <a:prstGeom prst="line">
              <a:avLst/>
            </a:prstGeom>
            <a:noFill/>
            <a:ln w="3810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21516" name="Object 47"/>
            <p:cNvGraphicFramePr>
              <a:graphicFrameLocks noChangeAspect="1"/>
            </p:cNvGraphicFramePr>
            <p:nvPr/>
          </p:nvGraphicFramePr>
          <p:xfrm>
            <a:off x="5160" y="1710"/>
            <a:ext cx="230" cy="307"/>
          </p:xfrm>
          <a:graphic>
            <a:graphicData uri="http://schemas.openxmlformats.org/presentationml/2006/ole">
              <mc:AlternateContent xmlns:mc="http://schemas.openxmlformats.org/markup-compatibility/2006">
                <mc:Choice xmlns:v="urn:schemas-microsoft-com:vml" Requires="v">
                  <p:oleObj spid="_x0000_s21659" name="Equation" r:id="rId9" imgW="152280" imgH="203040" progId="Equation.DSMT4">
                    <p:embed/>
                  </p:oleObj>
                </mc:Choice>
                <mc:Fallback>
                  <p:oleObj name="Equation" r:id="rId9" imgW="152280" imgH="203040" progId="Equation.DSMT4">
                    <p:embed/>
                    <p:pic>
                      <p:nvPicPr>
                        <p:cNvPr id="0" name="Object 4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160" y="1710"/>
                          <a:ext cx="230" cy="30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1518" name="Text Box 2"/>
          <p:cNvSpPr txBox="1">
            <a:spLocks noChangeArrowheads="1"/>
          </p:cNvSpPr>
          <p:nvPr/>
        </p:nvSpPr>
        <p:spPr bwMode="auto">
          <a:xfrm>
            <a:off x="381000" y="180975"/>
            <a:ext cx="5905500" cy="310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a:latin typeface="Calibri" panose="020F0502020204030204" pitchFamily="34" charset="0"/>
              </a:rPr>
              <a:t>       一木块质量为</a:t>
            </a:r>
            <a:r>
              <a:rPr lang="en-US" altLang="zh-CN" sz="2800" b="1" i="1" dirty="0">
                <a:latin typeface="Calibri" panose="020F0502020204030204" pitchFamily="34" charset="0"/>
              </a:rPr>
              <a:t>m</a:t>
            </a:r>
            <a:r>
              <a:rPr lang="zh-CN" altLang="en-US" sz="2800" b="1" dirty="0">
                <a:latin typeface="Calibri" panose="020F0502020204030204" pitchFamily="34" charset="0"/>
              </a:rPr>
              <a:t>，通过一根不可伸长的轻绳连接在定滑轮上，定滑轮质量为</a:t>
            </a:r>
            <a:r>
              <a:rPr lang="en-US" altLang="zh-CN" sz="2800" b="1" i="1" dirty="0">
                <a:latin typeface="Calibri" panose="020F0502020204030204" pitchFamily="34" charset="0"/>
              </a:rPr>
              <a:t>M</a:t>
            </a:r>
            <a:r>
              <a:rPr lang="zh-CN" altLang="en-US" sz="2800" b="1" dirty="0">
                <a:latin typeface="Calibri" panose="020F0502020204030204" pitchFamily="34" charset="0"/>
              </a:rPr>
              <a:t>半径为</a:t>
            </a:r>
            <a:r>
              <a:rPr lang="en-US" altLang="zh-CN" sz="2800" b="1" i="1" dirty="0">
                <a:latin typeface="Calibri" panose="020F0502020204030204" pitchFamily="34" charset="0"/>
              </a:rPr>
              <a:t>R</a:t>
            </a:r>
            <a:r>
              <a:rPr lang="zh-CN" altLang="en-US" sz="2800" b="1" dirty="0">
                <a:latin typeface="Calibri" panose="020F0502020204030204" pitchFamily="34" charset="0"/>
              </a:rPr>
              <a:t>，斜面倾角为</a:t>
            </a:r>
            <a:r>
              <a:rPr lang="zh-CN" altLang="en-US" sz="2800" b="1" i="1" dirty="0">
                <a:latin typeface="Calibri" panose="020F0502020204030204" pitchFamily="34" charset="0"/>
                <a:cs typeface="Times New Roman" panose="02020603050405020304" pitchFamily="18" charset="0"/>
                <a:sym typeface="Symbol" panose="05050102010706020507" pitchFamily="18" charset="2"/>
              </a:rPr>
              <a:t></a:t>
            </a:r>
            <a:r>
              <a:rPr lang="zh-CN" altLang="en-US" sz="2800" b="1" dirty="0">
                <a:latin typeface="Calibri" panose="020F0502020204030204" pitchFamily="34" charset="0"/>
                <a:cs typeface="Times New Roman" panose="02020603050405020304" pitchFamily="18" charset="0"/>
              </a:rPr>
              <a:t>，忽略摩擦，初始</a:t>
            </a:r>
            <a:r>
              <a:rPr lang="zh-CN" altLang="en-US" sz="2800" b="1" dirty="0" smtClean="0">
                <a:latin typeface="Calibri" panose="020F0502020204030204" pitchFamily="34" charset="0"/>
                <a:cs typeface="Times New Roman" panose="02020603050405020304" pitchFamily="18" charset="0"/>
              </a:rPr>
              <a:t>时</a:t>
            </a:r>
            <a:r>
              <a:rPr lang="zh-CN" altLang="en-US" sz="2800" b="1" dirty="0">
                <a:latin typeface="Calibri" panose="020F0502020204030204" pitchFamily="34" charset="0"/>
                <a:cs typeface="Times New Roman" panose="02020603050405020304" pitchFamily="18" charset="0"/>
              </a:rPr>
              <a:t>滑轮</a:t>
            </a:r>
            <a:r>
              <a:rPr lang="zh-CN" altLang="en-US" sz="2800" b="1" dirty="0" smtClean="0">
                <a:latin typeface="Calibri" panose="020F0502020204030204" pitchFamily="34" charset="0"/>
                <a:cs typeface="Times New Roman" panose="02020603050405020304" pitchFamily="18" charset="0"/>
              </a:rPr>
              <a:t>以</a:t>
            </a:r>
            <a:r>
              <a:rPr lang="el-GR" altLang="zh-CN" sz="2800" b="1" i="1" dirty="0">
                <a:latin typeface="Calibri" panose="020F0502020204030204" pitchFamily="34" charset="0"/>
                <a:cs typeface="Times New Roman" panose="02020603050405020304" pitchFamily="18" charset="0"/>
              </a:rPr>
              <a:t>ω</a:t>
            </a:r>
            <a:r>
              <a:rPr lang="en-US" altLang="zh-CN" sz="2800" b="1" baseline="-25000" dirty="0">
                <a:latin typeface="Calibri" panose="020F0502020204030204" pitchFamily="34" charset="0"/>
                <a:cs typeface="Times New Roman" panose="02020603050405020304" pitchFamily="18" charset="0"/>
              </a:rPr>
              <a:t>0</a:t>
            </a:r>
            <a:r>
              <a:rPr lang="zh-CN" altLang="en-US" sz="2800" b="1" dirty="0">
                <a:latin typeface="Calibri" panose="020F0502020204030204" pitchFamily="34" charset="0"/>
                <a:cs typeface="Times New Roman" panose="02020603050405020304" pitchFamily="18" charset="0"/>
              </a:rPr>
              <a:t>角速度与木块共同运动，</a:t>
            </a:r>
            <a:endParaRPr lang="en-US" altLang="zh-CN" sz="2800" b="1" dirty="0">
              <a:latin typeface="Calibri" panose="020F0502020204030204" pitchFamily="34" charset="0"/>
              <a:cs typeface="Times New Roman" panose="02020603050405020304" pitchFamily="18" charset="0"/>
            </a:endParaRPr>
          </a:p>
          <a:p>
            <a:pPr eaLnBrk="1" hangingPunct="1"/>
            <a:r>
              <a:rPr lang="zh-CN" altLang="en-US" sz="2800" b="1" dirty="0">
                <a:latin typeface="Calibri" panose="020F0502020204030204" pitchFamily="34" charset="0"/>
                <a:cs typeface="Times New Roman" panose="02020603050405020304" pitchFamily="18" charset="0"/>
              </a:rPr>
              <a:t>问：之后滑轮的角加速度、角速度、角位移，木块的加速度、速度、位移</a:t>
            </a:r>
            <a:endParaRPr lang="en-US" altLang="zh-CN" sz="2800" b="1" dirty="0">
              <a:latin typeface="Calibri" panose="020F0502020204030204" pitchFamily="34" charset="0"/>
            </a:endParaRPr>
          </a:p>
        </p:txBody>
      </p:sp>
      <p:sp>
        <p:nvSpPr>
          <p:cNvPr id="21519" name="Freeform 118"/>
          <p:cNvSpPr>
            <a:spLocks/>
          </p:cNvSpPr>
          <p:nvPr/>
        </p:nvSpPr>
        <p:spPr bwMode="auto">
          <a:xfrm flipV="1">
            <a:off x="8501063" y="2143125"/>
            <a:ext cx="71437" cy="214313"/>
          </a:xfrm>
          <a:custGeom>
            <a:avLst/>
            <a:gdLst>
              <a:gd name="T0" fmla="*/ 2147483647 w 159"/>
              <a:gd name="T1" fmla="*/ 2147483647 h 140"/>
              <a:gd name="T2" fmla="*/ 2147483647 w 159"/>
              <a:gd name="T3" fmla="*/ 2147483647 h 140"/>
              <a:gd name="T4" fmla="*/ 2147483647 w 159"/>
              <a:gd name="T5" fmla="*/ 2147483647 h 140"/>
              <a:gd name="T6" fmla="*/ 2147483647 w 159"/>
              <a:gd name="T7" fmla="*/ 2147483647 h 140"/>
              <a:gd name="T8" fmla="*/ 2147483647 w 159"/>
              <a:gd name="T9" fmla="*/ 2147483647 h 140"/>
              <a:gd name="T10" fmla="*/ 2147483647 w 159"/>
              <a:gd name="T11" fmla="*/ 2147483647 h 140"/>
              <a:gd name="T12" fmla="*/ 2147483647 w 159"/>
              <a:gd name="T13" fmla="*/ 2147483647 h 140"/>
              <a:gd name="T14" fmla="*/ 2147483647 w 159"/>
              <a:gd name="T15" fmla="*/ 2147483647 h 140"/>
              <a:gd name="T16" fmla="*/ 0 w 159"/>
              <a:gd name="T17" fmla="*/ 0 h 14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159"/>
              <a:gd name="T28" fmla="*/ 0 h 140"/>
              <a:gd name="T29" fmla="*/ 159 w 159"/>
              <a:gd name="T30" fmla="*/ 140 h 14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159" h="140">
                <a:moveTo>
                  <a:pt x="159" y="140"/>
                </a:moveTo>
                <a:lnTo>
                  <a:pt x="128" y="137"/>
                </a:lnTo>
                <a:lnTo>
                  <a:pt x="99" y="128"/>
                </a:lnTo>
                <a:lnTo>
                  <a:pt x="70" y="116"/>
                </a:lnTo>
                <a:lnTo>
                  <a:pt x="48" y="99"/>
                </a:lnTo>
                <a:lnTo>
                  <a:pt x="27" y="77"/>
                </a:lnTo>
                <a:lnTo>
                  <a:pt x="12" y="56"/>
                </a:lnTo>
                <a:lnTo>
                  <a:pt x="3" y="29"/>
                </a:lnTo>
                <a:lnTo>
                  <a:pt x="0" y="0"/>
                </a:lnTo>
              </a:path>
            </a:pathLst>
          </a:custGeom>
          <a:noFill/>
          <a:ln w="889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21520" name="矩形 28"/>
          <p:cNvSpPr>
            <a:spLocks noChangeArrowheads="1"/>
          </p:cNvSpPr>
          <p:nvPr/>
        </p:nvSpPr>
        <p:spPr bwMode="auto">
          <a:xfrm>
            <a:off x="8183563" y="2028825"/>
            <a:ext cx="3175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000" i="1">
                <a:latin typeface="Calibri" panose="020F0502020204030204" pitchFamily="34" charset="0"/>
                <a:cs typeface="Times New Roman" panose="02020603050405020304" pitchFamily="18" charset="0"/>
                <a:sym typeface="Symbol" panose="05050102010706020507" pitchFamily="18" charset="2"/>
              </a:rPr>
              <a:t></a:t>
            </a:r>
            <a:endParaRPr lang="zh-CN" altLang="en-US" sz="2000">
              <a:latin typeface="Calibri" panose="020F0502020204030204" pitchFamily="34" charset="0"/>
            </a:endParaRPr>
          </a:p>
        </p:txBody>
      </p:sp>
      <p:grpSp>
        <p:nvGrpSpPr>
          <p:cNvPr id="21521" name="Group 52"/>
          <p:cNvGrpSpPr>
            <a:grpSpLocks/>
          </p:cNvGrpSpPr>
          <p:nvPr/>
        </p:nvGrpSpPr>
        <p:grpSpPr bwMode="auto">
          <a:xfrm>
            <a:off x="6165850" y="285750"/>
            <a:ext cx="795338" cy="895350"/>
            <a:chOff x="4923" y="684"/>
            <a:chExt cx="501" cy="564"/>
          </a:xfrm>
        </p:grpSpPr>
        <p:sp>
          <p:nvSpPr>
            <p:cNvPr id="21526" name="Arc 53"/>
            <p:cNvSpPr>
              <a:spLocks/>
            </p:cNvSpPr>
            <p:nvPr/>
          </p:nvSpPr>
          <p:spPr bwMode="auto">
            <a:xfrm rot="5826297" flipH="1">
              <a:off x="5136" y="960"/>
              <a:ext cx="336" cy="24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noFill/>
            <a:ln w="38100">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graphicFrame>
          <p:nvGraphicFramePr>
            <p:cNvPr id="21513" name="Object 54"/>
            <p:cNvGraphicFramePr>
              <a:graphicFrameLocks noChangeAspect="1"/>
            </p:cNvGraphicFramePr>
            <p:nvPr/>
          </p:nvGraphicFramePr>
          <p:xfrm>
            <a:off x="4923" y="684"/>
            <a:ext cx="317" cy="380"/>
          </p:xfrm>
          <a:graphic>
            <a:graphicData uri="http://schemas.openxmlformats.org/presentationml/2006/ole">
              <mc:AlternateContent xmlns:mc="http://schemas.openxmlformats.org/markup-compatibility/2006">
                <mc:Choice xmlns:v="urn:schemas-microsoft-com:vml" Requires="v">
                  <p:oleObj spid="_x0000_s21660" name="Equation" r:id="rId11" imgW="190440" imgH="228600" progId="Equation.DSMT4">
                    <p:embed/>
                  </p:oleObj>
                </mc:Choice>
                <mc:Fallback>
                  <p:oleObj name="Equation" r:id="rId11" imgW="190440" imgH="228600" progId="Equation.DSMT4">
                    <p:embed/>
                    <p:pic>
                      <p:nvPicPr>
                        <p:cNvPr id="0" name="Object 5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923" y="684"/>
                          <a:ext cx="317" cy="38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16402" name="TextBox 32"/>
          <p:cNvSpPr txBox="1">
            <a:spLocks noChangeArrowheads="1"/>
          </p:cNvSpPr>
          <p:nvPr/>
        </p:nvSpPr>
        <p:spPr bwMode="auto">
          <a:xfrm>
            <a:off x="401638" y="3548063"/>
            <a:ext cx="85994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木块受力分析</a:t>
            </a:r>
          </a:p>
        </p:txBody>
      </p:sp>
      <p:graphicFrame>
        <p:nvGraphicFramePr>
          <p:cNvPr id="11346" name="Object 82"/>
          <p:cNvGraphicFramePr>
            <a:graphicFrameLocks noChangeAspect="1"/>
          </p:cNvGraphicFramePr>
          <p:nvPr/>
        </p:nvGraphicFramePr>
        <p:xfrm>
          <a:off x="2928938" y="3571875"/>
          <a:ext cx="1974850" cy="495300"/>
        </p:xfrm>
        <a:graphic>
          <a:graphicData uri="http://schemas.openxmlformats.org/presentationml/2006/ole">
            <mc:AlternateContent xmlns:mc="http://schemas.openxmlformats.org/markup-compatibility/2006">
              <mc:Choice xmlns:v="urn:schemas-microsoft-com:vml" Requires="v">
                <p:oleObj spid="_x0000_s21661" name="Equation" r:id="rId13" imgW="812520" imgH="203040" progId="Equation.DSMT4">
                  <p:embed/>
                </p:oleObj>
              </mc:Choice>
              <mc:Fallback>
                <p:oleObj name="Equation" r:id="rId13" imgW="812520" imgH="203040" progId="Equation.DSMT4">
                  <p:embed/>
                  <p:pic>
                    <p:nvPicPr>
                      <p:cNvPr id="0" name="Object 82"/>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928938" y="3571875"/>
                        <a:ext cx="1974850" cy="495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 name="Object 10"/>
          <p:cNvGraphicFramePr>
            <a:graphicFrameLocks noChangeAspect="1"/>
          </p:cNvGraphicFramePr>
          <p:nvPr/>
        </p:nvGraphicFramePr>
        <p:xfrm>
          <a:off x="2928938" y="4071938"/>
          <a:ext cx="1758950" cy="495300"/>
        </p:xfrm>
        <a:graphic>
          <a:graphicData uri="http://schemas.openxmlformats.org/presentationml/2006/ole">
            <mc:AlternateContent xmlns:mc="http://schemas.openxmlformats.org/markup-compatibility/2006">
              <mc:Choice xmlns:v="urn:schemas-microsoft-com:vml" Requires="v">
                <p:oleObj spid="_x0000_s21662" name="Equation" r:id="rId15" imgW="723600" imgH="203040" progId="Equation.DSMT4">
                  <p:embed/>
                </p:oleObj>
              </mc:Choice>
              <mc:Fallback>
                <p:oleObj name="Equation" r:id="rId15" imgW="723600" imgH="203040" progId="Equation.DSMT4">
                  <p:embed/>
                  <p:pic>
                    <p:nvPicPr>
                      <p:cNvPr id="0" name="Object 10"/>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928938" y="4071938"/>
                        <a:ext cx="1758950" cy="495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403" name="TextBox 35"/>
          <p:cNvSpPr txBox="1">
            <a:spLocks noChangeArrowheads="1"/>
          </p:cNvSpPr>
          <p:nvPr/>
        </p:nvSpPr>
        <p:spPr bwMode="auto">
          <a:xfrm>
            <a:off x="401638" y="4637088"/>
            <a:ext cx="85994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定滑轮</a:t>
            </a:r>
          </a:p>
        </p:txBody>
      </p:sp>
      <p:graphicFrame>
        <p:nvGraphicFramePr>
          <p:cNvPr id="35" name="Object 11"/>
          <p:cNvGraphicFramePr>
            <a:graphicFrameLocks noChangeAspect="1"/>
          </p:cNvGraphicFramePr>
          <p:nvPr/>
        </p:nvGraphicFramePr>
        <p:xfrm>
          <a:off x="2787650" y="4665663"/>
          <a:ext cx="1327150" cy="495300"/>
        </p:xfrm>
        <a:graphic>
          <a:graphicData uri="http://schemas.openxmlformats.org/presentationml/2006/ole">
            <mc:AlternateContent xmlns:mc="http://schemas.openxmlformats.org/markup-compatibility/2006">
              <mc:Choice xmlns:v="urn:schemas-microsoft-com:vml" Requires="v">
                <p:oleObj spid="_x0000_s21663" name="Equation" r:id="rId17" imgW="545760" imgH="203040" progId="Equation.DSMT4">
                  <p:embed/>
                </p:oleObj>
              </mc:Choice>
              <mc:Fallback>
                <p:oleObj name="Equation" r:id="rId17" imgW="545760" imgH="203040" progId="Equation.DSMT4">
                  <p:embed/>
                  <p:pic>
                    <p:nvPicPr>
                      <p:cNvPr id="0" name="Object 11"/>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787650" y="4665663"/>
                        <a:ext cx="1327150" cy="495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 name="Object 12"/>
          <p:cNvGraphicFramePr>
            <a:graphicFrameLocks noChangeAspect="1"/>
          </p:cNvGraphicFramePr>
          <p:nvPr/>
        </p:nvGraphicFramePr>
        <p:xfrm>
          <a:off x="5159375" y="4429125"/>
          <a:ext cx="1698625" cy="958850"/>
        </p:xfrm>
        <a:graphic>
          <a:graphicData uri="http://schemas.openxmlformats.org/presentationml/2006/ole">
            <mc:AlternateContent xmlns:mc="http://schemas.openxmlformats.org/markup-compatibility/2006">
              <mc:Choice xmlns:v="urn:schemas-microsoft-com:vml" Requires="v">
                <p:oleObj spid="_x0000_s21664" name="Equation" r:id="rId19" imgW="698400" imgH="393480" progId="Equation.DSMT4">
                  <p:embed/>
                </p:oleObj>
              </mc:Choice>
              <mc:Fallback>
                <p:oleObj name="Equation" r:id="rId19" imgW="698400" imgH="393480" progId="Equation.DSMT4">
                  <p:embed/>
                  <p:pic>
                    <p:nvPicPr>
                      <p:cNvPr id="0" name="Object 12"/>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5159375" y="4429125"/>
                        <a:ext cx="1698625" cy="958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404" name="TextBox 38"/>
          <p:cNvSpPr txBox="1">
            <a:spLocks noChangeArrowheads="1"/>
          </p:cNvSpPr>
          <p:nvPr/>
        </p:nvSpPr>
        <p:spPr bwMode="auto">
          <a:xfrm>
            <a:off x="401638" y="5214938"/>
            <a:ext cx="85994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共同运动</a:t>
            </a:r>
          </a:p>
        </p:txBody>
      </p:sp>
      <p:graphicFrame>
        <p:nvGraphicFramePr>
          <p:cNvPr id="38" name="Object 13"/>
          <p:cNvGraphicFramePr>
            <a:graphicFrameLocks noChangeAspect="1"/>
          </p:cNvGraphicFramePr>
          <p:nvPr/>
        </p:nvGraphicFramePr>
        <p:xfrm>
          <a:off x="2857500" y="5214938"/>
          <a:ext cx="1141413" cy="495300"/>
        </p:xfrm>
        <a:graphic>
          <a:graphicData uri="http://schemas.openxmlformats.org/presentationml/2006/ole">
            <mc:AlternateContent xmlns:mc="http://schemas.openxmlformats.org/markup-compatibility/2006">
              <mc:Choice xmlns:v="urn:schemas-microsoft-com:vml" Requires="v">
                <p:oleObj spid="_x0000_s21665" name="Equation" r:id="rId21" imgW="469800" imgH="203040" progId="Equation.DSMT4">
                  <p:embed/>
                </p:oleObj>
              </mc:Choice>
              <mc:Fallback>
                <p:oleObj name="Equation" r:id="rId21" imgW="469800" imgH="203040" progId="Equation.DSMT4">
                  <p:embed/>
                  <p:pic>
                    <p:nvPicPr>
                      <p:cNvPr id="0" name="Object 13"/>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2857500" y="5214938"/>
                        <a:ext cx="1141413" cy="495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 name="Object 14"/>
          <p:cNvGraphicFramePr>
            <a:graphicFrameLocks noChangeAspect="1"/>
          </p:cNvGraphicFramePr>
          <p:nvPr/>
        </p:nvGraphicFramePr>
        <p:xfrm>
          <a:off x="1300163" y="5768975"/>
          <a:ext cx="2682875" cy="958850"/>
        </p:xfrm>
        <a:graphic>
          <a:graphicData uri="http://schemas.openxmlformats.org/presentationml/2006/ole">
            <mc:AlternateContent xmlns:mc="http://schemas.openxmlformats.org/markup-compatibility/2006">
              <mc:Choice xmlns:v="urn:schemas-microsoft-com:vml" Requires="v">
                <p:oleObj spid="_x0000_s21666" name="Equation" r:id="rId23" imgW="1104840" imgH="393480" progId="Equation.DSMT4">
                  <p:embed/>
                </p:oleObj>
              </mc:Choice>
              <mc:Fallback>
                <p:oleObj name="Equation" r:id="rId23" imgW="1104840" imgH="393480" progId="Equation.DSMT4">
                  <p:embed/>
                  <p:pic>
                    <p:nvPicPr>
                      <p:cNvPr id="0" name="Object 14"/>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300163" y="5768975"/>
                        <a:ext cx="2682875" cy="958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1" name="Object 15"/>
          <p:cNvGraphicFramePr>
            <a:graphicFrameLocks noChangeAspect="1"/>
          </p:cNvGraphicFramePr>
          <p:nvPr/>
        </p:nvGraphicFramePr>
        <p:xfrm>
          <a:off x="4913313" y="5756275"/>
          <a:ext cx="2159000" cy="958850"/>
        </p:xfrm>
        <a:graphic>
          <a:graphicData uri="http://schemas.openxmlformats.org/presentationml/2006/ole">
            <mc:AlternateContent xmlns:mc="http://schemas.openxmlformats.org/markup-compatibility/2006">
              <mc:Choice xmlns:v="urn:schemas-microsoft-com:vml" Requires="v">
                <p:oleObj spid="_x0000_s21667" name="Equation" r:id="rId25" imgW="888840" imgH="393480" progId="Equation.DSMT4">
                  <p:embed/>
                </p:oleObj>
              </mc:Choice>
              <mc:Fallback>
                <p:oleObj name="Equation" r:id="rId25" imgW="888840" imgH="393480" progId="Equation.DSMT4">
                  <p:embed/>
                  <p:pic>
                    <p:nvPicPr>
                      <p:cNvPr id="0" name="Object 15"/>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913313" y="5756275"/>
                        <a:ext cx="2159000" cy="958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1525" name="Text Box 9"/>
          <p:cNvSpPr txBox="1">
            <a:spLocks noChangeArrowheads="1"/>
          </p:cNvSpPr>
          <p:nvPr/>
        </p:nvSpPr>
        <p:spPr bwMode="auto">
          <a:xfrm>
            <a:off x="0" y="190500"/>
            <a:ext cx="18859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rgbClr val="0000FF"/>
                </a:solidFill>
                <a:sym typeface="Symbol" panose="05050102010706020507" pitchFamily="18" charset="2"/>
              </a:rPr>
              <a:t>【</a:t>
            </a:r>
            <a:r>
              <a:rPr lang="zh-CN" altLang="en-US" sz="2800">
                <a:solidFill>
                  <a:srgbClr val="0000FF"/>
                </a:solidFill>
              </a:rPr>
              <a:t>例</a:t>
            </a:r>
            <a:r>
              <a:rPr lang="en-US" altLang="zh-CN" sz="2800">
                <a:solidFill>
                  <a:srgbClr val="0000FF"/>
                </a:solidFill>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6402"/>
                                        </p:tgtEl>
                                        <p:attrNameLst>
                                          <p:attrName>style.visibility</p:attrName>
                                        </p:attrNameLst>
                                      </p:cBhvr>
                                      <p:to>
                                        <p:strVal val="visible"/>
                                      </p:to>
                                    </p:set>
                                    <p:animEffect transition="in" filter="blinds(horizontal)">
                                      <p:cBhvr>
                                        <p:cTn id="7" dur="500"/>
                                        <p:tgtEl>
                                          <p:spTgt spid="16402"/>
                                        </p:tgtEl>
                                      </p:cBhvr>
                                    </p:animEffect>
                                  </p:childTnLst>
                                </p:cTn>
                              </p:par>
                              <p:par>
                                <p:cTn id="8" presetID="3" presetClass="entr" presetSubtype="10" fill="hold" nodeType="withEffect">
                                  <p:stCondLst>
                                    <p:cond delay="0"/>
                                  </p:stCondLst>
                                  <p:childTnLst>
                                    <p:set>
                                      <p:cBhvr>
                                        <p:cTn id="9" dur="1" fill="hold">
                                          <p:stCondLst>
                                            <p:cond delay="0"/>
                                          </p:stCondLst>
                                        </p:cTn>
                                        <p:tgtEl>
                                          <p:spTgt spid="11346"/>
                                        </p:tgtEl>
                                        <p:attrNameLst>
                                          <p:attrName>style.visibility</p:attrName>
                                        </p:attrNameLst>
                                      </p:cBhvr>
                                      <p:to>
                                        <p:strVal val="visible"/>
                                      </p:to>
                                    </p:set>
                                    <p:animEffect transition="in" filter="blinds(horizontal)">
                                      <p:cBhvr>
                                        <p:cTn id="10" dur="500"/>
                                        <p:tgtEl>
                                          <p:spTgt spid="11346"/>
                                        </p:tgtEl>
                                      </p:cBhvr>
                                    </p:animEffect>
                                  </p:childTnLst>
                                </p:cTn>
                              </p:par>
                              <p:par>
                                <p:cTn id="11" presetID="3" presetClass="entr" presetSubtype="10" fill="hold" nodeType="with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blinds(horizontal)">
                                      <p:cBhvr>
                                        <p:cTn id="13" dur="500"/>
                                        <p:tgtEl>
                                          <p:spTgt spid="34"/>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16403"/>
                                        </p:tgtEl>
                                        <p:attrNameLst>
                                          <p:attrName>style.visibility</p:attrName>
                                        </p:attrNameLst>
                                      </p:cBhvr>
                                      <p:to>
                                        <p:strVal val="visible"/>
                                      </p:to>
                                    </p:set>
                                    <p:animEffect transition="in" filter="blinds(horizontal)">
                                      <p:cBhvr>
                                        <p:cTn id="18" dur="500"/>
                                        <p:tgtEl>
                                          <p:spTgt spid="16403"/>
                                        </p:tgtEl>
                                      </p:cBhvr>
                                    </p:animEffect>
                                  </p:childTnLst>
                                </p:cTn>
                              </p:par>
                              <p:par>
                                <p:cTn id="19" presetID="3" presetClass="entr" presetSubtype="10" fill="hold" nodeType="withEffect">
                                  <p:stCondLst>
                                    <p:cond delay="0"/>
                                  </p:stCondLst>
                                  <p:childTnLst>
                                    <p:set>
                                      <p:cBhvr>
                                        <p:cTn id="20" dur="1" fill="hold">
                                          <p:stCondLst>
                                            <p:cond delay="0"/>
                                          </p:stCondLst>
                                        </p:cTn>
                                        <p:tgtEl>
                                          <p:spTgt spid="35"/>
                                        </p:tgtEl>
                                        <p:attrNameLst>
                                          <p:attrName>style.visibility</p:attrName>
                                        </p:attrNameLst>
                                      </p:cBhvr>
                                      <p:to>
                                        <p:strVal val="visible"/>
                                      </p:to>
                                    </p:set>
                                    <p:animEffect transition="in" filter="blinds(horizontal)">
                                      <p:cBhvr>
                                        <p:cTn id="21" dur="500"/>
                                        <p:tgtEl>
                                          <p:spTgt spid="35"/>
                                        </p:tgtEl>
                                      </p:cBhvr>
                                    </p:animEffect>
                                  </p:childTnLst>
                                </p:cTn>
                              </p:par>
                              <p:par>
                                <p:cTn id="22" presetID="3" presetClass="entr" presetSubtype="10" fill="hold" nodeType="withEffect">
                                  <p:stCondLst>
                                    <p:cond delay="0"/>
                                  </p:stCondLst>
                                  <p:childTnLst>
                                    <p:set>
                                      <p:cBhvr>
                                        <p:cTn id="23" dur="1" fill="hold">
                                          <p:stCondLst>
                                            <p:cond delay="0"/>
                                          </p:stCondLst>
                                        </p:cTn>
                                        <p:tgtEl>
                                          <p:spTgt spid="37"/>
                                        </p:tgtEl>
                                        <p:attrNameLst>
                                          <p:attrName>style.visibility</p:attrName>
                                        </p:attrNameLst>
                                      </p:cBhvr>
                                      <p:to>
                                        <p:strVal val="visible"/>
                                      </p:to>
                                    </p:set>
                                    <p:animEffect transition="in" filter="blinds(horizontal)">
                                      <p:cBhvr>
                                        <p:cTn id="24" dur="500"/>
                                        <p:tgtEl>
                                          <p:spTgt spid="37"/>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16404"/>
                                        </p:tgtEl>
                                        <p:attrNameLst>
                                          <p:attrName>style.visibility</p:attrName>
                                        </p:attrNameLst>
                                      </p:cBhvr>
                                      <p:to>
                                        <p:strVal val="visible"/>
                                      </p:to>
                                    </p:set>
                                    <p:animEffect transition="in" filter="blinds(horizontal)">
                                      <p:cBhvr>
                                        <p:cTn id="29" dur="500"/>
                                        <p:tgtEl>
                                          <p:spTgt spid="16404"/>
                                        </p:tgtEl>
                                      </p:cBhvr>
                                    </p:animEffect>
                                  </p:childTnLst>
                                </p:cTn>
                              </p:par>
                              <p:par>
                                <p:cTn id="30" presetID="3" presetClass="entr" presetSubtype="10" fill="hold" nodeType="withEffect">
                                  <p:stCondLst>
                                    <p:cond delay="0"/>
                                  </p:stCondLst>
                                  <p:childTnLst>
                                    <p:set>
                                      <p:cBhvr>
                                        <p:cTn id="31" dur="1" fill="hold">
                                          <p:stCondLst>
                                            <p:cond delay="0"/>
                                          </p:stCondLst>
                                        </p:cTn>
                                        <p:tgtEl>
                                          <p:spTgt spid="38"/>
                                        </p:tgtEl>
                                        <p:attrNameLst>
                                          <p:attrName>style.visibility</p:attrName>
                                        </p:attrNameLst>
                                      </p:cBhvr>
                                      <p:to>
                                        <p:strVal val="visible"/>
                                      </p:to>
                                    </p:set>
                                    <p:animEffect transition="in" filter="blinds(horizontal)">
                                      <p:cBhvr>
                                        <p:cTn id="32" dur="500"/>
                                        <p:tgtEl>
                                          <p:spTgt spid="3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40"/>
                                        </p:tgtEl>
                                        <p:attrNameLst>
                                          <p:attrName>style.visibility</p:attrName>
                                        </p:attrNameLst>
                                      </p:cBhvr>
                                      <p:to>
                                        <p:strVal val="visible"/>
                                      </p:to>
                                    </p:set>
                                    <p:animEffect transition="in" filter="blinds(horizontal)">
                                      <p:cBhvr>
                                        <p:cTn id="37" dur="500"/>
                                        <p:tgtEl>
                                          <p:spTgt spid="40"/>
                                        </p:tgtEl>
                                      </p:cBhvr>
                                    </p:animEffect>
                                  </p:childTnLst>
                                </p:cTn>
                              </p:par>
                              <p:par>
                                <p:cTn id="38" presetID="3" presetClass="entr" presetSubtype="10" fill="hold" nodeType="withEffect">
                                  <p:stCondLst>
                                    <p:cond delay="0"/>
                                  </p:stCondLst>
                                  <p:childTnLst>
                                    <p:set>
                                      <p:cBhvr>
                                        <p:cTn id="39" dur="1" fill="hold">
                                          <p:stCondLst>
                                            <p:cond delay="0"/>
                                          </p:stCondLst>
                                        </p:cTn>
                                        <p:tgtEl>
                                          <p:spTgt spid="41"/>
                                        </p:tgtEl>
                                        <p:attrNameLst>
                                          <p:attrName>style.visibility</p:attrName>
                                        </p:attrNameLst>
                                      </p:cBhvr>
                                      <p:to>
                                        <p:strVal val="visible"/>
                                      </p:to>
                                    </p:set>
                                    <p:animEffect transition="in" filter="blinds(horizontal)">
                                      <p:cBhvr>
                                        <p:cTn id="40" dur="500"/>
                                        <p:tgtEl>
                                          <p:spTgt spid="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402" grpId="0"/>
      <p:bldP spid="16403" grpId="0"/>
      <p:bldP spid="16404"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4" name="TextBox 3"/>
          <p:cNvSpPr txBox="1">
            <a:spLocks noChangeArrowheads="1"/>
          </p:cNvSpPr>
          <p:nvPr/>
        </p:nvSpPr>
        <p:spPr bwMode="auto">
          <a:xfrm>
            <a:off x="401638" y="357188"/>
            <a:ext cx="85994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即滑轮与木块共同做匀减速运动</a:t>
            </a:r>
          </a:p>
        </p:txBody>
      </p:sp>
      <p:sp>
        <p:nvSpPr>
          <p:cNvPr id="17415" name="TextBox 4"/>
          <p:cNvSpPr txBox="1">
            <a:spLocks noChangeArrowheads="1"/>
          </p:cNvSpPr>
          <p:nvPr/>
        </p:nvSpPr>
        <p:spPr bwMode="auto">
          <a:xfrm>
            <a:off x="401638" y="1190625"/>
            <a:ext cx="85994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对滑轮</a:t>
            </a:r>
          </a:p>
        </p:txBody>
      </p:sp>
      <p:graphicFrame>
        <p:nvGraphicFramePr>
          <p:cNvPr id="11346" name="Object 82"/>
          <p:cNvGraphicFramePr>
            <a:graphicFrameLocks noChangeAspect="1"/>
          </p:cNvGraphicFramePr>
          <p:nvPr/>
        </p:nvGraphicFramePr>
        <p:xfrm>
          <a:off x="2357438" y="1157288"/>
          <a:ext cx="1789112" cy="557212"/>
        </p:xfrm>
        <a:graphic>
          <a:graphicData uri="http://schemas.openxmlformats.org/presentationml/2006/ole">
            <mc:AlternateContent xmlns:mc="http://schemas.openxmlformats.org/markup-compatibility/2006">
              <mc:Choice xmlns:v="urn:schemas-microsoft-com:vml" Requires="v">
                <p:oleObj spid="_x0000_s22581" name="Equation" r:id="rId3" imgW="736560" imgH="228600" progId="Equation.DSMT4">
                  <p:embed/>
                </p:oleObj>
              </mc:Choice>
              <mc:Fallback>
                <p:oleObj name="Equation" r:id="rId3" imgW="736560" imgH="228600" progId="Equation.DSMT4">
                  <p:embed/>
                  <p:pic>
                    <p:nvPicPr>
                      <p:cNvPr id="0" name="Object 8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57438" y="1157288"/>
                        <a:ext cx="1789112" cy="557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3"/>
          <p:cNvGraphicFramePr>
            <a:graphicFrameLocks noChangeAspect="1"/>
          </p:cNvGraphicFramePr>
          <p:nvPr/>
        </p:nvGraphicFramePr>
        <p:xfrm>
          <a:off x="4999038" y="896938"/>
          <a:ext cx="2930525" cy="960437"/>
        </p:xfrm>
        <a:graphic>
          <a:graphicData uri="http://schemas.openxmlformats.org/presentationml/2006/ole">
            <mc:AlternateContent xmlns:mc="http://schemas.openxmlformats.org/markup-compatibility/2006">
              <mc:Choice xmlns:v="urn:schemas-microsoft-com:vml" Requires="v">
                <p:oleObj spid="_x0000_s22582" name="Equation" r:id="rId5" imgW="1206360" imgH="393480" progId="Equation.DSMT4">
                  <p:embed/>
                </p:oleObj>
              </mc:Choice>
              <mc:Fallback>
                <p:oleObj name="Equation" r:id="rId5" imgW="1206360" imgH="393480" progId="Equation.DSMT4">
                  <p:embed/>
                  <p:pic>
                    <p:nvPicPr>
                      <p:cNvPr id="0"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999038" y="896938"/>
                        <a:ext cx="2930525" cy="9604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416" name="TextBox 7"/>
          <p:cNvSpPr txBox="1">
            <a:spLocks noChangeArrowheads="1"/>
          </p:cNvSpPr>
          <p:nvPr/>
        </p:nvSpPr>
        <p:spPr bwMode="auto">
          <a:xfrm>
            <a:off x="401638" y="2047875"/>
            <a:ext cx="85994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对木块</a:t>
            </a:r>
          </a:p>
        </p:txBody>
      </p:sp>
      <p:graphicFrame>
        <p:nvGraphicFramePr>
          <p:cNvPr id="7" name="Object 4"/>
          <p:cNvGraphicFramePr>
            <a:graphicFrameLocks noChangeAspect="1"/>
          </p:cNvGraphicFramePr>
          <p:nvPr/>
        </p:nvGraphicFramePr>
        <p:xfrm>
          <a:off x="2697163" y="2076450"/>
          <a:ext cx="1109662" cy="433388"/>
        </p:xfrm>
        <a:graphic>
          <a:graphicData uri="http://schemas.openxmlformats.org/presentationml/2006/ole">
            <mc:AlternateContent xmlns:mc="http://schemas.openxmlformats.org/markup-compatibility/2006">
              <mc:Choice xmlns:v="urn:schemas-microsoft-com:vml" Requires="v">
                <p:oleObj spid="_x0000_s22583" name="Equation" r:id="rId7" imgW="457200" imgH="177480" progId="Equation.DSMT4">
                  <p:embed/>
                </p:oleObj>
              </mc:Choice>
              <mc:Fallback>
                <p:oleObj name="Equation" r:id="rId7" imgW="457200" imgH="177480" progId="Equation.DSMT4">
                  <p:embed/>
                  <p:pic>
                    <p:nvPicPr>
                      <p:cNvPr id="0" name="Object 4"/>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97163" y="2076450"/>
                        <a:ext cx="1109662" cy="433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 name="Object 5"/>
          <p:cNvGraphicFramePr>
            <a:graphicFrameLocks noChangeAspect="1"/>
          </p:cNvGraphicFramePr>
          <p:nvPr/>
        </p:nvGraphicFramePr>
        <p:xfrm>
          <a:off x="4859338" y="2009775"/>
          <a:ext cx="2713037" cy="557213"/>
        </p:xfrm>
        <a:graphic>
          <a:graphicData uri="http://schemas.openxmlformats.org/presentationml/2006/ole">
            <mc:AlternateContent xmlns:mc="http://schemas.openxmlformats.org/markup-compatibility/2006">
              <mc:Choice xmlns:v="urn:schemas-microsoft-com:vml" Requires="v">
                <p:oleObj spid="_x0000_s22584" name="Equation" r:id="rId9" imgW="1117440" imgH="228600" progId="Equation.DSMT4">
                  <p:embed/>
                </p:oleObj>
              </mc:Choice>
              <mc:Fallback>
                <p:oleObj name="Equation" r:id="rId9" imgW="1117440" imgH="228600" progId="Equation.DSMT4">
                  <p:embed/>
                  <p:pic>
                    <p:nvPicPr>
                      <p:cNvPr id="0" name="Object 5"/>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859338" y="2009775"/>
                        <a:ext cx="2713037" cy="557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417" name="Rectangle 15" descr="羊皮纸"/>
          <p:cNvSpPr>
            <a:spLocks noChangeArrowheads="1"/>
          </p:cNvSpPr>
          <p:nvPr/>
        </p:nvSpPr>
        <p:spPr bwMode="auto">
          <a:xfrm rot="1257198">
            <a:off x="2408238" y="3238500"/>
            <a:ext cx="266700" cy="730250"/>
          </a:xfrm>
          <a:prstGeom prst="rect">
            <a:avLst/>
          </a:prstGeom>
          <a:blipFill dpi="0" rotWithShape="0">
            <a:blip r:embed="rId11"/>
            <a:srcRect/>
            <a:tile tx="0" ty="0" sx="100000" sy="100000" flip="none" algn="tl"/>
          </a:blip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cxnSp>
        <p:nvCxnSpPr>
          <p:cNvPr id="25" name="直接箭头连接符 24"/>
          <p:cNvCxnSpPr/>
          <p:nvPr/>
        </p:nvCxnSpPr>
        <p:spPr>
          <a:xfrm rot="10800000">
            <a:off x="1293813" y="3525838"/>
            <a:ext cx="1285875" cy="500062"/>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7419" name="TextBox 28"/>
          <p:cNvSpPr txBox="1">
            <a:spLocks noChangeArrowheads="1"/>
          </p:cNvSpPr>
          <p:nvPr/>
        </p:nvSpPr>
        <p:spPr bwMode="auto">
          <a:xfrm>
            <a:off x="1222375" y="3240088"/>
            <a:ext cx="284163" cy="36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latin typeface="Calibri" panose="020F0502020204030204" pitchFamily="34" charset="0"/>
              </a:rPr>
              <a:t>x</a:t>
            </a:r>
            <a:endParaRPr lang="zh-CN" altLang="en-US">
              <a:latin typeface="Calibri" panose="020F0502020204030204" pitchFamily="34" charset="0"/>
            </a:endParaRPr>
          </a:p>
        </p:txBody>
      </p:sp>
      <p:sp>
        <p:nvSpPr>
          <p:cNvPr id="17420" name="TextBox 29"/>
          <p:cNvSpPr txBox="1">
            <a:spLocks noChangeArrowheads="1"/>
          </p:cNvSpPr>
          <p:nvPr/>
        </p:nvSpPr>
        <p:spPr bwMode="auto">
          <a:xfrm>
            <a:off x="3286125" y="3214688"/>
            <a:ext cx="5303838"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此处</a:t>
            </a:r>
            <a:r>
              <a:rPr lang="en-US" altLang="zh-CN" sz="2800" b="1" i="1">
                <a:latin typeface="Calibri" panose="020F0502020204030204" pitchFamily="34" charset="0"/>
              </a:rPr>
              <a:t>x</a:t>
            </a:r>
            <a:r>
              <a:rPr lang="en-US" altLang="zh-CN" sz="2800" b="1" baseline="-25000">
                <a:latin typeface="Calibri" panose="020F0502020204030204" pitchFamily="34" charset="0"/>
              </a:rPr>
              <a:t>0</a:t>
            </a:r>
            <a:r>
              <a:rPr lang="zh-CN" altLang="en-US" sz="2800" b="1">
                <a:latin typeface="Calibri" panose="020F0502020204030204" pitchFamily="34" charset="0"/>
              </a:rPr>
              <a:t>为木块初始位置，</a:t>
            </a:r>
            <a:r>
              <a:rPr lang="en-US" altLang="zh-CN" sz="2800" b="1" i="1">
                <a:latin typeface="Calibri" panose="020F0502020204030204" pitchFamily="34" charset="0"/>
              </a:rPr>
              <a:t>x</a:t>
            </a:r>
            <a:r>
              <a:rPr lang="zh-CN" altLang="en-US" sz="2800" b="1">
                <a:latin typeface="Calibri" panose="020F0502020204030204" pitchFamily="34" charset="0"/>
              </a:rPr>
              <a:t>轴以斜向上为正方向</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7415"/>
                                        </p:tgtEl>
                                        <p:attrNameLst>
                                          <p:attrName>style.visibility</p:attrName>
                                        </p:attrNameLst>
                                      </p:cBhvr>
                                      <p:to>
                                        <p:strVal val="visible"/>
                                      </p:to>
                                    </p:set>
                                    <p:animEffect transition="in" filter="blinds(horizontal)">
                                      <p:cBhvr>
                                        <p:cTn id="7" dur="500"/>
                                        <p:tgtEl>
                                          <p:spTgt spid="17415"/>
                                        </p:tgtEl>
                                      </p:cBhvr>
                                    </p:animEffect>
                                  </p:childTnLst>
                                </p:cTn>
                              </p:par>
                              <p:par>
                                <p:cTn id="8" presetID="3" presetClass="entr" presetSubtype="10" fill="hold" nodeType="withEffect">
                                  <p:stCondLst>
                                    <p:cond delay="0"/>
                                  </p:stCondLst>
                                  <p:childTnLst>
                                    <p:set>
                                      <p:cBhvr>
                                        <p:cTn id="9" dur="1" fill="hold">
                                          <p:stCondLst>
                                            <p:cond delay="0"/>
                                          </p:stCondLst>
                                        </p:cTn>
                                        <p:tgtEl>
                                          <p:spTgt spid="11346"/>
                                        </p:tgtEl>
                                        <p:attrNameLst>
                                          <p:attrName>style.visibility</p:attrName>
                                        </p:attrNameLst>
                                      </p:cBhvr>
                                      <p:to>
                                        <p:strVal val="visible"/>
                                      </p:to>
                                    </p:set>
                                    <p:animEffect transition="in" filter="blinds(horizontal)">
                                      <p:cBhvr>
                                        <p:cTn id="10" dur="500"/>
                                        <p:tgtEl>
                                          <p:spTgt spid="11346"/>
                                        </p:tgtEl>
                                      </p:cBhvr>
                                    </p:animEffect>
                                  </p:childTnLst>
                                </p:cTn>
                              </p:par>
                              <p:par>
                                <p:cTn id="11" presetID="3" presetClass="entr" presetSubtype="1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blinds(horizontal)">
                                      <p:cBhvr>
                                        <p:cTn id="13" dur="500"/>
                                        <p:tgtEl>
                                          <p:spTgt spid="6"/>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7416"/>
                                        </p:tgtEl>
                                        <p:attrNameLst>
                                          <p:attrName>style.visibility</p:attrName>
                                        </p:attrNameLst>
                                      </p:cBhvr>
                                      <p:to>
                                        <p:strVal val="visible"/>
                                      </p:to>
                                    </p:set>
                                    <p:animEffect transition="in" filter="blinds(horizontal)">
                                      <p:cBhvr>
                                        <p:cTn id="16" dur="500"/>
                                        <p:tgtEl>
                                          <p:spTgt spid="17416"/>
                                        </p:tgtEl>
                                      </p:cBhvr>
                                    </p:animEffect>
                                  </p:childTnLst>
                                </p:cTn>
                              </p:par>
                              <p:par>
                                <p:cTn id="17" presetID="3" presetClass="entr" presetSubtype="10" fill="hold"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blinds(horizontal)">
                                      <p:cBhvr>
                                        <p:cTn id="19" dur="500"/>
                                        <p:tgtEl>
                                          <p:spTgt spid="7"/>
                                        </p:tgtEl>
                                      </p:cBhvr>
                                    </p:animEffect>
                                  </p:childTnLst>
                                </p:cTn>
                              </p:par>
                              <p:par>
                                <p:cTn id="20" presetID="3" presetClass="entr" presetSubtype="1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linds(horizontal)">
                                      <p:cBhvr>
                                        <p:cTn id="22" dur="500"/>
                                        <p:tgtEl>
                                          <p:spTgt spid="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7417"/>
                                        </p:tgtEl>
                                        <p:attrNameLst>
                                          <p:attrName>style.visibility</p:attrName>
                                        </p:attrNameLst>
                                      </p:cBhvr>
                                      <p:to>
                                        <p:strVal val="visible"/>
                                      </p:to>
                                    </p:set>
                                    <p:animEffect transition="in" filter="blinds(horizontal)">
                                      <p:cBhvr>
                                        <p:cTn id="27" dur="500"/>
                                        <p:tgtEl>
                                          <p:spTgt spid="17417"/>
                                        </p:tgtEl>
                                      </p:cBhvr>
                                    </p:animEffect>
                                  </p:childTnLst>
                                </p:cTn>
                              </p:par>
                              <p:par>
                                <p:cTn id="28" presetID="3" presetClass="entr" presetSubtype="10" fill="hold" nodeType="withEffect">
                                  <p:stCondLst>
                                    <p:cond delay="0"/>
                                  </p:stCondLst>
                                  <p:childTnLst>
                                    <p:set>
                                      <p:cBhvr>
                                        <p:cTn id="29" dur="1" fill="hold">
                                          <p:stCondLst>
                                            <p:cond delay="0"/>
                                          </p:stCondLst>
                                        </p:cTn>
                                        <p:tgtEl>
                                          <p:spTgt spid="25"/>
                                        </p:tgtEl>
                                        <p:attrNameLst>
                                          <p:attrName>style.visibility</p:attrName>
                                        </p:attrNameLst>
                                      </p:cBhvr>
                                      <p:to>
                                        <p:strVal val="visible"/>
                                      </p:to>
                                    </p:set>
                                    <p:animEffect transition="in" filter="blinds(horizontal)">
                                      <p:cBhvr>
                                        <p:cTn id="30" dur="500"/>
                                        <p:tgtEl>
                                          <p:spTgt spid="25"/>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17419"/>
                                        </p:tgtEl>
                                        <p:attrNameLst>
                                          <p:attrName>style.visibility</p:attrName>
                                        </p:attrNameLst>
                                      </p:cBhvr>
                                      <p:to>
                                        <p:strVal val="visible"/>
                                      </p:to>
                                    </p:set>
                                    <p:animEffect transition="in" filter="blinds(horizontal)">
                                      <p:cBhvr>
                                        <p:cTn id="33" dur="500"/>
                                        <p:tgtEl>
                                          <p:spTgt spid="17419"/>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17420"/>
                                        </p:tgtEl>
                                        <p:attrNameLst>
                                          <p:attrName>style.visibility</p:attrName>
                                        </p:attrNameLst>
                                      </p:cBhvr>
                                      <p:to>
                                        <p:strVal val="visible"/>
                                      </p:to>
                                    </p:set>
                                    <p:animEffect transition="in" filter="blinds(horizontal)">
                                      <p:cBhvr>
                                        <p:cTn id="36" dur="500"/>
                                        <p:tgtEl>
                                          <p:spTgt spid="174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5" grpId="0"/>
      <p:bldP spid="17416" grpId="0"/>
      <p:bldP spid="17417" grpId="0" animBg="1"/>
      <p:bldP spid="17419" grpId="0"/>
      <p:bldP spid="17420"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7" name="TextBox 3"/>
          <p:cNvSpPr txBox="1">
            <a:spLocks noChangeArrowheads="1"/>
          </p:cNvSpPr>
          <p:nvPr/>
        </p:nvSpPr>
        <p:spPr bwMode="auto">
          <a:xfrm>
            <a:off x="3071813" y="428625"/>
            <a:ext cx="30559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第</a:t>
            </a:r>
            <a:r>
              <a:rPr lang="en-US" altLang="zh-CN" sz="2800" b="1">
                <a:latin typeface="Calibri" panose="020F0502020204030204" pitchFamily="34" charset="0"/>
              </a:rPr>
              <a:t>4</a:t>
            </a:r>
            <a:r>
              <a:rPr lang="zh-CN" altLang="en-US" sz="2800" b="1">
                <a:latin typeface="Calibri" panose="020F0502020204030204" pitchFamily="34" charset="0"/>
              </a:rPr>
              <a:t>章  气体动理论</a:t>
            </a:r>
          </a:p>
        </p:txBody>
      </p:sp>
      <p:sp>
        <p:nvSpPr>
          <p:cNvPr id="23558" name="TextBox 4"/>
          <p:cNvSpPr txBox="1">
            <a:spLocks noChangeArrowheads="1"/>
          </p:cNvSpPr>
          <p:nvPr/>
        </p:nvSpPr>
        <p:spPr bwMode="auto">
          <a:xfrm>
            <a:off x="357188" y="1119188"/>
            <a:ext cx="63023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latin typeface="Calibri" panose="020F0502020204030204" pitchFamily="34" charset="0"/>
              </a:rPr>
              <a:t>4.1 </a:t>
            </a:r>
            <a:r>
              <a:rPr lang="zh-CN" altLang="en-US" sz="2800" b="1">
                <a:latin typeface="Calibri" panose="020F0502020204030204" pitchFamily="34" charset="0"/>
              </a:rPr>
              <a:t>热力学系统 状态 理想气体状态方程</a:t>
            </a:r>
          </a:p>
        </p:txBody>
      </p:sp>
      <p:sp>
        <p:nvSpPr>
          <p:cNvPr id="23559" name="TextBox 5"/>
          <p:cNvSpPr txBox="1">
            <a:spLocks noChangeArrowheads="1"/>
          </p:cNvSpPr>
          <p:nvPr/>
        </p:nvSpPr>
        <p:spPr bwMode="auto">
          <a:xfrm>
            <a:off x="571500" y="1905000"/>
            <a:ext cx="30702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热力学系统、状态</a:t>
            </a:r>
          </a:p>
        </p:txBody>
      </p:sp>
      <p:sp>
        <p:nvSpPr>
          <p:cNvPr id="23560" name="TextBox 6"/>
          <p:cNvSpPr txBox="1">
            <a:spLocks noChangeArrowheads="1"/>
          </p:cNvSpPr>
          <p:nvPr/>
        </p:nvSpPr>
        <p:spPr bwMode="auto">
          <a:xfrm>
            <a:off x="571500" y="2786063"/>
            <a:ext cx="70373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温度，热力学第零定律，温标（一般理解）</a:t>
            </a:r>
          </a:p>
        </p:txBody>
      </p:sp>
      <p:sp>
        <p:nvSpPr>
          <p:cNvPr id="23561" name="TextBox 7"/>
          <p:cNvSpPr txBox="1">
            <a:spLocks noChangeArrowheads="1"/>
          </p:cNvSpPr>
          <p:nvPr/>
        </p:nvSpPr>
        <p:spPr bwMode="auto">
          <a:xfrm>
            <a:off x="571500" y="3762375"/>
            <a:ext cx="30702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理想气体状态方程</a:t>
            </a:r>
          </a:p>
        </p:txBody>
      </p:sp>
      <p:graphicFrame>
        <p:nvGraphicFramePr>
          <p:cNvPr id="89177" name="Object 89"/>
          <p:cNvGraphicFramePr>
            <a:graphicFrameLocks noChangeAspect="1"/>
          </p:cNvGraphicFramePr>
          <p:nvPr/>
        </p:nvGraphicFramePr>
        <p:xfrm>
          <a:off x="2767013" y="4462463"/>
          <a:ext cx="1843087" cy="538162"/>
        </p:xfrm>
        <a:graphic>
          <a:graphicData uri="http://schemas.openxmlformats.org/presentationml/2006/ole">
            <mc:AlternateContent xmlns:mc="http://schemas.openxmlformats.org/markup-compatibility/2006">
              <mc:Choice xmlns:v="urn:schemas-microsoft-com:vml" Requires="v">
                <p:oleObj spid="_x0000_s23595" name="Equation" r:id="rId4" imgW="660240" imgH="203040" progId="Equation.DSMT4">
                  <p:embed/>
                </p:oleObj>
              </mc:Choice>
              <mc:Fallback>
                <p:oleObj name="Equation" r:id="rId4" imgW="660240" imgH="203040" progId="Equation.DSMT4">
                  <p:embed/>
                  <p:pic>
                    <p:nvPicPr>
                      <p:cNvPr id="0" name="Object 8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67013" y="4462463"/>
                        <a:ext cx="1843087" cy="538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 name="Object 89"/>
          <p:cNvGraphicFramePr>
            <a:graphicFrameLocks noChangeAspect="1"/>
          </p:cNvGraphicFramePr>
          <p:nvPr/>
        </p:nvGraphicFramePr>
        <p:xfrm>
          <a:off x="2767013" y="5105400"/>
          <a:ext cx="1947862" cy="538163"/>
        </p:xfrm>
        <a:graphic>
          <a:graphicData uri="http://schemas.openxmlformats.org/presentationml/2006/ole">
            <mc:AlternateContent xmlns:mc="http://schemas.openxmlformats.org/markup-compatibility/2006">
              <mc:Choice xmlns:v="urn:schemas-microsoft-com:vml" Requires="v">
                <p:oleObj spid="_x0000_s23596" name="Equation" r:id="rId6" imgW="698400" imgH="203040" progId="Equation.DSMT4">
                  <p:embed/>
                </p:oleObj>
              </mc:Choice>
              <mc:Fallback>
                <p:oleObj name="Equation" r:id="rId6" imgW="698400" imgH="203040" progId="Equation.DSMT4">
                  <p:embed/>
                  <p:pic>
                    <p:nvPicPr>
                      <p:cNvPr id="0" name="Object 8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767013" y="5105400"/>
                        <a:ext cx="1947862" cy="5381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89"/>
          <p:cNvGraphicFramePr>
            <a:graphicFrameLocks noChangeAspect="1"/>
          </p:cNvGraphicFramePr>
          <p:nvPr/>
        </p:nvGraphicFramePr>
        <p:xfrm>
          <a:off x="3101975" y="5786438"/>
          <a:ext cx="1522413" cy="538162"/>
        </p:xfrm>
        <a:graphic>
          <a:graphicData uri="http://schemas.openxmlformats.org/presentationml/2006/ole">
            <mc:AlternateContent xmlns:mc="http://schemas.openxmlformats.org/markup-compatibility/2006">
              <mc:Choice xmlns:v="urn:schemas-microsoft-com:vml" Requires="v">
                <p:oleObj spid="_x0000_s23597" name="Equation" r:id="rId8" imgW="545760" imgH="203040" progId="Equation.DSMT4">
                  <p:embed/>
                </p:oleObj>
              </mc:Choice>
              <mc:Fallback>
                <p:oleObj name="Equation" r:id="rId8" imgW="545760" imgH="203040" progId="Equation.DSMT4">
                  <p:embed/>
                  <p:pic>
                    <p:nvPicPr>
                      <p:cNvPr id="0" name="Object 8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01975" y="5786438"/>
                        <a:ext cx="1522413" cy="538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TextBox 3"/>
          <p:cNvSpPr txBox="1">
            <a:spLocks noChangeArrowheads="1"/>
          </p:cNvSpPr>
          <p:nvPr/>
        </p:nvSpPr>
        <p:spPr bwMode="auto">
          <a:xfrm>
            <a:off x="357188" y="333375"/>
            <a:ext cx="61388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latin typeface="Calibri" panose="020F0502020204030204" pitchFamily="34" charset="0"/>
              </a:rPr>
              <a:t>4.2 </a:t>
            </a:r>
            <a:r>
              <a:rPr lang="zh-CN" altLang="en-US" sz="2800" b="1">
                <a:latin typeface="Calibri" panose="020F0502020204030204" pitchFamily="34" charset="0"/>
              </a:rPr>
              <a:t>理想气体宏观状态参量的微观本质</a:t>
            </a:r>
          </a:p>
        </p:txBody>
      </p:sp>
      <p:sp>
        <p:nvSpPr>
          <p:cNvPr id="24580" name="TextBox 4"/>
          <p:cNvSpPr txBox="1">
            <a:spLocks noChangeArrowheads="1"/>
          </p:cNvSpPr>
          <p:nvPr/>
        </p:nvSpPr>
        <p:spPr bwMode="auto">
          <a:xfrm>
            <a:off x="571500" y="1143000"/>
            <a:ext cx="52339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理想气体微观模型（一般理解）</a:t>
            </a:r>
          </a:p>
        </p:txBody>
      </p:sp>
      <p:sp>
        <p:nvSpPr>
          <p:cNvPr id="24581" name="TextBox 5"/>
          <p:cNvSpPr txBox="1">
            <a:spLocks noChangeArrowheads="1"/>
          </p:cNvSpPr>
          <p:nvPr/>
        </p:nvSpPr>
        <p:spPr bwMode="auto">
          <a:xfrm>
            <a:off x="571500" y="1905000"/>
            <a:ext cx="73977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理想气体体积、压强的微观解释（一般理解）</a:t>
            </a:r>
          </a:p>
        </p:txBody>
      </p:sp>
      <p:graphicFrame>
        <p:nvGraphicFramePr>
          <p:cNvPr id="13361" name="Object 49"/>
          <p:cNvGraphicFramePr>
            <a:graphicFrameLocks noChangeAspect="1"/>
          </p:cNvGraphicFramePr>
          <p:nvPr/>
        </p:nvGraphicFramePr>
        <p:xfrm>
          <a:off x="5048250" y="2571750"/>
          <a:ext cx="1452563" cy="884238"/>
        </p:xfrm>
        <a:graphic>
          <a:graphicData uri="http://schemas.openxmlformats.org/presentationml/2006/ole">
            <mc:AlternateContent xmlns:mc="http://schemas.openxmlformats.org/markup-compatibility/2006">
              <mc:Choice xmlns:v="urn:schemas-microsoft-com:vml" Requires="v">
                <p:oleObj spid="_x0000_s24594" name="Equation" r:id="rId4" imgW="1460160" imgH="888840" progId="Equation.DSMT4">
                  <p:embed/>
                </p:oleObj>
              </mc:Choice>
              <mc:Fallback>
                <p:oleObj name="Equation" r:id="rId4" imgW="1460160" imgH="888840" progId="Equation.DSMT4">
                  <p:embed/>
                  <p:pic>
                    <p:nvPicPr>
                      <p:cNvPr id="0" name="Object 4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48250" y="2571750"/>
                        <a:ext cx="1452563" cy="88423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4582" name="TextBox 7"/>
          <p:cNvSpPr txBox="1">
            <a:spLocks noChangeArrowheads="1"/>
          </p:cNvSpPr>
          <p:nvPr/>
        </p:nvSpPr>
        <p:spPr bwMode="auto">
          <a:xfrm>
            <a:off x="571500" y="2762250"/>
            <a:ext cx="41513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理想气体温度的微观解释</a:t>
            </a: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5" name="TextBox 3"/>
          <p:cNvSpPr txBox="1">
            <a:spLocks noChangeArrowheads="1"/>
          </p:cNvSpPr>
          <p:nvPr/>
        </p:nvSpPr>
        <p:spPr bwMode="auto">
          <a:xfrm>
            <a:off x="357188" y="333375"/>
            <a:ext cx="4695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latin typeface="Calibri" panose="020F0502020204030204" pitchFamily="34" charset="0"/>
              </a:rPr>
              <a:t>4.3 </a:t>
            </a:r>
            <a:r>
              <a:rPr lang="zh-CN" altLang="en-US" sz="2800" b="1">
                <a:latin typeface="Calibri" panose="020F0502020204030204" pitchFamily="34" charset="0"/>
              </a:rPr>
              <a:t>能量均分和理想气体内能</a:t>
            </a:r>
          </a:p>
        </p:txBody>
      </p:sp>
      <p:sp>
        <p:nvSpPr>
          <p:cNvPr id="25606" name="TextBox 4"/>
          <p:cNvSpPr txBox="1">
            <a:spLocks noChangeArrowheads="1"/>
          </p:cNvSpPr>
          <p:nvPr/>
        </p:nvSpPr>
        <p:spPr bwMode="auto">
          <a:xfrm>
            <a:off x="571500" y="1262063"/>
            <a:ext cx="1266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自由度</a:t>
            </a:r>
          </a:p>
        </p:txBody>
      </p:sp>
      <p:sp>
        <p:nvSpPr>
          <p:cNvPr id="25607" name="TextBox 5"/>
          <p:cNvSpPr txBox="1">
            <a:spLocks noChangeArrowheads="1"/>
          </p:cNvSpPr>
          <p:nvPr/>
        </p:nvSpPr>
        <p:spPr bwMode="auto">
          <a:xfrm>
            <a:off x="876300" y="1838325"/>
            <a:ext cx="74295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刚性分子：单原子</a:t>
            </a:r>
            <a:r>
              <a:rPr lang="en-US" altLang="zh-CN" sz="2800" b="1" i="1">
                <a:latin typeface="Times New Roman" panose="02020603050405020304" pitchFamily="18" charset="0"/>
                <a:cs typeface="Times New Roman" panose="02020603050405020304" pitchFamily="18" charset="0"/>
              </a:rPr>
              <a:t>i</a:t>
            </a:r>
            <a:r>
              <a:rPr lang="en-US" altLang="zh-CN" sz="2800" b="1">
                <a:latin typeface="Calibri" panose="020F0502020204030204" pitchFamily="34" charset="0"/>
              </a:rPr>
              <a:t>=3</a:t>
            </a:r>
            <a:r>
              <a:rPr lang="zh-CN" altLang="en-US" sz="2800" b="1">
                <a:latin typeface="Calibri" panose="020F0502020204030204" pitchFamily="34" charset="0"/>
              </a:rPr>
              <a:t>，双原子</a:t>
            </a:r>
            <a:r>
              <a:rPr lang="en-US" altLang="zh-CN" sz="2800" b="1" i="1">
                <a:latin typeface="Times New Roman" panose="02020603050405020304" pitchFamily="18" charset="0"/>
                <a:cs typeface="Times New Roman" panose="02020603050405020304" pitchFamily="18" charset="0"/>
              </a:rPr>
              <a:t>i</a:t>
            </a:r>
            <a:r>
              <a:rPr lang="en-US" altLang="zh-CN" sz="2800" b="1">
                <a:latin typeface="Calibri" panose="020F0502020204030204" pitchFamily="34" charset="0"/>
              </a:rPr>
              <a:t>=5</a:t>
            </a:r>
            <a:r>
              <a:rPr lang="zh-CN" altLang="en-US" sz="2800" b="1">
                <a:latin typeface="Calibri" panose="020F0502020204030204" pitchFamily="34" charset="0"/>
              </a:rPr>
              <a:t>，多原子</a:t>
            </a:r>
            <a:r>
              <a:rPr lang="en-US" altLang="zh-CN" sz="2800" b="1" i="1">
                <a:latin typeface="Times New Roman" panose="02020603050405020304" pitchFamily="18" charset="0"/>
                <a:cs typeface="Times New Roman" panose="02020603050405020304" pitchFamily="18" charset="0"/>
              </a:rPr>
              <a:t>i</a:t>
            </a:r>
            <a:r>
              <a:rPr lang="en-US" altLang="zh-CN" sz="2800" b="1">
                <a:latin typeface="Calibri" panose="020F0502020204030204" pitchFamily="34" charset="0"/>
              </a:rPr>
              <a:t>=6</a:t>
            </a:r>
            <a:endParaRPr lang="zh-CN" altLang="en-US" sz="2800" b="1">
              <a:latin typeface="Calibri" panose="020F0502020204030204" pitchFamily="34" charset="0"/>
            </a:endParaRPr>
          </a:p>
        </p:txBody>
      </p:sp>
      <p:sp>
        <p:nvSpPr>
          <p:cNvPr id="25608" name="TextBox 6"/>
          <p:cNvSpPr txBox="1">
            <a:spLocks noChangeArrowheads="1"/>
          </p:cNvSpPr>
          <p:nvPr/>
        </p:nvSpPr>
        <p:spPr bwMode="auto">
          <a:xfrm>
            <a:off x="571500" y="2971800"/>
            <a:ext cx="16271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能量均分</a:t>
            </a:r>
          </a:p>
        </p:txBody>
      </p:sp>
      <p:graphicFrame>
        <p:nvGraphicFramePr>
          <p:cNvPr id="52229" name="Object 5"/>
          <p:cNvGraphicFramePr>
            <a:graphicFrameLocks noChangeAspect="1"/>
          </p:cNvGraphicFramePr>
          <p:nvPr/>
        </p:nvGraphicFramePr>
        <p:xfrm>
          <a:off x="1406525" y="3500438"/>
          <a:ext cx="4962525" cy="850900"/>
        </p:xfrm>
        <a:graphic>
          <a:graphicData uri="http://schemas.openxmlformats.org/presentationml/2006/ole">
            <mc:AlternateContent xmlns:mc="http://schemas.openxmlformats.org/markup-compatibility/2006">
              <mc:Choice xmlns:v="urn:schemas-microsoft-com:vml" Requires="v">
                <p:oleObj spid="_x0000_s25643" name="Equation" r:id="rId4" imgW="2298600" imgH="393480" progId="Equation.DSMT4">
                  <p:embed/>
                </p:oleObj>
              </mc:Choice>
              <mc:Fallback>
                <p:oleObj name="Equation" r:id="rId4" imgW="2298600" imgH="39348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406525" y="3500438"/>
                        <a:ext cx="4962525" cy="850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2230" name="Object 6"/>
          <p:cNvGraphicFramePr>
            <a:graphicFrameLocks noChangeAspect="1"/>
          </p:cNvGraphicFramePr>
          <p:nvPr/>
        </p:nvGraphicFramePr>
        <p:xfrm>
          <a:off x="6370638" y="3471863"/>
          <a:ext cx="1058862" cy="885825"/>
        </p:xfrm>
        <a:graphic>
          <a:graphicData uri="http://schemas.openxmlformats.org/presentationml/2006/ole">
            <mc:AlternateContent xmlns:mc="http://schemas.openxmlformats.org/markup-compatibility/2006">
              <mc:Choice xmlns:v="urn:schemas-microsoft-com:vml" Requires="v">
                <p:oleObj spid="_x0000_s25644" name="Equation" r:id="rId6" imgW="469800" imgH="393480" progId="Equation.DSMT4">
                  <p:embed/>
                </p:oleObj>
              </mc:Choice>
              <mc:Fallback>
                <p:oleObj name="Equation" r:id="rId6" imgW="469800" imgH="393480" progId="Equation.DSMT4">
                  <p:embed/>
                  <p:pic>
                    <p:nvPicPr>
                      <p:cNvPr id="0" name="Object 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370638" y="3471863"/>
                        <a:ext cx="1058862" cy="885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5609" name="TextBox 9"/>
          <p:cNvSpPr txBox="1">
            <a:spLocks noChangeArrowheads="1"/>
          </p:cNvSpPr>
          <p:nvPr/>
        </p:nvSpPr>
        <p:spPr bwMode="auto">
          <a:xfrm>
            <a:off x="571500" y="4905375"/>
            <a:ext cx="23479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理想气体内能</a:t>
            </a:r>
          </a:p>
        </p:txBody>
      </p:sp>
      <p:graphicFrame>
        <p:nvGraphicFramePr>
          <p:cNvPr id="17422" name="Object 14"/>
          <p:cNvGraphicFramePr>
            <a:graphicFrameLocks noChangeAspect="1"/>
          </p:cNvGraphicFramePr>
          <p:nvPr/>
        </p:nvGraphicFramePr>
        <p:xfrm>
          <a:off x="2500313" y="5291138"/>
          <a:ext cx="2932112" cy="995362"/>
        </p:xfrm>
        <a:graphic>
          <a:graphicData uri="http://schemas.openxmlformats.org/presentationml/2006/ole">
            <mc:AlternateContent xmlns:mc="http://schemas.openxmlformats.org/markup-compatibility/2006">
              <mc:Choice xmlns:v="urn:schemas-microsoft-com:vml" Requires="v">
                <p:oleObj spid="_x0000_s25645" name="Equation" r:id="rId8" imgW="1231560" imgH="393480" progId="Equation.DSMT4">
                  <p:embed/>
                </p:oleObj>
              </mc:Choice>
              <mc:Fallback>
                <p:oleObj name="Equation" r:id="rId8" imgW="1231560" imgH="393480" progId="Equation.DSMT4">
                  <p:embed/>
                  <p:pic>
                    <p:nvPicPr>
                      <p:cNvPr id="0" name="Object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500313" y="5291138"/>
                        <a:ext cx="2932112" cy="995362"/>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ext Box 9"/>
          <p:cNvSpPr txBox="1">
            <a:spLocks noChangeArrowheads="1"/>
          </p:cNvSpPr>
          <p:nvPr/>
        </p:nvSpPr>
        <p:spPr bwMode="auto">
          <a:xfrm>
            <a:off x="131763" y="131763"/>
            <a:ext cx="18859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rgbClr val="0000FF"/>
                </a:solidFill>
                <a:sym typeface="Symbol" panose="05050102010706020507" pitchFamily="18" charset="2"/>
              </a:rPr>
              <a:t>【</a:t>
            </a:r>
            <a:r>
              <a:rPr lang="zh-CN" altLang="en-US" sz="2800">
                <a:solidFill>
                  <a:srgbClr val="0000FF"/>
                </a:solidFill>
              </a:rPr>
              <a:t>例</a:t>
            </a:r>
            <a:r>
              <a:rPr lang="en-US" altLang="zh-CN" sz="2800">
                <a:solidFill>
                  <a:srgbClr val="0000FF"/>
                </a:solidFill>
              </a:rPr>
              <a:t>】</a:t>
            </a:r>
          </a:p>
        </p:txBody>
      </p:sp>
      <p:sp>
        <p:nvSpPr>
          <p:cNvPr id="56323" name="矩形 5"/>
          <p:cNvSpPr>
            <a:spLocks noChangeArrowheads="1"/>
          </p:cNvSpPr>
          <p:nvPr/>
        </p:nvSpPr>
        <p:spPr bwMode="auto">
          <a:xfrm>
            <a:off x="1471613" y="-4763"/>
            <a:ext cx="7453312" cy="20320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zh-CN" sz="2800" b="1">
                <a:cs typeface="Times New Roman" panose="02020603050405020304" pitchFamily="18" charset="0"/>
              </a:rPr>
              <a:t>在标准状态下，若</a:t>
            </a:r>
            <a:r>
              <a:rPr lang="zh-CN" altLang="en-US" sz="2800" b="1">
                <a:cs typeface="Times New Roman" panose="02020603050405020304" pitchFamily="18" charset="0"/>
              </a:rPr>
              <a:t>甲烷</a:t>
            </a:r>
            <a:r>
              <a:rPr lang="zh-CN" altLang="zh-CN" sz="2800" b="1">
                <a:cs typeface="Times New Roman" panose="02020603050405020304" pitchFamily="18" charset="0"/>
              </a:rPr>
              <a:t>和氧气（</a:t>
            </a:r>
            <a:r>
              <a:rPr lang="zh-CN" altLang="en-US" sz="2800" b="1">
                <a:cs typeface="Times New Roman" panose="02020603050405020304" pitchFamily="18" charset="0"/>
              </a:rPr>
              <a:t>均</a:t>
            </a:r>
            <a:r>
              <a:rPr lang="zh-CN" altLang="zh-CN" sz="2800" b="1">
                <a:cs typeface="Times New Roman" panose="02020603050405020304" pitchFamily="18" charset="0"/>
              </a:rPr>
              <a:t>视为刚性分子的理想气体）的体积之比为</a:t>
            </a:r>
            <a:r>
              <a:rPr lang="en-US" altLang="zh-CN" sz="2800" b="1" i="1"/>
              <a:t>V</a:t>
            </a:r>
            <a:r>
              <a:rPr lang="en-US" altLang="zh-CN" sz="2800" b="1" baseline="-25000"/>
              <a:t>CH4</a:t>
            </a:r>
            <a:r>
              <a:rPr lang="en-US" altLang="zh-CN" sz="2800" b="1"/>
              <a:t>/</a:t>
            </a:r>
            <a:r>
              <a:rPr lang="en-US" altLang="zh-CN" sz="2800" b="1" i="1"/>
              <a:t>V</a:t>
            </a:r>
            <a:r>
              <a:rPr lang="en-US" altLang="zh-CN" sz="2800" b="1" baseline="-25000"/>
              <a:t>O2</a:t>
            </a:r>
            <a:r>
              <a:rPr lang="en-US" altLang="zh-CN" sz="2800" b="1"/>
              <a:t>=1/2</a:t>
            </a:r>
            <a:r>
              <a:rPr lang="zh-CN" altLang="zh-CN" sz="2800" b="1">
                <a:cs typeface="Times New Roman" panose="02020603050405020304" pitchFamily="18" charset="0"/>
              </a:rPr>
              <a:t>，则其内能之比</a:t>
            </a:r>
            <a:r>
              <a:rPr lang="en-US" altLang="zh-CN" sz="2800" b="1" i="1"/>
              <a:t>U</a:t>
            </a:r>
            <a:r>
              <a:rPr lang="en-US" altLang="zh-CN" sz="2800" b="1" baseline="-25000"/>
              <a:t>CH4</a:t>
            </a:r>
            <a:r>
              <a:rPr lang="en-US" altLang="zh-CN" sz="2800" b="1"/>
              <a:t>/</a:t>
            </a:r>
            <a:r>
              <a:rPr lang="en-US" altLang="zh-CN" sz="2800" b="1" i="1"/>
              <a:t>U</a:t>
            </a:r>
            <a:r>
              <a:rPr lang="en-US" altLang="zh-CN" sz="2800" b="1" baseline="-25000"/>
              <a:t>O2</a:t>
            </a:r>
            <a:r>
              <a:rPr lang="zh-CN" altLang="zh-CN" sz="2800" b="1">
                <a:cs typeface="Times New Roman" panose="02020603050405020304" pitchFamily="18" charset="0"/>
              </a:rPr>
              <a:t>为 </a:t>
            </a:r>
            <a:endParaRPr lang="zh-CN" altLang="en-US" sz="2800" b="1"/>
          </a:p>
        </p:txBody>
      </p:sp>
      <p:sp>
        <p:nvSpPr>
          <p:cNvPr id="5124" name="文本框 6"/>
          <p:cNvSpPr txBox="1">
            <a:spLocks noChangeArrowheads="1"/>
          </p:cNvSpPr>
          <p:nvPr/>
        </p:nvSpPr>
        <p:spPr bwMode="auto">
          <a:xfrm>
            <a:off x="338138" y="2584450"/>
            <a:ext cx="10080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solidFill>
                  <a:srgbClr val="0000FF"/>
                </a:solidFill>
              </a:rPr>
              <a:t>解：</a:t>
            </a:r>
          </a:p>
        </p:txBody>
      </p:sp>
      <p:sp>
        <p:nvSpPr>
          <p:cNvPr id="5125" name="矩形 7"/>
          <p:cNvSpPr>
            <a:spLocks noChangeArrowheads="1"/>
          </p:cNvSpPr>
          <p:nvPr/>
        </p:nvSpPr>
        <p:spPr bwMode="auto">
          <a:xfrm>
            <a:off x="1243013" y="2586038"/>
            <a:ext cx="22256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a:solidFill>
                  <a:srgbClr val="0000FF"/>
                </a:solidFill>
              </a:rPr>
              <a:t> </a:t>
            </a:r>
            <a:r>
              <a:rPr lang="en-US" altLang="zh-CN" sz="2800" b="1" i="1" dirty="0"/>
              <a:t>V</a:t>
            </a:r>
            <a:r>
              <a:rPr lang="en-US" altLang="zh-CN" sz="2800" b="1" baseline="-25000" dirty="0"/>
              <a:t>CH4</a:t>
            </a:r>
            <a:r>
              <a:rPr lang="en-US" altLang="zh-CN" sz="2800" b="1" dirty="0"/>
              <a:t>/</a:t>
            </a:r>
            <a:r>
              <a:rPr lang="en-US" altLang="zh-CN" sz="2800" b="1" i="1" dirty="0"/>
              <a:t>V</a:t>
            </a:r>
            <a:r>
              <a:rPr lang="en-US" altLang="zh-CN" sz="2800" b="1" baseline="-25000" dirty="0"/>
              <a:t>O2</a:t>
            </a:r>
            <a:r>
              <a:rPr lang="en-US" altLang="zh-CN" sz="2800" b="1" dirty="0"/>
              <a:t>=1/2</a:t>
            </a:r>
            <a:endParaRPr lang="zh-CN" altLang="en-US" sz="2800" b="1" dirty="0"/>
          </a:p>
        </p:txBody>
      </p:sp>
      <p:sp>
        <p:nvSpPr>
          <p:cNvPr id="9" name="文本框 8"/>
          <p:cNvSpPr txBox="1">
            <a:spLocks noChangeArrowheads="1"/>
          </p:cNvSpPr>
          <p:nvPr/>
        </p:nvSpPr>
        <p:spPr bwMode="auto">
          <a:xfrm>
            <a:off x="4565650" y="2587625"/>
            <a:ext cx="38782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a:t>两种气体分子数比为</a:t>
            </a:r>
            <a:r>
              <a:rPr lang="en-US" altLang="zh-CN" sz="2800" b="1" dirty="0"/>
              <a:t>1:2</a:t>
            </a:r>
            <a:endParaRPr lang="zh-CN" altLang="en-US" sz="2800" b="1" dirty="0"/>
          </a:p>
        </p:txBody>
      </p:sp>
      <p:sp>
        <p:nvSpPr>
          <p:cNvPr id="10" name="右箭头 9"/>
          <p:cNvSpPr>
            <a:spLocks noChangeArrowheads="1"/>
          </p:cNvSpPr>
          <p:nvPr/>
        </p:nvSpPr>
        <p:spPr bwMode="auto">
          <a:xfrm>
            <a:off x="3984625" y="2684463"/>
            <a:ext cx="477838" cy="385762"/>
          </a:xfrm>
          <a:prstGeom prst="rightArrow">
            <a:avLst>
              <a:gd name="adj1" fmla="val 50000"/>
              <a:gd name="adj2" fmla="val 49989"/>
            </a:avLst>
          </a:prstGeom>
          <a:solidFill>
            <a:schemeClr val="accent1"/>
          </a:solidFill>
          <a:ln w="12699" algn="ctr">
            <a:solidFill>
              <a:schemeClr val="accent1"/>
            </a:solidFill>
            <a:round/>
            <a:headEnd type="none" w="sm" len="sm"/>
            <a:tailEnd type="none" w="sm" len="sm"/>
          </a:ln>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a:p>
        </p:txBody>
      </p:sp>
      <p:sp>
        <p:nvSpPr>
          <p:cNvPr id="11" name="文本框 10"/>
          <p:cNvSpPr txBox="1">
            <a:spLocks noChangeArrowheads="1"/>
          </p:cNvSpPr>
          <p:nvPr/>
        </p:nvSpPr>
        <p:spPr bwMode="auto">
          <a:xfrm>
            <a:off x="1471613" y="3619500"/>
            <a:ext cx="75326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dirty="0"/>
              <a:t>刚性分子理想气体，能量均分定理给出</a:t>
            </a:r>
          </a:p>
        </p:txBody>
      </p:sp>
      <p:sp>
        <p:nvSpPr>
          <p:cNvPr id="13" name="文本框 12"/>
          <p:cNvSpPr txBox="1">
            <a:spLocks noRot="1" noChangeAspect="1" noMove="1" noResize="1" noEditPoints="1" noAdjustHandles="1" noChangeArrowheads="1" noChangeShapeType="1" noTextEdit="1"/>
          </p:cNvSpPr>
          <p:nvPr/>
        </p:nvSpPr>
        <p:spPr>
          <a:xfrm>
            <a:off x="2272623" y="4700649"/>
            <a:ext cx="2289986" cy="921984"/>
          </a:xfrm>
          <a:prstGeom prst="rect">
            <a:avLst/>
          </a:prstGeom>
          <a:blipFill>
            <a:blip r:embed="rId3"/>
            <a:stretch>
              <a:fillRect/>
            </a:stretch>
          </a:blipFill>
        </p:spPr>
        <p:txBody>
          <a:bodyPr/>
          <a:lstStyle/>
          <a:p>
            <a:pPr>
              <a:defRPr/>
            </a:pPr>
            <a:r>
              <a:rPr lang="zh-CN" altLang="en-US">
                <a:noFill/>
                <a:latin typeface="Arial" charset="0"/>
                <a:ea typeface="宋体" charset="-122"/>
              </a:rPr>
              <a:t> </a:t>
            </a:r>
          </a:p>
        </p:txBody>
      </p:sp>
      <p:sp>
        <p:nvSpPr>
          <p:cNvPr id="14" name="文本框 13"/>
          <p:cNvSpPr txBox="1">
            <a:spLocks noRot="1" noChangeAspect="1" noMove="1" noResize="1" noEditPoints="1" noAdjustHandles="1" noChangeArrowheads="1" noChangeShapeType="1" noTextEdit="1"/>
          </p:cNvSpPr>
          <p:nvPr/>
        </p:nvSpPr>
        <p:spPr>
          <a:xfrm>
            <a:off x="5416090" y="4690647"/>
            <a:ext cx="2089610" cy="931986"/>
          </a:xfrm>
          <a:prstGeom prst="rect">
            <a:avLst/>
          </a:prstGeom>
          <a:blipFill>
            <a:blip r:embed="rId4"/>
            <a:stretch>
              <a:fillRect/>
            </a:stretch>
          </a:blipFill>
        </p:spPr>
        <p:txBody>
          <a:bodyPr/>
          <a:lstStyle/>
          <a:p>
            <a:pPr>
              <a:defRPr/>
            </a:pPr>
            <a:r>
              <a:rPr lang="zh-CN" altLang="en-US">
                <a:noFill/>
                <a:latin typeface="Arial" charset="0"/>
                <a:ea typeface="宋体" charset="-122"/>
              </a:rPr>
              <a:t> </a:t>
            </a:r>
          </a:p>
        </p:txBody>
      </p:sp>
      <p:sp>
        <p:nvSpPr>
          <p:cNvPr id="16" name="文本框 15"/>
          <p:cNvSpPr txBox="1">
            <a:spLocks noChangeArrowheads="1"/>
          </p:cNvSpPr>
          <p:nvPr/>
        </p:nvSpPr>
        <p:spPr bwMode="auto">
          <a:xfrm>
            <a:off x="3228975" y="6072188"/>
            <a:ext cx="26654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cs typeface="Times New Roman" panose="02020603050405020304" pitchFamily="18" charset="0"/>
              </a:rPr>
              <a:t>⸫ </a:t>
            </a:r>
            <a:r>
              <a:rPr lang="en-US" altLang="zh-CN" sz="2800" b="1" i="1"/>
              <a:t>U</a:t>
            </a:r>
            <a:r>
              <a:rPr lang="en-US" altLang="zh-CN" sz="2800" b="1" baseline="-25000"/>
              <a:t>CH4</a:t>
            </a:r>
            <a:r>
              <a:rPr lang="en-US" altLang="zh-CN" sz="2800" b="1"/>
              <a:t>/</a:t>
            </a:r>
            <a:r>
              <a:rPr lang="en-US" altLang="zh-CN" sz="2800" b="1" i="1"/>
              <a:t>U</a:t>
            </a:r>
            <a:r>
              <a:rPr lang="en-US" altLang="zh-CN" sz="2800" b="1" baseline="-25000"/>
              <a:t>O2</a:t>
            </a:r>
            <a:r>
              <a:rPr lang="en-US" altLang="zh-CN" sz="2800" b="1"/>
              <a:t>=3:5</a:t>
            </a:r>
            <a:endParaRPr lang="zh-CN" altLang="en-US" sz="2800" b="1"/>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124"/>
                                        </p:tgtEl>
                                        <p:attrNameLst>
                                          <p:attrName>style.visibility</p:attrName>
                                        </p:attrNameLst>
                                      </p:cBhvr>
                                      <p:to>
                                        <p:strVal val="visible"/>
                                      </p:to>
                                    </p:set>
                                    <p:animEffect transition="in" filter="blinds(horizontal)">
                                      <p:cBhvr>
                                        <p:cTn id="7" dur="500"/>
                                        <p:tgtEl>
                                          <p:spTgt spid="512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125"/>
                                        </p:tgtEl>
                                        <p:attrNameLst>
                                          <p:attrName>style.visibility</p:attrName>
                                        </p:attrNameLst>
                                      </p:cBhvr>
                                      <p:to>
                                        <p:strVal val="visible"/>
                                      </p:to>
                                    </p:set>
                                    <p:animEffect transition="in" filter="blinds(horizontal)">
                                      <p:cBhvr>
                                        <p:cTn id="12" dur="500"/>
                                        <p:tgtEl>
                                          <p:spTgt spid="5125"/>
                                        </p:tgtEl>
                                      </p:cBhvr>
                                    </p:animEffec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2" presetClass="entr" presetSubtype="4" fill="hold" nodeType="clickEffect">
                                  <p:stCondLst>
                                    <p:cond delay="0"/>
                                  </p:stCondLst>
                                  <p:childTnLst>
                                    <p:set>
                                      <p:cBhvr>
                                        <p:cTn id="25" dur="1" fill="hold">
                                          <p:stCondLst>
                                            <p:cond delay="0"/>
                                          </p:stCondLst>
                                        </p:cTn>
                                        <p:tgtEl>
                                          <p:spTgt spid="13"/>
                                        </p:tgtEl>
                                        <p:attrNameLst>
                                          <p:attrName>style.visibility</p:attrName>
                                        </p:attrNameLst>
                                      </p:cBhvr>
                                      <p:to>
                                        <p:strVal val="visible"/>
                                      </p:to>
                                    </p:set>
                                    <p:animEffect transition="in" filter="wipe(down)">
                                      <p:cBhvr>
                                        <p:cTn id="26" dur="500"/>
                                        <p:tgtEl>
                                          <p:spTgt spid="13"/>
                                        </p:tgtEl>
                                      </p:cBhvr>
                                    </p:animEffect>
                                  </p:childTnLst>
                                </p:cTn>
                              </p:par>
                              <p:par>
                                <p:cTn id="27" presetID="22" presetClass="entr" presetSubtype="4" fill="hold" nodeType="with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wipe(down)">
                                      <p:cBhvr>
                                        <p:cTn id="29" dur="500"/>
                                        <p:tgtEl>
                                          <p:spTgt spid="14"/>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6" presetClass="entr" presetSubtype="16" fill="hold" grpId="0"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circle(in)">
                                      <p:cBhvr>
                                        <p:cTn id="34" dur="75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4" grpId="0"/>
      <p:bldP spid="5125" grpId="0"/>
      <p:bldP spid="9" grpId="0"/>
      <p:bldP spid="10" grpId="0" animBg="1"/>
      <p:bldP spid="11" grpId="0"/>
      <p:bldP spid="1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33" name="TextBox 3"/>
          <p:cNvSpPr txBox="1">
            <a:spLocks noChangeArrowheads="1"/>
          </p:cNvSpPr>
          <p:nvPr/>
        </p:nvSpPr>
        <p:spPr bwMode="auto">
          <a:xfrm>
            <a:off x="357188" y="333375"/>
            <a:ext cx="36131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latin typeface="Calibri" panose="020F0502020204030204" pitchFamily="34" charset="0"/>
              </a:rPr>
              <a:t>4.4 </a:t>
            </a:r>
            <a:r>
              <a:rPr lang="zh-CN" altLang="en-US" sz="2800" b="1">
                <a:latin typeface="Calibri" panose="020F0502020204030204" pitchFamily="34" charset="0"/>
              </a:rPr>
              <a:t>麦克斯韦速率分布</a:t>
            </a:r>
          </a:p>
        </p:txBody>
      </p:sp>
      <p:sp>
        <p:nvSpPr>
          <p:cNvPr id="26634" name="TextBox 4"/>
          <p:cNvSpPr txBox="1">
            <a:spLocks noChangeArrowheads="1"/>
          </p:cNvSpPr>
          <p:nvPr/>
        </p:nvSpPr>
        <p:spPr bwMode="auto">
          <a:xfrm>
            <a:off x="571500" y="1143000"/>
            <a:ext cx="30702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分子速率分布函数</a:t>
            </a:r>
          </a:p>
        </p:txBody>
      </p:sp>
      <p:graphicFrame>
        <p:nvGraphicFramePr>
          <p:cNvPr id="126984" name="Object 8"/>
          <p:cNvGraphicFramePr>
            <a:graphicFrameLocks noChangeAspect="1"/>
          </p:cNvGraphicFramePr>
          <p:nvPr/>
        </p:nvGraphicFramePr>
        <p:xfrm>
          <a:off x="2603500" y="1665288"/>
          <a:ext cx="2611438" cy="842962"/>
        </p:xfrm>
        <a:graphic>
          <a:graphicData uri="http://schemas.openxmlformats.org/presentationml/2006/ole">
            <mc:AlternateContent xmlns:mc="http://schemas.openxmlformats.org/markup-compatibility/2006">
              <mc:Choice xmlns:v="urn:schemas-microsoft-com:vml" Requires="v">
                <p:oleObj spid="_x0000_s26717" name="Equation" r:id="rId4" imgW="876240" imgH="330120" progId="Equation.DSMT4">
                  <p:embed/>
                </p:oleObj>
              </mc:Choice>
              <mc:Fallback>
                <p:oleObj name="Equation" r:id="rId4" imgW="876240" imgH="330120" progId="Equation.DSMT4">
                  <p:embed/>
                  <p:pic>
                    <p:nvPicPr>
                      <p:cNvPr id="0" name="Object 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03500" y="1665288"/>
                        <a:ext cx="2611438" cy="842962"/>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635" name="TextBox 6"/>
          <p:cNvSpPr txBox="1">
            <a:spLocks noChangeArrowheads="1"/>
          </p:cNvSpPr>
          <p:nvPr/>
        </p:nvSpPr>
        <p:spPr bwMode="auto">
          <a:xfrm>
            <a:off x="1428750" y="1857375"/>
            <a:ext cx="1266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归一化</a:t>
            </a:r>
          </a:p>
        </p:txBody>
      </p:sp>
      <p:graphicFrame>
        <p:nvGraphicFramePr>
          <p:cNvPr id="3" name="Object 8"/>
          <p:cNvGraphicFramePr>
            <a:graphicFrameLocks noChangeAspect="1"/>
          </p:cNvGraphicFramePr>
          <p:nvPr/>
        </p:nvGraphicFramePr>
        <p:xfrm>
          <a:off x="6000750" y="1830388"/>
          <a:ext cx="1739900" cy="527050"/>
        </p:xfrm>
        <a:graphic>
          <a:graphicData uri="http://schemas.openxmlformats.org/presentationml/2006/ole">
            <mc:AlternateContent xmlns:mc="http://schemas.openxmlformats.org/markup-compatibility/2006">
              <mc:Choice xmlns:v="urn:schemas-microsoft-com:vml" Requires="v">
                <p:oleObj spid="_x0000_s26718" name="Equation" r:id="rId6" imgW="571320" imgH="203040" progId="Equation.DSMT4">
                  <p:embed/>
                </p:oleObj>
              </mc:Choice>
              <mc:Fallback>
                <p:oleObj name="Equation" r:id="rId6" imgW="571320" imgH="203040" progId="Equation.DSMT4">
                  <p:embed/>
                  <p:pic>
                    <p:nvPicPr>
                      <p:cNvPr id="0" name="Object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000750" y="1830388"/>
                        <a:ext cx="1739900" cy="52705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636" name="Rectangle 9"/>
          <p:cNvSpPr>
            <a:spLocks noChangeArrowheads="1"/>
          </p:cNvSpPr>
          <p:nvPr/>
        </p:nvSpPr>
        <p:spPr bwMode="auto">
          <a:xfrm>
            <a:off x="1357313" y="2671763"/>
            <a:ext cx="1620837"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t>平均速率</a:t>
            </a:r>
          </a:p>
        </p:txBody>
      </p:sp>
      <p:graphicFrame>
        <p:nvGraphicFramePr>
          <p:cNvPr id="26628" name="Object 14"/>
          <p:cNvGraphicFramePr>
            <a:graphicFrameLocks noChangeAspect="1"/>
          </p:cNvGraphicFramePr>
          <p:nvPr/>
        </p:nvGraphicFramePr>
        <p:xfrm>
          <a:off x="4716463" y="2528888"/>
          <a:ext cx="1498600" cy="757237"/>
        </p:xfrm>
        <a:graphic>
          <a:graphicData uri="http://schemas.openxmlformats.org/presentationml/2006/ole">
            <mc:AlternateContent xmlns:mc="http://schemas.openxmlformats.org/markup-compatibility/2006">
              <mc:Choice xmlns:v="urn:schemas-microsoft-com:vml" Requires="v">
                <p:oleObj spid="_x0000_s26719" name="Equation" r:id="rId8" imgW="723600" imgH="330120" progId="Equation.DSMT4">
                  <p:embed/>
                </p:oleObj>
              </mc:Choice>
              <mc:Fallback>
                <p:oleObj name="Equation" r:id="rId8" imgW="723600" imgH="330120" progId="Equation.DSMT4">
                  <p:embed/>
                  <p:pic>
                    <p:nvPicPr>
                      <p:cNvPr id="0" name="Object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716463" y="2528888"/>
                        <a:ext cx="1498600" cy="757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637" name="Rectangle 10"/>
          <p:cNvSpPr>
            <a:spLocks noChangeArrowheads="1"/>
          </p:cNvSpPr>
          <p:nvPr/>
        </p:nvSpPr>
        <p:spPr bwMode="auto">
          <a:xfrm>
            <a:off x="1357313" y="3429000"/>
            <a:ext cx="23383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t>平均平动动能</a:t>
            </a:r>
          </a:p>
        </p:txBody>
      </p:sp>
      <p:graphicFrame>
        <p:nvGraphicFramePr>
          <p:cNvPr id="26629" name="Object 23"/>
          <p:cNvGraphicFramePr>
            <a:graphicFrameLocks noChangeAspect="1"/>
          </p:cNvGraphicFramePr>
          <p:nvPr/>
        </p:nvGraphicFramePr>
        <p:xfrm>
          <a:off x="4673600" y="3286125"/>
          <a:ext cx="1898650" cy="846138"/>
        </p:xfrm>
        <a:graphic>
          <a:graphicData uri="http://schemas.openxmlformats.org/presentationml/2006/ole">
            <mc:AlternateContent xmlns:mc="http://schemas.openxmlformats.org/markup-compatibility/2006">
              <mc:Choice xmlns:v="urn:schemas-microsoft-com:vml" Requires="v">
                <p:oleObj spid="_x0000_s26720" name="Equation" r:id="rId10" imgW="1079280" imgH="393480" progId="Equation.DSMT4">
                  <p:embed/>
                </p:oleObj>
              </mc:Choice>
              <mc:Fallback>
                <p:oleObj name="Equation" r:id="rId10" imgW="1079280" imgH="393480" progId="Equation.DSMT4">
                  <p:embed/>
                  <p:pic>
                    <p:nvPicPr>
                      <p:cNvPr id="0" name="Object 2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673600" y="3286125"/>
                        <a:ext cx="1898650" cy="846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6638" name="Text Box 8"/>
          <p:cNvSpPr txBox="1">
            <a:spLocks noChangeArrowheads="1"/>
          </p:cNvSpPr>
          <p:nvPr/>
        </p:nvSpPr>
        <p:spPr bwMode="auto">
          <a:xfrm>
            <a:off x="1357313" y="5546725"/>
            <a:ext cx="3252787"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t>速率为 </a:t>
            </a:r>
            <a:r>
              <a:rPr lang="en-US" altLang="zh-CN" sz="2800" b="1" i="1">
                <a:latin typeface="Bookman Old Style" panose="02050604050505020204" pitchFamily="18" charset="0"/>
              </a:rPr>
              <a:t>v</a:t>
            </a:r>
            <a:r>
              <a:rPr lang="en-US" altLang="zh-CN" sz="2800" b="1" baseline="-25000"/>
              <a:t>1</a:t>
            </a:r>
            <a:r>
              <a:rPr lang="en-US" altLang="zh-CN" sz="2800" b="1"/>
              <a:t> </a:t>
            </a:r>
            <a:r>
              <a:rPr lang="zh-CN" altLang="en-US" sz="2800" b="1"/>
              <a:t>到 </a:t>
            </a:r>
            <a:r>
              <a:rPr lang="en-US" altLang="zh-CN" sz="2800" b="1" i="1">
                <a:latin typeface="Bookman Old Style" panose="02050604050505020204" pitchFamily="18" charset="0"/>
              </a:rPr>
              <a:t>v</a:t>
            </a:r>
            <a:r>
              <a:rPr lang="en-US" altLang="zh-CN" sz="2800" b="1" baseline="-25000"/>
              <a:t>2</a:t>
            </a:r>
            <a:r>
              <a:rPr lang="en-US" altLang="zh-CN" sz="2800" b="1"/>
              <a:t> </a:t>
            </a:r>
            <a:r>
              <a:rPr lang="zh-CN" altLang="en-US" sz="2800" b="1"/>
              <a:t>的分子的平均速率</a:t>
            </a:r>
          </a:p>
        </p:txBody>
      </p:sp>
      <p:graphicFrame>
        <p:nvGraphicFramePr>
          <p:cNvPr id="26630" name="Object 16"/>
          <p:cNvGraphicFramePr>
            <a:graphicFrameLocks noChangeAspect="1"/>
          </p:cNvGraphicFramePr>
          <p:nvPr/>
        </p:nvGraphicFramePr>
        <p:xfrm>
          <a:off x="4911725" y="5213350"/>
          <a:ext cx="1517650" cy="1501775"/>
        </p:xfrm>
        <a:graphic>
          <a:graphicData uri="http://schemas.openxmlformats.org/presentationml/2006/ole">
            <mc:AlternateContent xmlns:mc="http://schemas.openxmlformats.org/markup-compatibility/2006">
              <mc:Choice xmlns:v="urn:schemas-microsoft-com:vml" Requires="v">
                <p:oleObj spid="_x0000_s26721" name="Equation" r:id="rId12" imgW="774360" imgH="685800" progId="Equation.DSMT4">
                  <p:embed/>
                </p:oleObj>
              </mc:Choice>
              <mc:Fallback>
                <p:oleObj name="Equation" r:id="rId12" imgW="774360" imgH="685800" progId="Equation.DSMT4">
                  <p:embed/>
                  <p:pic>
                    <p:nvPicPr>
                      <p:cNvPr id="0" name="Object 1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911725" y="5213350"/>
                        <a:ext cx="1517650" cy="1501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26631" name="Object 7"/>
          <p:cNvGraphicFramePr>
            <a:graphicFrameLocks noChangeAspect="1"/>
          </p:cNvGraphicFramePr>
          <p:nvPr/>
        </p:nvGraphicFramePr>
        <p:xfrm flipH="1">
          <a:off x="6538913" y="1735138"/>
          <a:ext cx="112712" cy="207962"/>
        </p:xfrm>
        <a:graphic>
          <a:graphicData uri="http://schemas.openxmlformats.org/presentationml/2006/ole">
            <mc:AlternateContent xmlns:mc="http://schemas.openxmlformats.org/markup-compatibility/2006">
              <mc:Choice xmlns:v="urn:schemas-microsoft-com:vml" Requires="v">
                <p:oleObj spid="_x0000_s26722" name="Equation" r:id="rId14" imgW="114120" imgH="215640" progId="Equation.DSMT4">
                  <p:embed/>
                </p:oleObj>
              </mc:Choice>
              <mc:Fallback>
                <p:oleObj name="Equation" r:id="rId14" imgW="114120" imgH="215640" progId="Equation.DSMT4">
                  <p:embed/>
                  <p:pic>
                    <p:nvPicPr>
                      <p:cNvPr id="0" name="Object 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flipH="1">
                        <a:off x="6538913" y="1735138"/>
                        <a:ext cx="112712" cy="207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6632" name="Object 22"/>
          <p:cNvGraphicFramePr>
            <a:graphicFrameLocks noChangeAspect="1"/>
          </p:cNvGraphicFramePr>
          <p:nvPr/>
        </p:nvGraphicFramePr>
        <p:xfrm>
          <a:off x="4714875" y="4286250"/>
          <a:ext cx="1822450" cy="790575"/>
        </p:xfrm>
        <a:graphic>
          <a:graphicData uri="http://schemas.openxmlformats.org/presentationml/2006/ole">
            <mc:AlternateContent xmlns:mc="http://schemas.openxmlformats.org/markup-compatibility/2006">
              <mc:Choice xmlns:v="urn:schemas-microsoft-com:vml" Requires="v">
                <p:oleObj spid="_x0000_s26723" name="Equation" r:id="rId16" imgW="787320" imgH="330120" progId="Equation.DSMT4">
                  <p:embed/>
                </p:oleObj>
              </mc:Choice>
              <mc:Fallback>
                <p:oleObj name="Equation" r:id="rId16" imgW="787320" imgH="330120" progId="Equation.DSMT4">
                  <p:embed/>
                  <p:pic>
                    <p:nvPicPr>
                      <p:cNvPr id="0" name="Object 2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714875" y="4286250"/>
                        <a:ext cx="1822450" cy="790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6639" name="Text Box 6"/>
          <p:cNvSpPr txBox="1">
            <a:spLocks noChangeArrowheads="1"/>
          </p:cNvSpPr>
          <p:nvPr/>
        </p:nvSpPr>
        <p:spPr bwMode="auto">
          <a:xfrm>
            <a:off x="1357313" y="4260850"/>
            <a:ext cx="2714625"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t>速率小于速率 </a:t>
            </a:r>
            <a:r>
              <a:rPr lang="en-US" altLang="zh-CN" sz="2800" b="1" i="1">
                <a:latin typeface="Bookman Old Style" panose="02050604050505020204" pitchFamily="18" charset="0"/>
              </a:rPr>
              <a:t>v</a:t>
            </a:r>
            <a:r>
              <a:rPr lang="en-US" altLang="zh-CN" sz="2800" b="1"/>
              <a:t> </a:t>
            </a:r>
            <a:r>
              <a:rPr lang="zh-CN" altLang="en-US" sz="2800" b="1"/>
              <a:t>的分子数</a:t>
            </a:r>
          </a:p>
        </p:txBody>
      </p:sp>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6" name="TextBox 3"/>
          <p:cNvSpPr txBox="1">
            <a:spLocks noChangeArrowheads="1"/>
          </p:cNvSpPr>
          <p:nvPr/>
        </p:nvSpPr>
        <p:spPr bwMode="auto">
          <a:xfrm>
            <a:off x="571500" y="500063"/>
            <a:ext cx="34305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麦克斯韦速率分布律</a:t>
            </a:r>
          </a:p>
        </p:txBody>
      </p:sp>
      <p:graphicFrame>
        <p:nvGraphicFramePr>
          <p:cNvPr id="21513" name="Object 9"/>
          <p:cNvGraphicFramePr>
            <a:graphicFrameLocks noChangeAspect="1"/>
          </p:cNvGraphicFramePr>
          <p:nvPr/>
        </p:nvGraphicFramePr>
        <p:xfrm>
          <a:off x="2357438" y="977900"/>
          <a:ext cx="4202112" cy="950913"/>
        </p:xfrm>
        <a:graphic>
          <a:graphicData uri="http://schemas.openxmlformats.org/presentationml/2006/ole">
            <mc:AlternateContent xmlns:mc="http://schemas.openxmlformats.org/markup-compatibility/2006">
              <mc:Choice xmlns:v="urn:schemas-microsoft-com:vml" Requires="v">
                <p:oleObj spid="_x0000_s27730" name="Equation" r:id="rId4" imgW="1726920" imgH="444240" progId="Equation.DSMT4">
                  <p:embed/>
                </p:oleObj>
              </mc:Choice>
              <mc:Fallback>
                <p:oleObj name="Equation" r:id="rId4" imgW="1726920" imgH="444240" progId="Equation.DSMT4">
                  <p:embed/>
                  <p:pic>
                    <p:nvPicPr>
                      <p:cNvPr id="0" name="Object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57438" y="977900"/>
                        <a:ext cx="4202112" cy="950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657" name="TextBox 5"/>
          <p:cNvSpPr txBox="1">
            <a:spLocks noChangeArrowheads="1"/>
          </p:cNvSpPr>
          <p:nvPr/>
        </p:nvSpPr>
        <p:spPr bwMode="auto">
          <a:xfrm>
            <a:off x="571500" y="2214563"/>
            <a:ext cx="23479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三个特征速率</a:t>
            </a:r>
          </a:p>
        </p:txBody>
      </p:sp>
      <p:sp>
        <p:nvSpPr>
          <p:cNvPr id="27658" name="Text Box 18"/>
          <p:cNvSpPr txBox="1">
            <a:spLocks noChangeArrowheads="1"/>
          </p:cNvSpPr>
          <p:nvPr/>
        </p:nvSpPr>
        <p:spPr bwMode="auto">
          <a:xfrm>
            <a:off x="1285875" y="2857500"/>
            <a:ext cx="28209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t>最概然速率</a:t>
            </a:r>
            <a:r>
              <a:rPr lang="en-US" altLang="zh-CN" sz="2800" b="1"/>
              <a:t> </a:t>
            </a:r>
            <a:r>
              <a:rPr lang="en-US" altLang="zh-CN" sz="2800" b="1" i="1">
                <a:latin typeface="Bookman Old Style" panose="02050604050505020204" pitchFamily="18" charset="0"/>
              </a:rPr>
              <a:t>v</a:t>
            </a:r>
            <a:r>
              <a:rPr lang="en-US" altLang="zh-CN" sz="2800" b="1" baseline="-25000"/>
              <a:t>p</a:t>
            </a:r>
            <a:endParaRPr lang="en-US" altLang="zh-CN" sz="2800" b="1">
              <a:solidFill>
                <a:srgbClr val="FF3300"/>
              </a:solidFill>
            </a:endParaRPr>
          </a:p>
        </p:txBody>
      </p:sp>
      <p:graphicFrame>
        <p:nvGraphicFramePr>
          <p:cNvPr id="23557" name="Object 5"/>
          <p:cNvGraphicFramePr>
            <a:graphicFrameLocks noChangeAspect="1"/>
          </p:cNvGraphicFramePr>
          <p:nvPr/>
        </p:nvGraphicFramePr>
        <p:xfrm>
          <a:off x="4357688" y="2786063"/>
          <a:ext cx="1500187" cy="890587"/>
        </p:xfrm>
        <a:graphic>
          <a:graphicData uri="http://schemas.openxmlformats.org/presentationml/2006/ole">
            <mc:AlternateContent xmlns:mc="http://schemas.openxmlformats.org/markup-compatibility/2006">
              <mc:Choice xmlns:v="urn:schemas-microsoft-com:vml" Requires="v">
                <p:oleObj spid="_x0000_s27731" name="Equation" r:id="rId6" imgW="660240" imgH="393480" progId="Equation.DSMT4">
                  <p:embed/>
                </p:oleObj>
              </mc:Choice>
              <mc:Fallback>
                <p:oleObj name="Equation" r:id="rId6" imgW="660240" imgH="393480" progId="Equation.DSMT4">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357688" y="2786063"/>
                        <a:ext cx="1500187" cy="8905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4587" name="Object 11"/>
          <p:cNvGraphicFramePr>
            <a:graphicFrameLocks noChangeAspect="1"/>
          </p:cNvGraphicFramePr>
          <p:nvPr/>
        </p:nvGraphicFramePr>
        <p:xfrm>
          <a:off x="4143375" y="3714750"/>
          <a:ext cx="2430463" cy="819150"/>
        </p:xfrm>
        <a:graphic>
          <a:graphicData uri="http://schemas.openxmlformats.org/presentationml/2006/ole">
            <mc:AlternateContent xmlns:mc="http://schemas.openxmlformats.org/markup-compatibility/2006">
              <mc:Choice xmlns:v="urn:schemas-microsoft-com:vml" Requires="v">
                <p:oleObj spid="_x0000_s27732" name="Equation" r:id="rId8" imgW="977760" imgH="330120" progId="Equation.DSMT4">
                  <p:embed/>
                </p:oleObj>
              </mc:Choice>
              <mc:Fallback>
                <p:oleObj name="Equation" r:id="rId8" imgW="977760" imgH="330120" progId="Equation.DSMT4">
                  <p:embed/>
                  <p:pic>
                    <p:nvPicPr>
                      <p:cNvPr id="0" name="Object 11"/>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143375" y="3714750"/>
                        <a:ext cx="2430463" cy="819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7659" name="组合 31"/>
          <p:cNvGrpSpPr>
            <a:grpSpLocks/>
          </p:cNvGrpSpPr>
          <p:nvPr/>
        </p:nvGrpSpPr>
        <p:grpSpPr bwMode="auto">
          <a:xfrm>
            <a:off x="1285875" y="3833813"/>
            <a:ext cx="4968875" cy="523875"/>
            <a:chOff x="107950" y="3714752"/>
            <a:chExt cx="4968875" cy="523220"/>
          </a:xfrm>
        </p:grpSpPr>
        <p:sp>
          <p:nvSpPr>
            <p:cNvPr id="27663" name="Text Box 2"/>
            <p:cNvSpPr txBox="1">
              <a:spLocks noChangeArrowheads="1"/>
            </p:cNvSpPr>
            <p:nvPr/>
          </p:nvSpPr>
          <p:spPr bwMode="auto">
            <a:xfrm>
              <a:off x="107950" y="3714752"/>
              <a:ext cx="496887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t>平均速率 </a:t>
              </a:r>
              <a:endParaRPr lang="en-US" altLang="zh-CN" sz="2800" b="1">
                <a:solidFill>
                  <a:srgbClr val="FF0000"/>
                </a:solidFill>
              </a:endParaRPr>
            </a:p>
          </p:txBody>
        </p:sp>
        <p:graphicFrame>
          <p:nvGraphicFramePr>
            <p:cNvPr id="27655" name="Object 3"/>
            <p:cNvGraphicFramePr>
              <a:graphicFrameLocks noChangeAspect="1"/>
            </p:cNvGraphicFramePr>
            <p:nvPr/>
          </p:nvGraphicFramePr>
          <p:xfrm>
            <a:off x="1714480" y="3805240"/>
            <a:ext cx="303393" cy="360362"/>
          </p:xfrm>
          <a:graphic>
            <a:graphicData uri="http://schemas.openxmlformats.org/presentationml/2006/ole">
              <mc:AlternateContent xmlns:mc="http://schemas.openxmlformats.org/markup-compatibility/2006">
                <mc:Choice xmlns:v="urn:schemas-microsoft-com:vml" Requires="v">
                  <p:oleObj spid="_x0000_s27733" name="Equation" r:id="rId10" imgW="139680" imgH="164880" progId="Equation.DSMT4">
                    <p:embed/>
                  </p:oleObj>
                </mc:Choice>
                <mc:Fallback>
                  <p:oleObj name="Equation" r:id="rId10" imgW="139680" imgH="164880" progId="Equation.DSMT4">
                    <p:embed/>
                    <p:pic>
                      <p:nvPicPr>
                        <p:cNvPr id="0" name="Object 3"/>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714480" y="3805240"/>
                          <a:ext cx="303393" cy="3603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27660" name="组合 32"/>
          <p:cNvGrpSpPr>
            <a:grpSpLocks/>
          </p:cNvGrpSpPr>
          <p:nvPr/>
        </p:nvGrpSpPr>
        <p:grpSpPr bwMode="auto">
          <a:xfrm>
            <a:off x="1322388" y="4714875"/>
            <a:ext cx="6892925" cy="571500"/>
            <a:chOff x="107950" y="5072074"/>
            <a:chExt cx="6892942" cy="571504"/>
          </a:xfrm>
        </p:grpSpPr>
        <p:sp>
          <p:nvSpPr>
            <p:cNvPr id="27662" name="Text Box 2"/>
            <p:cNvSpPr txBox="1">
              <a:spLocks noChangeArrowheads="1"/>
            </p:cNvSpPr>
            <p:nvPr/>
          </p:nvSpPr>
          <p:spPr bwMode="auto">
            <a:xfrm>
              <a:off x="107950" y="5072074"/>
              <a:ext cx="6892942" cy="5232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t>方均根速率</a:t>
              </a:r>
              <a:endParaRPr lang="en-US" altLang="zh-CN" sz="2800" b="1"/>
            </a:p>
          </p:txBody>
        </p:sp>
        <p:graphicFrame>
          <p:nvGraphicFramePr>
            <p:cNvPr id="27654" name="Object 22"/>
            <p:cNvGraphicFramePr>
              <a:graphicFrameLocks noChangeAspect="1"/>
            </p:cNvGraphicFramePr>
            <p:nvPr/>
          </p:nvGraphicFramePr>
          <p:xfrm>
            <a:off x="2000237" y="5080413"/>
            <a:ext cx="614362" cy="563165"/>
          </p:xfrm>
          <a:graphic>
            <a:graphicData uri="http://schemas.openxmlformats.org/presentationml/2006/ole">
              <mc:AlternateContent xmlns:mc="http://schemas.openxmlformats.org/markup-compatibility/2006">
                <mc:Choice xmlns:v="urn:schemas-microsoft-com:vml" Requires="v">
                  <p:oleObj spid="_x0000_s27734" name="Equation" r:id="rId12" imgW="304560" imgH="279360" progId="Equation.DSMT4">
                    <p:embed/>
                  </p:oleObj>
                </mc:Choice>
                <mc:Fallback>
                  <p:oleObj name="Equation" r:id="rId12" imgW="304560" imgH="279360" progId="Equation.DSMT4">
                    <p:embed/>
                    <p:pic>
                      <p:nvPicPr>
                        <p:cNvPr id="0" name="Object 2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000237" y="5080413"/>
                          <a:ext cx="614362" cy="5631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25606" name="Object 6"/>
          <p:cNvGraphicFramePr>
            <a:graphicFrameLocks noChangeAspect="1"/>
          </p:cNvGraphicFramePr>
          <p:nvPr/>
        </p:nvGraphicFramePr>
        <p:xfrm>
          <a:off x="4429125" y="4643438"/>
          <a:ext cx="2703513" cy="800100"/>
        </p:xfrm>
        <a:graphic>
          <a:graphicData uri="http://schemas.openxmlformats.org/presentationml/2006/ole">
            <mc:AlternateContent xmlns:mc="http://schemas.openxmlformats.org/markup-compatibility/2006">
              <mc:Choice xmlns:v="urn:schemas-microsoft-com:vml" Requires="v">
                <p:oleObj spid="_x0000_s27735" name="Equation" r:id="rId14" imgW="1117440" imgH="330120" progId="Equation.DSMT4">
                  <p:embed/>
                </p:oleObj>
              </mc:Choice>
              <mc:Fallback>
                <p:oleObj name="Equation" r:id="rId14" imgW="1117440" imgH="330120" progId="Equation.DSMT4">
                  <p:embed/>
                  <p:pic>
                    <p:nvPicPr>
                      <p:cNvPr id="0" name="Object 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429125" y="4643438"/>
                        <a:ext cx="2703513" cy="800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7661" name="TextBox 16"/>
          <p:cNvSpPr txBox="1">
            <a:spLocks noChangeArrowheads="1"/>
          </p:cNvSpPr>
          <p:nvPr/>
        </p:nvSpPr>
        <p:spPr bwMode="auto">
          <a:xfrm>
            <a:off x="571500" y="5905500"/>
            <a:ext cx="70373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麦克斯韦速率分布律的实验验证（不要求）</a:t>
            </a:r>
          </a:p>
        </p:txBody>
      </p:sp>
    </p:spTree>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TextBox 3"/>
          <p:cNvSpPr txBox="1">
            <a:spLocks noChangeArrowheads="1"/>
          </p:cNvSpPr>
          <p:nvPr/>
        </p:nvSpPr>
        <p:spPr bwMode="auto">
          <a:xfrm>
            <a:off x="571500" y="2738438"/>
            <a:ext cx="4513263"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玻尔兹曼分布律（不要求）</a:t>
            </a:r>
          </a:p>
        </p:txBody>
      </p:sp>
      <p:sp>
        <p:nvSpPr>
          <p:cNvPr id="57347" name="TextBox 4"/>
          <p:cNvSpPr txBox="1">
            <a:spLocks noChangeArrowheads="1"/>
          </p:cNvSpPr>
          <p:nvPr/>
        </p:nvSpPr>
        <p:spPr bwMode="auto">
          <a:xfrm>
            <a:off x="571500" y="857250"/>
            <a:ext cx="52339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麦克斯韦速度分布律（不要求）</a:t>
            </a:r>
          </a:p>
        </p:txBody>
      </p:sp>
      <p:sp>
        <p:nvSpPr>
          <p:cNvPr id="57348" name="TextBox 5"/>
          <p:cNvSpPr txBox="1">
            <a:spLocks noChangeArrowheads="1"/>
          </p:cNvSpPr>
          <p:nvPr/>
        </p:nvSpPr>
        <p:spPr bwMode="auto">
          <a:xfrm>
            <a:off x="571500" y="1785938"/>
            <a:ext cx="66770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气体分子在力场中的空间分布（不要求）</a:t>
            </a:r>
          </a:p>
        </p:txBody>
      </p:sp>
      <p:sp>
        <p:nvSpPr>
          <p:cNvPr id="57349" name="TextBox 6"/>
          <p:cNvSpPr txBox="1">
            <a:spLocks noChangeArrowheads="1"/>
          </p:cNvSpPr>
          <p:nvPr/>
        </p:nvSpPr>
        <p:spPr bwMode="auto">
          <a:xfrm>
            <a:off x="571500" y="3786188"/>
            <a:ext cx="48736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实际气体状态方程（不要求）</a:t>
            </a:r>
          </a:p>
        </p:txBody>
      </p:sp>
      <p:sp>
        <p:nvSpPr>
          <p:cNvPr id="57350" name="TextBox 7"/>
          <p:cNvSpPr txBox="1">
            <a:spLocks noChangeArrowheads="1"/>
          </p:cNvSpPr>
          <p:nvPr/>
        </p:nvSpPr>
        <p:spPr bwMode="auto">
          <a:xfrm>
            <a:off x="571500" y="4762500"/>
            <a:ext cx="37909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平均自由程（不要求）</a:t>
            </a:r>
          </a:p>
        </p:txBody>
      </p:sp>
    </p:spTree>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6" name="TextBox 3"/>
          <p:cNvSpPr txBox="1">
            <a:spLocks noChangeArrowheads="1"/>
          </p:cNvSpPr>
          <p:nvPr/>
        </p:nvSpPr>
        <p:spPr bwMode="auto">
          <a:xfrm>
            <a:off x="3071813" y="428625"/>
            <a:ext cx="30559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第</a:t>
            </a:r>
            <a:r>
              <a:rPr lang="en-US" altLang="zh-CN" sz="2800" b="1">
                <a:latin typeface="Calibri" panose="020F0502020204030204" pitchFamily="34" charset="0"/>
              </a:rPr>
              <a:t>5</a:t>
            </a:r>
            <a:r>
              <a:rPr lang="zh-CN" altLang="en-US" sz="2800" b="1">
                <a:latin typeface="Calibri" panose="020F0502020204030204" pitchFamily="34" charset="0"/>
              </a:rPr>
              <a:t>章  热力学基础</a:t>
            </a:r>
          </a:p>
        </p:txBody>
      </p:sp>
      <p:sp>
        <p:nvSpPr>
          <p:cNvPr id="28677" name="TextBox 4"/>
          <p:cNvSpPr txBox="1">
            <a:spLocks noChangeArrowheads="1"/>
          </p:cNvSpPr>
          <p:nvPr/>
        </p:nvSpPr>
        <p:spPr bwMode="auto">
          <a:xfrm>
            <a:off x="357188" y="1119188"/>
            <a:ext cx="32527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latin typeface="Calibri" panose="020F0502020204030204" pitchFamily="34" charset="0"/>
              </a:rPr>
              <a:t>5.1 </a:t>
            </a:r>
            <a:r>
              <a:rPr lang="zh-CN" altLang="en-US" sz="2800" b="1">
                <a:latin typeface="Calibri" panose="020F0502020204030204" pitchFamily="34" charset="0"/>
              </a:rPr>
              <a:t>热力学第一定律</a:t>
            </a:r>
          </a:p>
        </p:txBody>
      </p:sp>
      <p:sp>
        <p:nvSpPr>
          <p:cNvPr id="28678" name="TextBox 5"/>
          <p:cNvSpPr txBox="1">
            <a:spLocks noChangeArrowheads="1"/>
          </p:cNvSpPr>
          <p:nvPr/>
        </p:nvSpPr>
        <p:spPr bwMode="auto">
          <a:xfrm>
            <a:off x="571500" y="2047875"/>
            <a:ext cx="37909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准静态过程和过程曲线</a:t>
            </a:r>
          </a:p>
        </p:txBody>
      </p:sp>
      <p:sp>
        <p:nvSpPr>
          <p:cNvPr id="28679" name="TextBox 6"/>
          <p:cNvSpPr txBox="1">
            <a:spLocks noChangeArrowheads="1"/>
          </p:cNvSpPr>
          <p:nvPr/>
        </p:nvSpPr>
        <p:spPr bwMode="auto">
          <a:xfrm>
            <a:off x="571500" y="3119438"/>
            <a:ext cx="34305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改变状态的两种方式</a:t>
            </a:r>
          </a:p>
        </p:txBody>
      </p:sp>
      <p:sp>
        <p:nvSpPr>
          <p:cNvPr id="28680" name="TextBox 7"/>
          <p:cNvSpPr txBox="1">
            <a:spLocks noChangeArrowheads="1"/>
          </p:cNvSpPr>
          <p:nvPr/>
        </p:nvSpPr>
        <p:spPr bwMode="auto">
          <a:xfrm>
            <a:off x="571500" y="4289425"/>
            <a:ext cx="27098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热力学第一定律</a:t>
            </a:r>
          </a:p>
        </p:txBody>
      </p:sp>
      <p:graphicFrame>
        <p:nvGraphicFramePr>
          <p:cNvPr id="28674" name="Object 2"/>
          <p:cNvGraphicFramePr>
            <a:graphicFrameLocks noChangeAspect="1"/>
          </p:cNvGraphicFramePr>
          <p:nvPr/>
        </p:nvGraphicFramePr>
        <p:xfrm>
          <a:off x="1643063" y="4956175"/>
          <a:ext cx="2087562" cy="544513"/>
        </p:xfrm>
        <a:graphic>
          <a:graphicData uri="http://schemas.openxmlformats.org/presentationml/2006/ole">
            <mc:AlternateContent xmlns:mc="http://schemas.openxmlformats.org/markup-compatibility/2006">
              <mc:Choice xmlns:v="urn:schemas-microsoft-com:vml" Requires="v">
                <p:oleObj spid="_x0000_s28707" name="Equation" r:id="rId4" imgW="774360" imgH="203040" progId="Equation.DSMT4">
                  <p:embed/>
                </p:oleObj>
              </mc:Choice>
              <mc:Fallback>
                <p:oleObj name="Equation" r:id="rId4" imgW="774360" imgH="203040" progId="Equation.DSMT4">
                  <p:embed/>
                  <p:pic>
                    <p:nvPicPr>
                      <p:cNvPr id="0" name="Object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643063" y="4956175"/>
                        <a:ext cx="2087562" cy="544513"/>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8681" name="Group 90"/>
          <p:cNvGrpSpPr>
            <a:grpSpLocks/>
          </p:cNvGrpSpPr>
          <p:nvPr/>
        </p:nvGrpSpPr>
        <p:grpSpPr bwMode="auto">
          <a:xfrm>
            <a:off x="4500563" y="4956175"/>
            <a:ext cx="2763837" cy="533400"/>
            <a:chOff x="2527" y="898"/>
            <a:chExt cx="1741" cy="336"/>
          </a:xfrm>
        </p:grpSpPr>
        <p:graphicFrame>
          <p:nvGraphicFramePr>
            <p:cNvPr id="28675" name="Object 3"/>
            <p:cNvGraphicFramePr>
              <a:graphicFrameLocks noChangeAspect="1"/>
            </p:cNvGraphicFramePr>
            <p:nvPr/>
          </p:nvGraphicFramePr>
          <p:xfrm>
            <a:off x="2527" y="898"/>
            <a:ext cx="1741" cy="336"/>
          </p:xfrm>
          <a:graphic>
            <a:graphicData uri="http://schemas.openxmlformats.org/presentationml/2006/ole">
              <mc:AlternateContent xmlns:mc="http://schemas.openxmlformats.org/markup-compatibility/2006">
                <mc:Choice xmlns:v="urn:schemas-microsoft-com:vml" Requires="v">
                  <p:oleObj spid="_x0000_s28708" name="Equation" r:id="rId6" imgW="914400" imgH="203040" progId="Equation.DSMT4">
                    <p:embed/>
                  </p:oleObj>
                </mc:Choice>
                <mc:Fallback>
                  <p:oleObj name="Equation" r:id="rId6" imgW="914400" imgH="203040" progId="Equation.DSMT4">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527" y="898"/>
                          <a:ext cx="1741" cy="336"/>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8683" name="Line 6"/>
            <p:cNvSpPr>
              <a:spLocks noChangeShapeType="1"/>
            </p:cNvSpPr>
            <p:nvPr/>
          </p:nvSpPr>
          <p:spPr bwMode="auto">
            <a:xfrm>
              <a:off x="2608" y="979"/>
              <a:ext cx="11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8684" name="Line 7"/>
            <p:cNvSpPr>
              <a:spLocks noChangeShapeType="1"/>
            </p:cNvSpPr>
            <p:nvPr/>
          </p:nvSpPr>
          <p:spPr bwMode="auto">
            <a:xfrm>
              <a:off x="3284" y="984"/>
              <a:ext cx="11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28682" name="TextBox 13"/>
          <p:cNvSpPr txBox="1">
            <a:spLocks noChangeArrowheads="1"/>
          </p:cNvSpPr>
          <p:nvPr/>
        </p:nvSpPr>
        <p:spPr bwMode="auto">
          <a:xfrm>
            <a:off x="1576388" y="5643563"/>
            <a:ext cx="27098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状态量，过程量</a:t>
            </a:r>
          </a:p>
        </p:txBody>
      </p:sp>
    </p:spTree>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705" name="TextBox 3"/>
          <p:cNvSpPr txBox="1">
            <a:spLocks noChangeArrowheads="1"/>
          </p:cNvSpPr>
          <p:nvPr/>
        </p:nvSpPr>
        <p:spPr bwMode="auto">
          <a:xfrm>
            <a:off x="357188" y="404813"/>
            <a:ext cx="39735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latin typeface="Calibri" panose="020F0502020204030204" pitchFamily="34" charset="0"/>
              </a:rPr>
              <a:t>5.2 </a:t>
            </a:r>
            <a:r>
              <a:rPr lang="zh-CN" altLang="en-US" sz="2800" b="1">
                <a:latin typeface="Calibri" panose="020F0502020204030204" pitchFamily="34" charset="0"/>
              </a:rPr>
              <a:t>体积功和热量的计算</a:t>
            </a:r>
          </a:p>
        </p:txBody>
      </p:sp>
      <p:sp>
        <p:nvSpPr>
          <p:cNvPr id="29706" name="TextBox 4"/>
          <p:cNvSpPr txBox="1">
            <a:spLocks noChangeArrowheads="1"/>
          </p:cNvSpPr>
          <p:nvPr/>
        </p:nvSpPr>
        <p:spPr bwMode="auto">
          <a:xfrm>
            <a:off x="571500" y="1190625"/>
            <a:ext cx="1266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体积功</a:t>
            </a:r>
          </a:p>
        </p:txBody>
      </p:sp>
      <p:graphicFrame>
        <p:nvGraphicFramePr>
          <p:cNvPr id="184377" name="Object 57"/>
          <p:cNvGraphicFramePr>
            <a:graphicFrameLocks noChangeAspect="1"/>
          </p:cNvGraphicFramePr>
          <p:nvPr/>
        </p:nvGraphicFramePr>
        <p:xfrm>
          <a:off x="2779713" y="1000125"/>
          <a:ext cx="2006600" cy="920750"/>
        </p:xfrm>
        <a:graphic>
          <a:graphicData uri="http://schemas.openxmlformats.org/presentationml/2006/ole">
            <mc:AlternateContent xmlns:mc="http://schemas.openxmlformats.org/markup-compatibility/2006">
              <mc:Choice xmlns:v="urn:schemas-microsoft-com:vml" Requires="v">
                <p:oleObj spid="_x0000_s29787" name="Equation" r:id="rId4" imgW="774360" imgH="355320" progId="Equation.DSMT4">
                  <p:embed/>
                </p:oleObj>
              </mc:Choice>
              <mc:Fallback>
                <p:oleObj name="Equation" r:id="rId4" imgW="774360" imgH="355320" progId="Equation.DSMT4">
                  <p:embed/>
                  <p:pic>
                    <p:nvPicPr>
                      <p:cNvPr id="0" name="Object 5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79713" y="1000125"/>
                        <a:ext cx="2006600" cy="92075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07" name="TextBox 6"/>
          <p:cNvSpPr txBox="1">
            <a:spLocks noChangeArrowheads="1"/>
          </p:cNvSpPr>
          <p:nvPr/>
        </p:nvSpPr>
        <p:spPr bwMode="auto">
          <a:xfrm>
            <a:off x="571500" y="2085975"/>
            <a:ext cx="19875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热量与热容</a:t>
            </a:r>
          </a:p>
        </p:txBody>
      </p:sp>
      <p:graphicFrame>
        <p:nvGraphicFramePr>
          <p:cNvPr id="195590" name="Object 2"/>
          <p:cNvGraphicFramePr>
            <a:graphicFrameLocks noChangeAspect="1"/>
          </p:cNvGraphicFramePr>
          <p:nvPr/>
        </p:nvGraphicFramePr>
        <p:xfrm>
          <a:off x="1143000" y="2586038"/>
          <a:ext cx="4013200" cy="835025"/>
        </p:xfrm>
        <a:graphic>
          <a:graphicData uri="http://schemas.openxmlformats.org/presentationml/2006/ole">
            <mc:AlternateContent xmlns:mc="http://schemas.openxmlformats.org/markup-compatibility/2006">
              <mc:Choice xmlns:v="urn:schemas-microsoft-com:vml" Requires="v">
                <p:oleObj spid="_x0000_s29788" name="Equation" r:id="rId6" imgW="1701720" imgH="355320" progId="Equation.DSMT4">
                  <p:embed/>
                </p:oleObj>
              </mc:Choice>
              <mc:Fallback>
                <p:oleObj name="Equation" r:id="rId6" imgW="1701720" imgH="355320" progId="Equation.DSMT4">
                  <p:embed/>
                  <p:pic>
                    <p:nvPicPr>
                      <p:cNvPr id="0" name="Object 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143000" y="2586038"/>
                        <a:ext cx="4013200" cy="835025"/>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5596" name="Object 3"/>
          <p:cNvGraphicFramePr>
            <a:graphicFrameLocks noChangeAspect="1"/>
          </p:cNvGraphicFramePr>
          <p:nvPr/>
        </p:nvGraphicFramePr>
        <p:xfrm>
          <a:off x="5643563" y="2500313"/>
          <a:ext cx="2873375" cy="985837"/>
        </p:xfrm>
        <a:graphic>
          <a:graphicData uri="http://schemas.openxmlformats.org/presentationml/2006/ole">
            <mc:AlternateContent xmlns:mc="http://schemas.openxmlformats.org/markup-compatibility/2006">
              <mc:Choice xmlns:v="urn:schemas-microsoft-com:vml" Requires="v">
                <p:oleObj spid="_x0000_s29789" name="Equation" r:id="rId8" imgW="1257120" imgH="431640" progId="Equation.DSMT4">
                  <p:embed/>
                </p:oleObj>
              </mc:Choice>
              <mc:Fallback>
                <p:oleObj name="Equation" r:id="rId8" imgW="1257120" imgH="431640" progId="Equation.DSMT4">
                  <p:embed/>
                  <p:pic>
                    <p:nvPicPr>
                      <p:cNvPr id="0" name="Object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643563" y="2500313"/>
                        <a:ext cx="2873375" cy="985837"/>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3541" name="Object 2"/>
          <p:cNvGraphicFramePr>
            <a:graphicFrameLocks noChangeAspect="1"/>
          </p:cNvGraphicFramePr>
          <p:nvPr/>
        </p:nvGraphicFramePr>
        <p:xfrm>
          <a:off x="1865313" y="4083050"/>
          <a:ext cx="1920875" cy="989013"/>
        </p:xfrm>
        <a:graphic>
          <a:graphicData uri="http://schemas.openxmlformats.org/presentationml/2006/ole">
            <mc:AlternateContent xmlns:mc="http://schemas.openxmlformats.org/markup-compatibility/2006">
              <mc:Choice xmlns:v="urn:schemas-microsoft-com:vml" Requires="v">
                <p:oleObj spid="_x0000_s29790" name="Equation" r:id="rId10" imgW="761760" imgH="393480" progId="Equation.DSMT4">
                  <p:embed/>
                </p:oleObj>
              </mc:Choice>
              <mc:Fallback>
                <p:oleObj name="Equation" r:id="rId10" imgW="761760" imgH="393480" progId="Equation.DSMT4">
                  <p:embed/>
                  <p:pic>
                    <p:nvPicPr>
                      <p:cNvPr id="0" name="Object 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865313" y="4083050"/>
                        <a:ext cx="1920875" cy="989013"/>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42" name="Object 12"/>
          <p:cNvGraphicFramePr>
            <a:graphicFrameLocks noChangeAspect="1"/>
          </p:cNvGraphicFramePr>
          <p:nvPr/>
        </p:nvGraphicFramePr>
        <p:xfrm>
          <a:off x="4572000" y="4071938"/>
          <a:ext cx="2357438" cy="985837"/>
        </p:xfrm>
        <a:graphic>
          <a:graphicData uri="http://schemas.openxmlformats.org/presentationml/2006/ole">
            <mc:AlternateContent xmlns:mc="http://schemas.openxmlformats.org/markup-compatibility/2006">
              <mc:Choice xmlns:v="urn:schemas-microsoft-com:vml" Requires="v">
                <p:oleObj spid="_x0000_s29791" name="Equation" r:id="rId12" imgW="939600" imgH="393480" progId="Equation.DSMT4">
                  <p:embed/>
                </p:oleObj>
              </mc:Choice>
              <mc:Fallback>
                <p:oleObj name="Equation" r:id="rId12" imgW="939600" imgH="393480" progId="Equation.DSMT4">
                  <p:embed/>
                  <p:pic>
                    <p:nvPicPr>
                      <p:cNvPr id="0" name="Object 1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572000" y="4071938"/>
                        <a:ext cx="2357438" cy="985837"/>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08" name="TextBox 11"/>
          <p:cNvSpPr txBox="1">
            <a:spLocks noChangeArrowheads="1"/>
          </p:cNvSpPr>
          <p:nvPr/>
        </p:nvSpPr>
        <p:spPr bwMode="auto">
          <a:xfrm>
            <a:off x="587375" y="3690938"/>
            <a:ext cx="70564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理想气体定容和定压摩尔热容</a:t>
            </a:r>
          </a:p>
        </p:txBody>
      </p:sp>
      <p:graphicFrame>
        <p:nvGraphicFramePr>
          <p:cNvPr id="196623" name="Object 6"/>
          <p:cNvGraphicFramePr>
            <a:graphicFrameLocks noChangeAspect="1"/>
          </p:cNvGraphicFramePr>
          <p:nvPr/>
        </p:nvGraphicFramePr>
        <p:xfrm>
          <a:off x="1428750" y="5214938"/>
          <a:ext cx="2916238" cy="619125"/>
        </p:xfrm>
        <a:graphic>
          <a:graphicData uri="http://schemas.openxmlformats.org/presentationml/2006/ole">
            <mc:AlternateContent xmlns:mc="http://schemas.openxmlformats.org/markup-compatibility/2006">
              <mc:Choice xmlns:v="urn:schemas-microsoft-com:vml" Requires="v">
                <p:oleObj spid="_x0000_s29792" name="Equation" r:id="rId14" imgW="1130040" imgH="241200" progId="Equation.DSMT4">
                  <p:embed/>
                </p:oleObj>
              </mc:Choice>
              <mc:Fallback>
                <p:oleObj name="Equation" r:id="rId14" imgW="1130040" imgH="241200" progId="Equation.DSMT4">
                  <p:embed/>
                  <p:pic>
                    <p:nvPicPr>
                      <p:cNvPr id="0" name="Object 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428750" y="5214938"/>
                        <a:ext cx="2916238" cy="619125"/>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6615" name="Object 2"/>
          <p:cNvGraphicFramePr>
            <a:graphicFrameLocks noChangeAspect="1"/>
          </p:cNvGraphicFramePr>
          <p:nvPr/>
        </p:nvGraphicFramePr>
        <p:xfrm>
          <a:off x="5072063" y="5000625"/>
          <a:ext cx="3165475" cy="1085850"/>
        </p:xfrm>
        <a:graphic>
          <a:graphicData uri="http://schemas.openxmlformats.org/presentationml/2006/ole">
            <mc:AlternateContent xmlns:mc="http://schemas.openxmlformats.org/markup-compatibility/2006">
              <mc:Choice xmlns:v="urn:schemas-microsoft-com:vml" Requires="v">
                <p:oleObj spid="_x0000_s29793" name="Equation" r:id="rId16" imgW="1409400" imgH="457200" progId="Equation.DSMT4">
                  <p:embed/>
                </p:oleObj>
              </mc:Choice>
              <mc:Fallback>
                <p:oleObj name="Equation" r:id="rId16" imgW="1409400" imgH="457200" progId="Equation.DSMT4">
                  <p:embed/>
                  <p:pic>
                    <p:nvPicPr>
                      <p:cNvPr id="0" name="Object 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072063" y="5000625"/>
                        <a:ext cx="3165475" cy="108585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9709" name="TextBox 15"/>
          <p:cNvSpPr txBox="1">
            <a:spLocks noChangeArrowheads="1"/>
          </p:cNvSpPr>
          <p:nvPr/>
        </p:nvSpPr>
        <p:spPr bwMode="auto">
          <a:xfrm>
            <a:off x="571500" y="6143625"/>
            <a:ext cx="45132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热容的深入讨论（不要求）</a:t>
            </a:r>
          </a:p>
        </p:txBody>
      </p:sp>
    </p:spTree>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ext Box 9"/>
          <p:cNvSpPr txBox="1">
            <a:spLocks noChangeArrowheads="1"/>
          </p:cNvSpPr>
          <p:nvPr/>
        </p:nvSpPr>
        <p:spPr bwMode="auto">
          <a:xfrm>
            <a:off x="-169863" y="320675"/>
            <a:ext cx="1885951"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a:solidFill>
                  <a:srgbClr val="0000FF"/>
                </a:solidFill>
                <a:sym typeface="Symbol" panose="05050102010706020507" pitchFamily="18" charset="2"/>
              </a:rPr>
              <a:t>【</a:t>
            </a:r>
            <a:r>
              <a:rPr lang="zh-CN" altLang="en-US" sz="2800">
                <a:solidFill>
                  <a:srgbClr val="0000FF"/>
                </a:solidFill>
              </a:rPr>
              <a:t>例</a:t>
            </a:r>
            <a:r>
              <a:rPr lang="en-US" altLang="zh-CN" sz="2800">
                <a:solidFill>
                  <a:srgbClr val="0000FF"/>
                </a:solidFill>
              </a:rPr>
              <a:t>】</a:t>
            </a:r>
          </a:p>
        </p:txBody>
      </p:sp>
      <p:sp>
        <p:nvSpPr>
          <p:cNvPr id="58371" name="矩形 23"/>
          <p:cNvSpPr>
            <a:spLocks noChangeArrowheads="1"/>
          </p:cNvSpPr>
          <p:nvPr/>
        </p:nvSpPr>
        <p:spPr bwMode="auto">
          <a:xfrm>
            <a:off x="476250" y="171450"/>
            <a:ext cx="8637588"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indent="4572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50000"/>
              </a:lnSpc>
            </a:pPr>
            <a:r>
              <a:rPr lang="zh-CN" altLang="zh-CN" sz="2800" b="1">
                <a:cs typeface="Times New Roman" panose="02020603050405020304" pitchFamily="18" charset="0"/>
              </a:rPr>
              <a:t>理想气体从初态</a:t>
            </a:r>
            <a:r>
              <a:rPr lang="en-US" altLang="zh-CN" sz="2800" b="1"/>
              <a:t>O</a:t>
            </a:r>
            <a:r>
              <a:rPr lang="zh-CN" altLang="zh-CN" sz="2800" b="1">
                <a:cs typeface="Times New Roman" panose="02020603050405020304" pitchFamily="18" charset="0"/>
              </a:rPr>
              <a:t>出发，经历</a:t>
            </a:r>
            <a:r>
              <a:rPr lang="zh-CN" altLang="en-US" sz="2800" b="1">
                <a:cs typeface="Times New Roman" panose="02020603050405020304" pitchFamily="18" charset="0"/>
              </a:rPr>
              <a:t>两</a:t>
            </a:r>
            <a:r>
              <a:rPr lang="zh-CN" altLang="zh-CN" sz="2800" b="1">
                <a:cs typeface="Times New Roman" panose="02020603050405020304" pitchFamily="18" charset="0"/>
              </a:rPr>
              <a:t>条不同的可逆膨胀途径至相同体积的末态</a:t>
            </a:r>
            <a:r>
              <a:rPr lang="en-US" altLang="zh-CN" sz="2800" b="1"/>
              <a:t>A</a:t>
            </a:r>
            <a:r>
              <a:rPr lang="zh-CN" altLang="zh-CN" sz="2800" b="1">
                <a:cs typeface="Times New Roman" panose="02020603050405020304" pitchFamily="18" charset="0"/>
              </a:rPr>
              <a:t>和</a:t>
            </a:r>
            <a:r>
              <a:rPr lang="en-US" altLang="zh-CN" sz="2800" b="1">
                <a:cs typeface="Times New Roman" panose="02020603050405020304" pitchFamily="18" charset="0"/>
              </a:rPr>
              <a:t>B</a:t>
            </a:r>
            <a:r>
              <a:rPr lang="zh-CN" altLang="zh-CN" sz="2800" b="1">
                <a:cs typeface="Times New Roman" panose="02020603050405020304" pitchFamily="18" charset="0"/>
              </a:rPr>
              <a:t>，哪条路径吸热多？</a:t>
            </a:r>
            <a:endParaRPr lang="zh-CN" altLang="en-US" sz="2800" b="1"/>
          </a:p>
        </p:txBody>
      </p:sp>
      <p:grpSp>
        <p:nvGrpSpPr>
          <p:cNvPr id="58372" name="组合 25"/>
          <p:cNvGrpSpPr>
            <a:grpSpLocks/>
          </p:cNvGrpSpPr>
          <p:nvPr/>
        </p:nvGrpSpPr>
        <p:grpSpPr bwMode="auto">
          <a:xfrm>
            <a:off x="5986463" y="1714500"/>
            <a:ext cx="3048000" cy="2590800"/>
            <a:chOff x="5985773" y="2249550"/>
            <a:chExt cx="3048000" cy="2590800"/>
          </a:xfrm>
        </p:grpSpPr>
        <p:grpSp>
          <p:nvGrpSpPr>
            <p:cNvPr id="58379" name="Group 60"/>
            <p:cNvGrpSpPr>
              <a:grpSpLocks/>
            </p:cNvGrpSpPr>
            <p:nvPr/>
          </p:nvGrpSpPr>
          <p:grpSpPr bwMode="auto">
            <a:xfrm>
              <a:off x="5985773" y="2249550"/>
              <a:ext cx="3048000" cy="2590800"/>
              <a:chOff x="3504" y="1440"/>
              <a:chExt cx="1920" cy="1632"/>
            </a:xfrm>
          </p:grpSpPr>
          <p:sp>
            <p:nvSpPr>
              <p:cNvPr id="58383" name="Rectangle 32"/>
              <p:cNvSpPr>
                <a:spLocks noChangeArrowheads="1"/>
              </p:cNvSpPr>
              <p:nvPr/>
            </p:nvSpPr>
            <p:spPr bwMode="auto">
              <a:xfrm>
                <a:off x="3504" y="1440"/>
                <a:ext cx="1920" cy="1632"/>
              </a:xfrm>
              <a:prstGeom prst="rect">
                <a:avLst/>
              </a:prstGeom>
              <a:solidFill>
                <a:srgbClr val="99CCFF"/>
              </a:solidFill>
              <a:ln>
                <a:noFill/>
              </a:ln>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en-US" sz="2800"/>
              </a:p>
            </p:txBody>
          </p:sp>
          <p:grpSp>
            <p:nvGrpSpPr>
              <p:cNvPr id="58384" name="Group 15"/>
              <p:cNvGrpSpPr>
                <a:grpSpLocks/>
              </p:cNvGrpSpPr>
              <p:nvPr/>
            </p:nvGrpSpPr>
            <p:grpSpPr bwMode="auto">
              <a:xfrm>
                <a:off x="3600" y="1517"/>
                <a:ext cx="1718" cy="1498"/>
                <a:chOff x="3600" y="1517"/>
                <a:chExt cx="1718" cy="1498"/>
              </a:xfrm>
            </p:grpSpPr>
            <p:sp>
              <p:nvSpPr>
                <p:cNvPr id="58385" name="Freeform 16"/>
                <p:cNvSpPr>
                  <a:spLocks/>
                </p:cNvSpPr>
                <p:nvPr/>
              </p:nvSpPr>
              <p:spPr bwMode="auto">
                <a:xfrm flipH="1">
                  <a:off x="3840" y="1776"/>
                  <a:ext cx="61" cy="960"/>
                </a:xfrm>
                <a:custGeom>
                  <a:avLst/>
                  <a:gdLst>
                    <a:gd name="T0" fmla="*/ 0 w 1"/>
                    <a:gd name="T1" fmla="*/ 1002 h 954"/>
                    <a:gd name="T2" fmla="*/ 0 w 1"/>
                    <a:gd name="T3" fmla="*/ 0 h 954"/>
                    <a:gd name="T4" fmla="*/ 0 60000 65536"/>
                    <a:gd name="T5" fmla="*/ 0 60000 65536"/>
                    <a:gd name="T6" fmla="*/ 0 w 1"/>
                    <a:gd name="T7" fmla="*/ 0 h 954"/>
                    <a:gd name="T8" fmla="*/ 1 w 1"/>
                    <a:gd name="T9" fmla="*/ 954 h 954"/>
                  </a:gdLst>
                  <a:ahLst/>
                  <a:cxnLst>
                    <a:cxn ang="T4">
                      <a:pos x="T0" y="T1"/>
                    </a:cxn>
                    <a:cxn ang="T5">
                      <a:pos x="T2" y="T3"/>
                    </a:cxn>
                  </a:cxnLst>
                  <a:rect l="T6" t="T7" r="T8" b="T9"/>
                  <a:pathLst>
                    <a:path w="1" h="954">
                      <a:moveTo>
                        <a:pt x="0" y="954"/>
                      </a:moveTo>
                      <a:lnTo>
                        <a:pt x="0" y="0"/>
                      </a:lnTo>
                    </a:path>
                  </a:pathLst>
                </a:custGeom>
                <a:noFill/>
                <a:ln w="19050">
                  <a:solidFill>
                    <a:srgbClr val="3333CC"/>
                  </a:solidFill>
                  <a:round/>
                  <a:headEnd/>
                  <a:tailEnd type="triangle" w="med" len="med"/>
                </a:ln>
                <a:extLst>
                  <a:ext uri="{909E8E84-426E-40DD-AFC4-6F175D3DCCD1}">
                    <a14:hiddenFill xmlns:a14="http://schemas.microsoft.com/office/drawing/2010/main">
                      <a:solidFill>
                        <a:srgbClr val="FFFFFF"/>
                      </a:solidFill>
                    </a14:hiddenFill>
                  </a:ext>
                </a:extLst>
              </p:spPr>
              <p:txBody>
                <a:bodyPr lIns="90000" tIns="46800" rIns="90000" bIns="46800"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8386" name="Line 17"/>
                <p:cNvSpPr>
                  <a:spLocks noChangeShapeType="1"/>
                </p:cNvSpPr>
                <p:nvPr/>
              </p:nvSpPr>
              <p:spPr bwMode="auto">
                <a:xfrm>
                  <a:off x="3907" y="2736"/>
                  <a:ext cx="1200" cy="0"/>
                </a:xfrm>
                <a:prstGeom prst="line">
                  <a:avLst/>
                </a:prstGeom>
                <a:noFill/>
                <a:ln w="19050">
                  <a:solidFill>
                    <a:srgbClr val="3333CC"/>
                  </a:solidFill>
                  <a:round/>
                  <a:headEnd/>
                  <a:tailEnd type="triangle" w="med" len="me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a:p>
              </p:txBody>
            </p:sp>
            <p:sp>
              <p:nvSpPr>
                <p:cNvPr id="58387" name="Text Box 18"/>
                <p:cNvSpPr txBox="1">
                  <a:spLocks noChangeArrowheads="1"/>
                </p:cNvSpPr>
                <p:nvPr/>
              </p:nvSpPr>
              <p:spPr bwMode="auto">
                <a:xfrm>
                  <a:off x="3600" y="1517"/>
                  <a:ext cx="30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800" i="1">
                      <a:solidFill>
                        <a:schemeClr val="accent2"/>
                      </a:solidFill>
                    </a:rPr>
                    <a:t>p</a:t>
                  </a:r>
                </a:p>
              </p:txBody>
            </p:sp>
            <p:sp>
              <p:nvSpPr>
                <p:cNvPr id="58388" name="Text Box 19"/>
                <p:cNvSpPr txBox="1">
                  <a:spLocks noChangeArrowheads="1"/>
                </p:cNvSpPr>
                <p:nvPr/>
              </p:nvSpPr>
              <p:spPr bwMode="auto">
                <a:xfrm>
                  <a:off x="5011" y="2621"/>
                  <a:ext cx="307"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800" i="1">
                      <a:solidFill>
                        <a:schemeClr val="accent2"/>
                      </a:solidFill>
                    </a:rPr>
                    <a:t>V</a:t>
                  </a:r>
                </a:p>
              </p:txBody>
            </p:sp>
            <p:sp>
              <p:nvSpPr>
                <p:cNvPr id="58389" name="Line 20"/>
                <p:cNvSpPr>
                  <a:spLocks noChangeShapeType="1"/>
                </p:cNvSpPr>
                <p:nvPr/>
              </p:nvSpPr>
              <p:spPr bwMode="auto">
                <a:xfrm>
                  <a:off x="4099" y="2016"/>
                  <a:ext cx="0" cy="720"/>
                </a:xfrm>
                <a:prstGeom prst="line">
                  <a:avLst/>
                </a:prstGeom>
                <a:noFill/>
                <a:ln w="28575">
                  <a:solidFill>
                    <a:srgbClr val="3333CC"/>
                  </a:solidFill>
                  <a:prstDash val="dash"/>
                  <a:round/>
                  <a:headEnd/>
                  <a:tailE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a:p>
              </p:txBody>
            </p:sp>
            <p:sp>
              <p:nvSpPr>
                <p:cNvPr id="58390" name="Line 21"/>
                <p:cNvSpPr>
                  <a:spLocks noChangeShapeType="1"/>
                </p:cNvSpPr>
                <p:nvPr/>
              </p:nvSpPr>
              <p:spPr bwMode="auto">
                <a:xfrm>
                  <a:off x="4819" y="2016"/>
                  <a:ext cx="0" cy="720"/>
                </a:xfrm>
                <a:prstGeom prst="line">
                  <a:avLst/>
                </a:prstGeom>
                <a:noFill/>
                <a:ln w="28575">
                  <a:solidFill>
                    <a:srgbClr val="3333CC"/>
                  </a:solidFill>
                  <a:prstDash val="dash"/>
                  <a:round/>
                  <a:headEnd/>
                  <a:tailEnd/>
                </a:ln>
                <a:extLst>
                  <a:ext uri="{909E8E84-426E-40DD-AFC4-6F175D3DCCD1}">
                    <a14:hiddenFill xmlns:a14="http://schemas.microsoft.com/office/drawing/2010/main">
                      <a:noFill/>
                    </a14:hiddenFill>
                  </a:ext>
                </a:extLst>
              </p:spPr>
              <p:txBody>
                <a:bodyPr wrap="none" lIns="90000" tIns="46800" rIns="90000" bIns="46800" anchor="ctr">
                  <a:spAutoFit/>
                </a:bodyPr>
                <a:lstStyle/>
                <a:p>
                  <a:endParaRPr lang="zh-CN" altLang="en-US"/>
                </a:p>
              </p:txBody>
            </p:sp>
            <p:sp>
              <p:nvSpPr>
                <p:cNvPr id="58391" name="Text Box 22"/>
                <p:cNvSpPr txBox="1">
                  <a:spLocks noChangeArrowheads="1"/>
                </p:cNvSpPr>
                <p:nvPr/>
              </p:nvSpPr>
              <p:spPr bwMode="auto">
                <a:xfrm>
                  <a:off x="3955" y="2688"/>
                  <a:ext cx="365"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800" i="1">
                      <a:solidFill>
                        <a:schemeClr val="accent2"/>
                      </a:solidFill>
                    </a:rPr>
                    <a:t>V</a:t>
                  </a:r>
                  <a:r>
                    <a:rPr lang="en-US" altLang="zh-CN" sz="2800" baseline="-25000">
                      <a:solidFill>
                        <a:schemeClr val="accent2"/>
                      </a:solidFill>
                    </a:rPr>
                    <a:t>1</a:t>
                  </a:r>
                  <a:endParaRPr lang="en-US" altLang="zh-CN" sz="2800" i="1">
                    <a:solidFill>
                      <a:schemeClr val="accent2"/>
                    </a:solidFill>
                  </a:endParaRPr>
                </a:p>
              </p:txBody>
            </p:sp>
            <p:sp>
              <p:nvSpPr>
                <p:cNvPr id="58392" name="Text Box 23"/>
                <p:cNvSpPr txBox="1">
                  <a:spLocks noChangeArrowheads="1"/>
                </p:cNvSpPr>
                <p:nvPr/>
              </p:nvSpPr>
              <p:spPr bwMode="auto">
                <a:xfrm>
                  <a:off x="4627" y="2688"/>
                  <a:ext cx="41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38100">
                      <a:solidFill>
                        <a:srgbClr val="000000"/>
                      </a:solidFill>
                      <a:miter lim="800000"/>
                      <a:headEnd/>
                      <a:tailEnd/>
                    </a14:hiddenLine>
                  </a:ext>
                </a:extLst>
              </p:spPr>
              <p:txBody>
                <a:bodyPr lIns="90000" tIns="46800" rIns="90000" bIns="46800"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800" i="1">
                      <a:solidFill>
                        <a:schemeClr val="accent2"/>
                      </a:solidFill>
                    </a:rPr>
                    <a:t>V</a:t>
                  </a:r>
                  <a:r>
                    <a:rPr lang="en-US" altLang="zh-CN" sz="2800" baseline="-25000">
                      <a:solidFill>
                        <a:schemeClr val="accent2"/>
                      </a:solidFill>
                    </a:rPr>
                    <a:t>2</a:t>
                  </a:r>
                  <a:endParaRPr lang="en-US" altLang="zh-CN" sz="2800" i="1">
                    <a:solidFill>
                      <a:schemeClr val="accent2"/>
                    </a:solidFill>
                  </a:endParaRPr>
                </a:p>
              </p:txBody>
            </p:sp>
            <p:sp>
              <p:nvSpPr>
                <p:cNvPr id="58393" name="Line 25"/>
                <p:cNvSpPr>
                  <a:spLocks noChangeShapeType="1"/>
                </p:cNvSpPr>
                <p:nvPr/>
              </p:nvSpPr>
              <p:spPr bwMode="auto">
                <a:xfrm>
                  <a:off x="4099" y="2016"/>
                  <a:ext cx="719" cy="144"/>
                </a:xfrm>
                <a:prstGeom prst="line">
                  <a:avLst/>
                </a:prstGeom>
                <a:noFill/>
                <a:ln w="38100">
                  <a:solidFill>
                    <a:srgbClr val="FF9900"/>
                  </a:solidFill>
                  <a:round/>
                  <a:headEnd/>
                  <a:tailEn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58394" name="Freeform 26"/>
                <p:cNvSpPr>
                  <a:spLocks/>
                </p:cNvSpPr>
                <p:nvPr/>
              </p:nvSpPr>
              <p:spPr bwMode="auto">
                <a:xfrm>
                  <a:off x="4099" y="2015"/>
                  <a:ext cx="722" cy="358"/>
                </a:xfrm>
                <a:custGeom>
                  <a:avLst/>
                  <a:gdLst>
                    <a:gd name="T0" fmla="*/ 0 w 722"/>
                    <a:gd name="T1" fmla="*/ 0 h 358"/>
                    <a:gd name="T2" fmla="*/ 236 w 722"/>
                    <a:gd name="T3" fmla="*/ 202 h 358"/>
                    <a:gd name="T4" fmla="*/ 455 w 722"/>
                    <a:gd name="T5" fmla="*/ 310 h 358"/>
                    <a:gd name="T6" fmla="*/ 722 w 722"/>
                    <a:gd name="T7" fmla="*/ 358 h 358"/>
                    <a:gd name="T8" fmla="*/ 0 60000 65536"/>
                    <a:gd name="T9" fmla="*/ 0 60000 65536"/>
                    <a:gd name="T10" fmla="*/ 0 60000 65536"/>
                    <a:gd name="T11" fmla="*/ 0 60000 65536"/>
                    <a:gd name="T12" fmla="*/ 0 w 722"/>
                    <a:gd name="T13" fmla="*/ 0 h 358"/>
                    <a:gd name="T14" fmla="*/ 722 w 722"/>
                    <a:gd name="T15" fmla="*/ 358 h 358"/>
                  </a:gdLst>
                  <a:ahLst/>
                  <a:cxnLst>
                    <a:cxn ang="T8">
                      <a:pos x="T0" y="T1"/>
                    </a:cxn>
                    <a:cxn ang="T9">
                      <a:pos x="T2" y="T3"/>
                    </a:cxn>
                    <a:cxn ang="T10">
                      <a:pos x="T4" y="T5"/>
                    </a:cxn>
                    <a:cxn ang="T11">
                      <a:pos x="T6" y="T7"/>
                    </a:cxn>
                  </a:cxnLst>
                  <a:rect l="T12" t="T13" r="T14" b="T15"/>
                  <a:pathLst>
                    <a:path w="722" h="358">
                      <a:moveTo>
                        <a:pt x="0" y="0"/>
                      </a:moveTo>
                      <a:cubicBezTo>
                        <a:pt x="39" y="34"/>
                        <a:pt x="160" y="150"/>
                        <a:pt x="236" y="202"/>
                      </a:cubicBezTo>
                      <a:cubicBezTo>
                        <a:pt x="312" y="254"/>
                        <a:pt x="374" y="284"/>
                        <a:pt x="455" y="310"/>
                      </a:cubicBezTo>
                      <a:cubicBezTo>
                        <a:pt x="536" y="336"/>
                        <a:pt x="667" y="348"/>
                        <a:pt x="722" y="358"/>
                      </a:cubicBezTo>
                    </a:path>
                  </a:pathLst>
                </a:custGeom>
                <a:noFill/>
                <a:ln w="38100">
                  <a:solidFill>
                    <a:srgbClr val="CC3300"/>
                  </a:solidFill>
                  <a:round/>
                  <a:headEnd/>
                  <a:tailEn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8395" name="Line 27"/>
                <p:cNvSpPr>
                  <a:spLocks noChangeShapeType="1"/>
                </p:cNvSpPr>
                <p:nvPr/>
              </p:nvSpPr>
              <p:spPr bwMode="auto">
                <a:xfrm>
                  <a:off x="4413" y="2070"/>
                  <a:ext cx="144" cy="45"/>
                </a:xfrm>
                <a:prstGeom prst="line">
                  <a:avLst/>
                </a:prstGeom>
                <a:noFill/>
                <a:ln w="38100">
                  <a:solidFill>
                    <a:srgbClr val="FF9900"/>
                  </a:solidFill>
                  <a:round/>
                  <a:headEnd/>
                  <a:tailEnd type="triangle" w="med" len="med"/>
                </a:ln>
                <a:extLst>
                  <a:ext uri="{909E8E84-426E-40DD-AFC4-6F175D3DCCD1}">
                    <a14:hiddenFill xmlns:a14="http://schemas.microsoft.com/office/drawing/2010/main">
                      <a:noFill/>
                    </a14:hiddenFill>
                  </a:ext>
                </a:extLst>
              </p:spPr>
              <p:txBody>
                <a:bodyPr lIns="90000" tIns="46800" rIns="90000" bIns="46800" anchor="ctr">
                  <a:spAutoFit/>
                </a:bodyPr>
                <a:lstStyle/>
                <a:p>
                  <a:endParaRPr lang="zh-CN" altLang="en-US"/>
                </a:p>
              </p:txBody>
            </p:sp>
            <p:sp>
              <p:nvSpPr>
                <p:cNvPr id="58396" name="Freeform 28"/>
                <p:cNvSpPr>
                  <a:spLocks/>
                </p:cNvSpPr>
                <p:nvPr/>
              </p:nvSpPr>
              <p:spPr bwMode="auto">
                <a:xfrm>
                  <a:off x="4487" y="2304"/>
                  <a:ext cx="220" cy="54"/>
                </a:xfrm>
                <a:custGeom>
                  <a:avLst/>
                  <a:gdLst>
                    <a:gd name="T0" fmla="*/ 0 w 220"/>
                    <a:gd name="T1" fmla="*/ 0 h 54"/>
                    <a:gd name="T2" fmla="*/ 76 w 220"/>
                    <a:gd name="T3" fmla="*/ 27 h 54"/>
                    <a:gd name="T4" fmla="*/ 220 w 220"/>
                    <a:gd name="T5" fmla="*/ 54 h 54"/>
                    <a:gd name="T6" fmla="*/ 0 60000 65536"/>
                    <a:gd name="T7" fmla="*/ 0 60000 65536"/>
                    <a:gd name="T8" fmla="*/ 0 60000 65536"/>
                    <a:gd name="T9" fmla="*/ 0 w 220"/>
                    <a:gd name="T10" fmla="*/ 0 h 54"/>
                    <a:gd name="T11" fmla="*/ 220 w 220"/>
                    <a:gd name="T12" fmla="*/ 54 h 54"/>
                  </a:gdLst>
                  <a:ahLst/>
                  <a:cxnLst>
                    <a:cxn ang="T6">
                      <a:pos x="T0" y="T1"/>
                    </a:cxn>
                    <a:cxn ang="T7">
                      <a:pos x="T2" y="T3"/>
                    </a:cxn>
                    <a:cxn ang="T8">
                      <a:pos x="T4" y="T5"/>
                    </a:cxn>
                  </a:cxnLst>
                  <a:rect l="T9" t="T10" r="T11" b="T12"/>
                  <a:pathLst>
                    <a:path w="220" h="54">
                      <a:moveTo>
                        <a:pt x="0" y="0"/>
                      </a:moveTo>
                      <a:lnTo>
                        <a:pt x="76" y="27"/>
                      </a:lnTo>
                      <a:lnTo>
                        <a:pt x="220" y="54"/>
                      </a:lnTo>
                    </a:path>
                  </a:pathLst>
                </a:custGeom>
                <a:noFill/>
                <a:ln w="28575">
                  <a:solidFill>
                    <a:srgbClr val="CC3300"/>
                  </a:solidFill>
                  <a:round/>
                  <a:headEnd/>
                  <a:tailEnd type="triangle" w="med" len="med"/>
                </a:ln>
                <a:extLst>
                  <a:ext uri="{909E8E84-426E-40DD-AFC4-6F175D3DCCD1}">
                    <a14:hiddenFill xmlns:a14="http://schemas.microsoft.com/office/drawing/2010/main">
                      <a:solidFill>
                        <a:srgbClr val="FFFFFF"/>
                      </a:solidFill>
                    </a14:hiddenFill>
                  </a:ext>
                </a:extLst>
              </p:spPr>
              <p:txBody>
                <a:bodyPr wrap="none" lIns="90000" tIns="46800" rIns="90000" bIns="46800"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58397" name="Text Box 30"/>
                <p:cNvSpPr txBox="1">
                  <a:spLocks noChangeArrowheads="1"/>
                </p:cNvSpPr>
                <p:nvPr/>
              </p:nvSpPr>
              <p:spPr bwMode="auto">
                <a:xfrm>
                  <a:off x="3649" y="2669"/>
                  <a:ext cx="28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a14:hiddenLine>
                  </a:ext>
                </a:extLst>
              </p:spPr>
              <p:txBody>
                <a:bodyPr wrap="none" lIns="90000" tIns="46800" rIns="90000" bIns="46800"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en-US" altLang="zh-CN" sz="2800">
                      <a:solidFill>
                        <a:schemeClr val="accent2"/>
                      </a:solidFill>
                    </a:rPr>
                    <a:t>O</a:t>
                  </a:r>
                </a:p>
              </p:txBody>
            </p:sp>
          </p:grpSp>
        </p:grpSp>
        <p:sp>
          <p:nvSpPr>
            <p:cNvPr id="58380" name="文本框 20"/>
            <p:cNvSpPr txBox="1">
              <a:spLocks noChangeArrowheads="1"/>
            </p:cNvSpPr>
            <p:nvPr/>
          </p:nvSpPr>
          <p:spPr bwMode="auto">
            <a:xfrm>
              <a:off x="8147050" y="2782951"/>
              <a:ext cx="444352"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a:t>A</a:t>
              </a:r>
              <a:endParaRPr lang="zh-CN" altLang="en-US" sz="2800"/>
            </a:p>
          </p:txBody>
        </p:sp>
        <p:sp>
          <p:nvSpPr>
            <p:cNvPr id="58381" name="文本框 21"/>
            <p:cNvSpPr txBox="1">
              <a:spLocks noChangeArrowheads="1"/>
            </p:cNvSpPr>
            <p:nvPr/>
          </p:nvSpPr>
          <p:spPr bwMode="auto">
            <a:xfrm>
              <a:off x="8158271" y="3527305"/>
              <a:ext cx="423514"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a:t>B</a:t>
              </a:r>
              <a:endParaRPr lang="zh-CN" altLang="en-US" sz="2800"/>
            </a:p>
          </p:txBody>
        </p:sp>
        <p:sp>
          <p:nvSpPr>
            <p:cNvPr id="58382" name="文本框 24"/>
            <p:cNvSpPr txBox="1">
              <a:spLocks noChangeArrowheads="1"/>
            </p:cNvSpPr>
            <p:nvPr/>
          </p:nvSpPr>
          <p:spPr bwMode="auto">
            <a:xfrm>
              <a:off x="6719433" y="2579673"/>
              <a:ext cx="463588"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a:t>O</a:t>
              </a:r>
              <a:endParaRPr lang="zh-CN" altLang="en-US" sz="2800"/>
            </a:p>
          </p:txBody>
        </p:sp>
      </p:grpSp>
      <p:sp>
        <p:nvSpPr>
          <p:cNvPr id="9222" name="文本框 26"/>
          <p:cNvSpPr txBox="1">
            <a:spLocks noChangeArrowheads="1"/>
          </p:cNvSpPr>
          <p:nvPr/>
        </p:nvSpPr>
        <p:spPr bwMode="auto">
          <a:xfrm>
            <a:off x="142875" y="1928813"/>
            <a:ext cx="10080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solidFill>
                  <a:srgbClr val="0000FF"/>
                </a:solidFill>
              </a:rPr>
              <a:t>解：</a:t>
            </a:r>
          </a:p>
        </p:txBody>
      </p:sp>
      <p:sp>
        <p:nvSpPr>
          <p:cNvPr id="28" name="文本框 27"/>
          <p:cNvSpPr txBox="1">
            <a:spLocks noChangeArrowheads="1"/>
          </p:cNvSpPr>
          <p:nvPr/>
        </p:nvSpPr>
        <p:spPr bwMode="auto">
          <a:xfrm>
            <a:off x="857250" y="1979613"/>
            <a:ext cx="3416300"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t>由路径下面积可知：</a:t>
            </a:r>
            <a:endParaRPr lang="en-US" altLang="zh-CN" sz="2800" b="1"/>
          </a:p>
          <a:p>
            <a:pPr eaLnBrk="1" hangingPunct="1"/>
            <a:r>
              <a:rPr lang="zh-CN" altLang="en-US" sz="2800" b="1"/>
              <a:t>体积功 </a:t>
            </a:r>
            <a:r>
              <a:rPr lang="en-US" altLang="zh-CN" sz="2800" b="1" i="1"/>
              <a:t>A</a:t>
            </a:r>
            <a:r>
              <a:rPr lang="en-US" altLang="zh-CN" sz="2800" b="1" baseline="-25000"/>
              <a:t>OA</a:t>
            </a:r>
            <a:r>
              <a:rPr lang="en-US" altLang="zh-CN" sz="2800" b="1"/>
              <a:t> &gt; </a:t>
            </a:r>
            <a:r>
              <a:rPr lang="en-US" altLang="zh-CN" sz="2800" b="1" i="1"/>
              <a:t>A</a:t>
            </a:r>
            <a:r>
              <a:rPr lang="en-US" altLang="zh-CN" sz="2800" b="1" baseline="-25000"/>
              <a:t>OB</a:t>
            </a:r>
            <a:endParaRPr lang="zh-CN" altLang="en-US" sz="2800" b="1" baseline="-25000"/>
          </a:p>
        </p:txBody>
      </p:sp>
      <p:sp>
        <p:nvSpPr>
          <p:cNvPr id="29" name="文本框 28"/>
          <p:cNvSpPr txBox="1">
            <a:spLocks noChangeArrowheads="1"/>
          </p:cNvSpPr>
          <p:nvPr/>
        </p:nvSpPr>
        <p:spPr bwMode="auto">
          <a:xfrm>
            <a:off x="781050" y="3321050"/>
            <a:ext cx="385445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t>利用物态方程，知</a:t>
            </a:r>
            <a:r>
              <a:rPr lang="en-US" altLang="zh-CN" sz="2800" b="1" i="1"/>
              <a:t>T</a:t>
            </a:r>
            <a:r>
              <a:rPr lang="en-US" altLang="zh-CN" sz="2800" b="1" baseline="-25000"/>
              <a:t>A</a:t>
            </a:r>
            <a:r>
              <a:rPr lang="en-US" altLang="zh-CN" sz="2800" b="1"/>
              <a:t>&gt;</a:t>
            </a:r>
            <a:r>
              <a:rPr lang="en-US" altLang="zh-CN" sz="2800" b="1" i="1"/>
              <a:t>T</a:t>
            </a:r>
            <a:r>
              <a:rPr lang="en-US" altLang="zh-CN" sz="2800" b="1" baseline="-25000"/>
              <a:t>B</a:t>
            </a:r>
          </a:p>
          <a:p>
            <a:pPr eaLnBrk="1" hangingPunct="1"/>
            <a:r>
              <a:rPr lang="zh-CN" altLang="en-US" sz="2800" b="1"/>
              <a:t>        即</a:t>
            </a:r>
            <a:r>
              <a:rPr lang="en-US" altLang="zh-CN" sz="2800" b="1" i="1"/>
              <a:t>E</a:t>
            </a:r>
            <a:r>
              <a:rPr lang="en-US" altLang="zh-CN" sz="2800" b="1" baseline="-25000"/>
              <a:t>A</a:t>
            </a:r>
            <a:r>
              <a:rPr lang="en-US" altLang="zh-CN" sz="2800" b="1"/>
              <a:t>&gt;</a:t>
            </a:r>
            <a:r>
              <a:rPr lang="en-US" altLang="zh-CN" sz="2800" b="1" i="1"/>
              <a:t>E</a:t>
            </a:r>
            <a:r>
              <a:rPr lang="en-US" altLang="zh-CN" sz="2800" b="1" baseline="-25000"/>
              <a:t>B</a:t>
            </a:r>
            <a:endParaRPr lang="zh-CN" altLang="en-US" sz="2800" b="1" baseline="-25000"/>
          </a:p>
        </p:txBody>
      </p:sp>
      <p:sp>
        <p:nvSpPr>
          <p:cNvPr id="30" name="文本框 29"/>
          <p:cNvSpPr txBox="1">
            <a:spLocks noChangeArrowheads="1"/>
          </p:cNvSpPr>
          <p:nvPr/>
        </p:nvSpPr>
        <p:spPr bwMode="auto">
          <a:xfrm>
            <a:off x="773113" y="4765675"/>
            <a:ext cx="27701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i="1"/>
              <a:t>Q</a:t>
            </a:r>
            <a:r>
              <a:rPr lang="en-US" altLang="zh-CN" sz="2800" b="1" baseline="-25000"/>
              <a:t>A</a:t>
            </a:r>
            <a:r>
              <a:rPr lang="en-US" altLang="zh-CN" sz="2800" b="1"/>
              <a:t>= </a:t>
            </a:r>
            <a:r>
              <a:rPr lang="en-US" altLang="zh-CN" sz="2800" b="1" i="1"/>
              <a:t>A</a:t>
            </a:r>
            <a:r>
              <a:rPr lang="en-US" altLang="zh-CN" sz="2800" b="1" baseline="-25000"/>
              <a:t>OA</a:t>
            </a:r>
            <a:r>
              <a:rPr lang="en-US" altLang="zh-CN" sz="2800" b="1"/>
              <a:t> + (</a:t>
            </a:r>
            <a:r>
              <a:rPr lang="en-US" altLang="zh-CN" sz="2800" b="1" i="1"/>
              <a:t>E</a:t>
            </a:r>
            <a:r>
              <a:rPr lang="en-US" altLang="zh-CN" sz="2800" b="1" baseline="-25000"/>
              <a:t>A</a:t>
            </a:r>
            <a:r>
              <a:rPr lang="en-US" altLang="zh-CN" sz="2800" b="1"/>
              <a:t>-</a:t>
            </a:r>
            <a:r>
              <a:rPr lang="en-US" altLang="zh-CN" sz="2800" b="1" i="1"/>
              <a:t>E</a:t>
            </a:r>
            <a:r>
              <a:rPr lang="en-US" altLang="zh-CN" sz="2800" b="1" baseline="-25000"/>
              <a:t>O</a:t>
            </a:r>
            <a:r>
              <a:rPr lang="en-US" altLang="zh-CN" sz="2800" b="1"/>
              <a:t>) </a:t>
            </a:r>
            <a:endParaRPr lang="zh-CN" altLang="en-US" sz="2800" b="1"/>
          </a:p>
        </p:txBody>
      </p:sp>
      <p:sp>
        <p:nvSpPr>
          <p:cNvPr id="31" name="文本框 30"/>
          <p:cNvSpPr txBox="1">
            <a:spLocks noChangeArrowheads="1"/>
          </p:cNvSpPr>
          <p:nvPr/>
        </p:nvSpPr>
        <p:spPr bwMode="auto">
          <a:xfrm>
            <a:off x="4787900" y="4765675"/>
            <a:ext cx="27447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i="1"/>
              <a:t>Q</a:t>
            </a:r>
            <a:r>
              <a:rPr lang="en-US" altLang="zh-CN" sz="2800" b="1" baseline="-25000"/>
              <a:t>B</a:t>
            </a:r>
            <a:r>
              <a:rPr lang="en-US" altLang="zh-CN" sz="2800" b="1"/>
              <a:t>= </a:t>
            </a:r>
            <a:r>
              <a:rPr lang="en-US" altLang="zh-CN" sz="2800" b="1" i="1"/>
              <a:t>A</a:t>
            </a:r>
            <a:r>
              <a:rPr lang="en-US" altLang="zh-CN" sz="2800" b="1" baseline="-25000"/>
              <a:t>OB</a:t>
            </a:r>
            <a:r>
              <a:rPr lang="en-US" altLang="zh-CN" sz="2800" b="1"/>
              <a:t> + (</a:t>
            </a:r>
            <a:r>
              <a:rPr lang="en-US" altLang="zh-CN" sz="2800" b="1" i="1"/>
              <a:t>E</a:t>
            </a:r>
            <a:r>
              <a:rPr lang="en-US" altLang="zh-CN" sz="2800" b="1" baseline="-25000"/>
              <a:t>B</a:t>
            </a:r>
            <a:r>
              <a:rPr lang="en-US" altLang="zh-CN" sz="2800" b="1"/>
              <a:t>-</a:t>
            </a:r>
            <a:r>
              <a:rPr lang="en-US" altLang="zh-CN" sz="2800" b="1" i="1"/>
              <a:t>E</a:t>
            </a:r>
            <a:r>
              <a:rPr lang="en-US" altLang="zh-CN" sz="2800" b="1" baseline="-25000"/>
              <a:t>O</a:t>
            </a:r>
            <a:r>
              <a:rPr lang="en-US" altLang="zh-CN" sz="2800" b="1"/>
              <a:t>) </a:t>
            </a:r>
            <a:endParaRPr lang="zh-CN" altLang="en-US" sz="2800" b="1"/>
          </a:p>
        </p:txBody>
      </p:sp>
      <p:sp>
        <p:nvSpPr>
          <p:cNvPr id="32" name="文本框 31"/>
          <p:cNvSpPr txBox="1">
            <a:spLocks noChangeArrowheads="1"/>
          </p:cNvSpPr>
          <p:nvPr/>
        </p:nvSpPr>
        <p:spPr bwMode="auto">
          <a:xfrm>
            <a:off x="1657350" y="5599113"/>
            <a:ext cx="5203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cs typeface="Times New Roman" panose="02020603050405020304" pitchFamily="18" charset="0"/>
              </a:rPr>
              <a:t>⸫</a:t>
            </a:r>
            <a:r>
              <a:rPr lang="en-US" altLang="zh-CN" sz="2800" b="1">
                <a:solidFill>
                  <a:srgbClr val="0000FF"/>
                </a:solidFill>
                <a:cs typeface="Times New Roman" panose="02020603050405020304" pitchFamily="18" charset="0"/>
              </a:rPr>
              <a:t> </a:t>
            </a:r>
            <a:r>
              <a:rPr lang="en-US" altLang="zh-CN" sz="2800" b="1" i="1"/>
              <a:t>Q</a:t>
            </a:r>
            <a:r>
              <a:rPr lang="en-US" altLang="zh-CN" sz="2800" b="1" baseline="-25000"/>
              <a:t>A</a:t>
            </a:r>
            <a:r>
              <a:rPr lang="en-US" altLang="zh-CN" sz="2800" b="1"/>
              <a:t>-</a:t>
            </a:r>
            <a:r>
              <a:rPr lang="en-US" altLang="zh-CN" sz="2800" b="1" i="1"/>
              <a:t> Q</a:t>
            </a:r>
            <a:r>
              <a:rPr lang="en-US" altLang="zh-CN" sz="2800" b="1" baseline="-25000"/>
              <a:t>B</a:t>
            </a:r>
            <a:r>
              <a:rPr lang="en-US" altLang="zh-CN" sz="2800" b="1"/>
              <a:t>=</a:t>
            </a:r>
            <a:r>
              <a:rPr lang="en-US" altLang="zh-CN" sz="2800" b="1" i="1"/>
              <a:t> W</a:t>
            </a:r>
            <a:r>
              <a:rPr lang="en-US" altLang="zh-CN" sz="2800" b="1" baseline="-25000"/>
              <a:t>OA</a:t>
            </a:r>
            <a:r>
              <a:rPr lang="en-US" altLang="zh-CN" sz="2800" b="1"/>
              <a:t>-</a:t>
            </a:r>
            <a:r>
              <a:rPr lang="en-US" altLang="zh-CN" sz="2800" b="1" i="1"/>
              <a:t> W</a:t>
            </a:r>
            <a:r>
              <a:rPr lang="en-US" altLang="zh-CN" sz="2800" b="1" baseline="-25000"/>
              <a:t>OB</a:t>
            </a:r>
            <a:r>
              <a:rPr lang="en-US" altLang="zh-CN" sz="2800" b="1"/>
              <a:t> + (</a:t>
            </a:r>
            <a:r>
              <a:rPr lang="en-US" altLang="zh-CN" sz="2800" b="1" i="1"/>
              <a:t>E</a:t>
            </a:r>
            <a:r>
              <a:rPr lang="en-US" altLang="zh-CN" sz="2800" b="1" baseline="-25000"/>
              <a:t>A</a:t>
            </a:r>
            <a:r>
              <a:rPr lang="en-US" altLang="zh-CN" sz="2800" b="1"/>
              <a:t>-</a:t>
            </a:r>
            <a:r>
              <a:rPr lang="en-US" altLang="zh-CN" sz="2800" b="1" i="1"/>
              <a:t>E</a:t>
            </a:r>
            <a:r>
              <a:rPr lang="en-US" altLang="zh-CN" sz="2800" b="1" baseline="-25000"/>
              <a:t>B</a:t>
            </a:r>
            <a:r>
              <a:rPr lang="en-US" altLang="zh-CN" sz="2800" b="1"/>
              <a:t>) &gt; 0 </a:t>
            </a:r>
            <a:endParaRPr lang="zh-CN" altLang="en-US" sz="2800" b="1">
              <a:solidFill>
                <a:srgbClr val="0000FF"/>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9222"/>
                                        </p:tgtEl>
                                        <p:attrNameLst>
                                          <p:attrName>style.visibility</p:attrName>
                                        </p:attrNameLst>
                                      </p:cBhvr>
                                      <p:to>
                                        <p:strVal val="visible"/>
                                      </p:to>
                                    </p:set>
                                    <p:animEffect transition="in" filter="blinds(horizontal)">
                                      <p:cBhvr>
                                        <p:cTn id="7" dur="500"/>
                                        <p:tgtEl>
                                          <p:spTgt spid="92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28"/>
                                        </p:tgtEl>
                                        <p:attrNameLst>
                                          <p:attrName>style.visibility</p:attrName>
                                        </p:attrNameLst>
                                      </p:cBhvr>
                                      <p:to>
                                        <p:strVal val="visible"/>
                                      </p:to>
                                    </p:set>
                                  </p:childTnLst>
                                </p:cTn>
                              </p:par>
                            </p:childTnLst>
                          </p:cTn>
                        </p:par>
                      </p:childTnLst>
                    </p:cTn>
                  </p:par>
                  <p:par>
                    <p:cTn id="12" fill="hold" nodeType="clickPar">
                      <p:stCondLst>
                        <p:cond delay="indefinite"/>
                      </p:stCondLst>
                      <p:childTnLst>
                        <p:par>
                          <p:cTn id="13" fill="hold" nodeType="withGroup">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29"/>
                                        </p:tgtEl>
                                        <p:attrNameLst>
                                          <p:attrName>style.visibility</p:attrName>
                                        </p:attrNameLst>
                                      </p:cBhvr>
                                      <p:to>
                                        <p:strVal val="visible"/>
                                      </p:to>
                                    </p:set>
                                  </p:childTnLst>
                                </p:cTn>
                              </p:par>
                            </p:childTnLst>
                          </p:cTn>
                        </p:par>
                      </p:childTnLst>
                    </p:cTn>
                  </p:par>
                  <p:par>
                    <p:cTn id="16" fill="hold" nodeType="clickPar">
                      <p:stCondLst>
                        <p:cond delay="indefinite"/>
                      </p:stCondLst>
                      <p:childTnLst>
                        <p:par>
                          <p:cTn id="17" fill="hold" nodeType="withGroup">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30"/>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31"/>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1" presetClass="entr" presetSubtype="0" fill="hold" grpId="0" nodeType="clickEffect">
                                  <p:stCondLst>
                                    <p:cond delay="0"/>
                                  </p:stCondLst>
                                  <p:childTnLst>
                                    <p:set>
                                      <p:cBhvr>
                                        <p:cTn id="25"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222" grpId="0"/>
      <p:bldP spid="28" grpId="0"/>
      <p:bldP spid="29" grpId="0"/>
      <p:bldP spid="30" grpId="0"/>
      <p:bldP spid="31" grpId="0"/>
      <p:bldP spid="3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5" name="TextBox 3"/>
          <p:cNvSpPr txBox="1">
            <a:spLocks noChangeArrowheads="1"/>
          </p:cNvSpPr>
          <p:nvPr/>
        </p:nvSpPr>
        <p:spPr bwMode="auto">
          <a:xfrm>
            <a:off x="357188" y="404813"/>
            <a:ext cx="4695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latin typeface="Calibri" panose="020F0502020204030204" pitchFamily="34" charset="0"/>
              </a:rPr>
              <a:t>5.3 </a:t>
            </a:r>
            <a:r>
              <a:rPr lang="zh-CN" altLang="en-US" sz="2800" b="1">
                <a:latin typeface="Calibri" panose="020F0502020204030204" pitchFamily="34" charset="0"/>
              </a:rPr>
              <a:t>理想气体的三个等值过程</a:t>
            </a:r>
          </a:p>
        </p:txBody>
      </p:sp>
      <p:sp>
        <p:nvSpPr>
          <p:cNvPr id="30726" name="TextBox 4"/>
          <p:cNvSpPr txBox="1">
            <a:spLocks noChangeArrowheads="1"/>
          </p:cNvSpPr>
          <p:nvPr/>
        </p:nvSpPr>
        <p:spPr bwMode="auto">
          <a:xfrm>
            <a:off x="571500" y="1143000"/>
            <a:ext cx="16271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等体过程</a:t>
            </a:r>
          </a:p>
        </p:txBody>
      </p:sp>
      <p:sp>
        <p:nvSpPr>
          <p:cNvPr id="30727" name="TextBox 5"/>
          <p:cNvSpPr txBox="1">
            <a:spLocks noChangeArrowheads="1"/>
          </p:cNvSpPr>
          <p:nvPr/>
        </p:nvSpPr>
        <p:spPr bwMode="auto">
          <a:xfrm>
            <a:off x="3071813" y="1143000"/>
            <a:ext cx="16271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等压过程</a:t>
            </a:r>
          </a:p>
        </p:txBody>
      </p:sp>
      <p:sp>
        <p:nvSpPr>
          <p:cNvPr id="30728" name="TextBox 6"/>
          <p:cNvSpPr txBox="1">
            <a:spLocks noChangeArrowheads="1"/>
          </p:cNvSpPr>
          <p:nvPr/>
        </p:nvSpPr>
        <p:spPr bwMode="auto">
          <a:xfrm>
            <a:off x="5929313" y="1143000"/>
            <a:ext cx="16271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等温过程</a:t>
            </a:r>
          </a:p>
        </p:txBody>
      </p:sp>
      <p:sp>
        <p:nvSpPr>
          <p:cNvPr id="30729" name="TextBox 7"/>
          <p:cNvSpPr txBox="1">
            <a:spLocks noChangeArrowheads="1"/>
          </p:cNvSpPr>
          <p:nvPr/>
        </p:nvSpPr>
        <p:spPr bwMode="auto">
          <a:xfrm>
            <a:off x="357188" y="2357438"/>
            <a:ext cx="21701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latin typeface="Calibri" panose="020F0502020204030204" pitchFamily="34" charset="0"/>
              </a:rPr>
              <a:t>5.4 </a:t>
            </a:r>
            <a:r>
              <a:rPr lang="zh-CN" altLang="en-US" sz="2800" b="1">
                <a:latin typeface="Calibri" panose="020F0502020204030204" pitchFamily="34" charset="0"/>
              </a:rPr>
              <a:t>绝热过程</a:t>
            </a:r>
          </a:p>
        </p:txBody>
      </p:sp>
      <p:sp>
        <p:nvSpPr>
          <p:cNvPr id="30730" name="TextBox 8"/>
          <p:cNvSpPr txBox="1">
            <a:spLocks noChangeArrowheads="1"/>
          </p:cNvSpPr>
          <p:nvPr/>
        </p:nvSpPr>
        <p:spPr bwMode="auto">
          <a:xfrm>
            <a:off x="571500" y="3141663"/>
            <a:ext cx="27098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准静态绝热过程</a:t>
            </a:r>
          </a:p>
        </p:txBody>
      </p:sp>
      <p:graphicFrame>
        <p:nvGraphicFramePr>
          <p:cNvPr id="17445" name="Object 37"/>
          <p:cNvGraphicFramePr>
            <a:graphicFrameLocks noChangeAspect="1"/>
          </p:cNvGraphicFramePr>
          <p:nvPr/>
        </p:nvGraphicFramePr>
        <p:xfrm>
          <a:off x="1500188" y="3736975"/>
          <a:ext cx="1584325" cy="550863"/>
        </p:xfrm>
        <a:graphic>
          <a:graphicData uri="http://schemas.openxmlformats.org/presentationml/2006/ole">
            <mc:AlternateContent xmlns:mc="http://schemas.openxmlformats.org/markup-compatibility/2006">
              <mc:Choice xmlns:v="urn:schemas-microsoft-com:vml" Requires="v">
                <p:oleObj spid="_x0000_s30767" name="Equation" r:id="rId4" imgW="647640" imgH="228600" progId="Equation.DSMT4">
                  <p:embed/>
                </p:oleObj>
              </mc:Choice>
              <mc:Fallback>
                <p:oleObj name="Equation" r:id="rId4" imgW="647640" imgH="228600" progId="Equation.DSMT4">
                  <p:embed/>
                  <p:pic>
                    <p:nvPicPr>
                      <p:cNvPr id="0" name="Object 3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00188" y="3736975"/>
                        <a:ext cx="1584325" cy="550863"/>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46" name="Object 38"/>
          <p:cNvGraphicFramePr>
            <a:graphicFrameLocks noChangeAspect="1"/>
          </p:cNvGraphicFramePr>
          <p:nvPr/>
        </p:nvGraphicFramePr>
        <p:xfrm>
          <a:off x="3500438" y="3786188"/>
          <a:ext cx="2017712" cy="539750"/>
        </p:xfrm>
        <a:graphic>
          <a:graphicData uri="http://schemas.openxmlformats.org/presentationml/2006/ole">
            <mc:AlternateContent xmlns:mc="http://schemas.openxmlformats.org/markup-compatibility/2006">
              <mc:Choice xmlns:v="urn:schemas-microsoft-com:vml" Requires="v">
                <p:oleObj spid="_x0000_s30768" name="Equation" r:id="rId6" imgW="850680" imgH="228600" progId="Equation.DSMT4">
                  <p:embed/>
                </p:oleObj>
              </mc:Choice>
              <mc:Fallback>
                <p:oleObj name="Equation" r:id="rId6" imgW="850680" imgH="228600" progId="Equation.DSMT4">
                  <p:embed/>
                  <p:pic>
                    <p:nvPicPr>
                      <p:cNvPr id="0" name="Object 3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00438" y="3786188"/>
                        <a:ext cx="2017712" cy="53975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447" name="Object 39"/>
          <p:cNvGraphicFramePr>
            <a:graphicFrameLocks noChangeAspect="1"/>
          </p:cNvGraphicFramePr>
          <p:nvPr/>
        </p:nvGraphicFramePr>
        <p:xfrm>
          <a:off x="6143625" y="3786188"/>
          <a:ext cx="1657350" cy="549275"/>
        </p:xfrm>
        <a:graphic>
          <a:graphicData uri="http://schemas.openxmlformats.org/presentationml/2006/ole">
            <mc:AlternateContent xmlns:mc="http://schemas.openxmlformats.org/markup-compatibility/2006">
              <mc:Choice xmlns:v="urn:schemas-microsoft-com:vml" Requires="v">
                <p:oleObj spid="_x0000_s30769" name="Equation" r:id="rId8" imgW="723600" imgH="241200" progId="Equation.DSMT4">
                  <p:embed/>
                </p:oleObj>
              </mc:Choice>
              <mc:Fallback>
                <p:oleObj name="Equation" r:id="rId8" imgW="723600" imgH="241200" progId="Equation.DSMT4">
                  <p:embed/>
                  <p:pic>
                    <p:nvPicPr>
                      <p:cNvPr id="0" name="Object 3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143625" y="3786188"/>
                        <a:ext cx="1657350" cy="549275"/>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731" name="TextBox 12"/>
          <p:cNvSpPr txBox="1">
            <a:spLocks noChangeArrowheads="1"/>
          </p:cNvSpPr>
          <p:nvPr/>
        </p:nvSpPr>
        <p:spPr bwMode="auto">
          <a:xfrm>
            <a:off x="571500" y="4714875"/>
            <a:ext cx="41513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理想气体的绝热自由膨胀</a:t>
            </a:r>
          </a:p>
        </p:txBody>
      </p:sp>
      <p:sp>
        <p:nvSpPr>
          <p:cNvPr id="30732" name="TextBox 13"/>
          <p:cNvSpPr txBox="1">
            <a:spLocks noChangeArrowheads="1"/>
          </p:cNvSpPr>
          <p:nvPr/>
        </p:nvSpPr>
        <p:spPr bwMode="auto">
          <a:xfrm>
            <a:off x="1135063" y="5262563"/>
            <a:ext cx="52339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非静态过程，不可逆，温度不变</a:t>
            </a:r>
          </a:p>
        </p:txBody>
      </p:sp>
      <p:sp>
        <p:nvSpPr>
          <p:cNvPr id="30733" name="TextBox 14"/>
          <p:cNvSpPr txBox="1">
            <a:spLocks noChangeArrowheads="1"/>
          </p:cNvSpPr>
          <p:nvPr/>
        </p:nvSpPr>
        <p:spPr bwMode="auto">
          <a:xfrm>
            <a:off x="571500" y="6072188"/>
            <a:ext cx="34305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节流过程（不要求）</a:t>
            </a:r>
          </a:p>
        </p:txBody>
      </p:sp>
    </p:spTree>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72" name="Text Box 89"/>
          <p:cNvSpPr txBox="1">
            <a:spLocks noChangeArrowheads="1"/>
          </p:cNvSpPr>
          <p:nvPr/>
        </p:nvSpPr>
        <p:spPr bwMode="auto">
          <a:xfrm>
            <a:off x="323850" y="173038"/>
            <a:ext cx="86407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800" b="1">
                <a:solidFill>
                  <a:schemeClr val="accent2"/>
                </a:solidFill>
              </a:rPr>
              <a:t>几个典型过程的总结及热力学第一定律的应用</a:t>
            </a:r>
          </a:p>
        </p:txBody>
      </p:sp>
      <p:grpSp>
        <p:nvGrpSpPr>
          <p:cNvPr id="31773" name="Group 97"/>
          <p:cNvGrpSpPr>
            <a:grpSpLocks/>
          </p:cNvGrpSpPr>
          <p:nvPr/>
        </p:nvGrpSpPr>
        <p:grpSpPr bwMode="auto">
          <a:xfrm>
            <a:off x="0" y="836613"/>
            <a:ext cx="8797925" cy="5664200"/>
            <a:chOff x="0" y="527"/>
            <a:chExt cx="5542" cy="3568"/>
          </a:xfrm>
        </p:grpSpPr>
        <p:sp>
          <p:nvSpPr>
            <p:cNvPr id="31774" name="Line 17"/>
            <p:cNvSpPr>
              <a:spLocks noChangeShapeType="1"/>
            </p:cNvSpPr>
            <p:nvPr/>
          </p:nvSpPr>
          <p:spPr bwMode="auto">
            <a:xfrm>
              <a:off x="113" y="527"/>
              <a:ext cx="54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775" name="Line 18"/>
            <p:cNvSpPr>
              <a:spLocks noChangeShapeType="1"/>
            </p:cNvSpPr>
            <p:nvPr/>
          </p:nvSpPr>
          <p:spPr bwMode="auto">
            <a:xfrm>
              <a:off x="113" y="911"/>
              <a:ext cx="54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776" name="Line 19"/>
            <p:cNvSpPr>
              <a:spLocks noChangeShapeType="1"/>
            </p:cNvSpPr>
            <p:nvPr/>
          </p:nvSpPr>
          <p:spPr bwMode="auto">
            <a:xfrm>
              <a:off x="113" y="1631"/>
              <a:ext cx="54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777" name="Line 20"/>
            <p:cNvSpPr>
              <a:spLocks noChangeShapeType="1"/>
            </p:cNvSpPr>
            <p:nvPr/>
          </p:nvSpPr>
          <p:spPr bwMode="auto">
            <a:xfrm>
              <a:off x="113" y="2351"/>
              <a:ext cx="54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778" name="Line 21"/>
            <p:cNvSpPr>
              <a:spLocks noChangeShapeType="1"/>
            </p:cNvSpPr>
            <p:nvPr/>
          </p:nvSpPr>
          <p:spPr bwMode="auto">
            <a:xfrm>
              <a:off x="113" y="3215"/>
              <a:ext cx="54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779" name="Line 22"/>
            <p:cNvSpPr>
              <a:spLocks noChangeShapeType="1"/>
            </p:cNvSpPr>
            <p:nvPr/>
          </p:nvSpPr>
          <p:spPr bwMode="auto">
            <a:xfrm>
              <a:off x="113" y="4079"/>
              <a:ext cx="5424"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780" name="Line 23"/>
            <p:cNvSpPr>
              <a:spLocks noChangeShapeType="1"/>
            </p:cNvSpPr>
            <p:nvPr/>
          </p:nvSpPr>
          <p:spPr bwMode="auto">
            <a:xfrm>
              <a:off x="113" y="527"/>
              <a:ext cx="0" cy="35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781" name="Line 24"/>
            <p:cNvSpPr>
              <a:spLocks noChangeShapeType="1"/>
            </p:cNvSpPr>
            <p:nvPr/>
          </p:nvSpPr>
          <p:spPr bwMode="auto">
            <a:xfrm>
              <a:off x="476" y="527"/>
              <a:ext cx="0" cy="35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782" name="Line 25"/>
            <p:cNvSpPr>
              <a:spLocks noChangeShapeType="1"/>
            </p:cNvSpPr>
            <p:nvPr/>
          </p:nvSpPr>
          <p:spPr bwMode="auto">
            <a:xfrm>
              <a:off x="975" y="527"/>
              <a:ext cx="0" cy="35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783" name="Line 26"/>
            <p:cNvSpPr>
              <a:spLocks noChangeShapeType="1"/>
            </p:cNvSpPr>
            <p:nvPr/>
          </p:nvSpPr>
          <p:spPr bwMode="auto">
            <a:xfrm>
              <a:off x="1837" y="527"/>
              <a:ext cx="0" cy="35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784" name="Line 27"/>
            <p:cNvSpPr>
              <a:spLocks noChangeShapeType="1"/>
            </p:cNvSpPr>
            <p:nvPr/>
          </p:nvSpPr>
          <p:spPr bwMode="auto">
            <a:xfrm>
              <a:off x="3089" y="527"/>
              <a:ext cx="0" cy="35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785" name="Line 28"/>
            <p:cNvSpPr>
              <a:spLocks noChangeShapeType="1"/>
            </p:cNvSpPr>
            <p:nvPr/>
          </p:nvSpPr>
          <p:spPr bwMode="auto">
            <a:xfrm>
              <a:off x="4385" y="527"/>
              <a:ext cx="0" cy="35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786" name="Line 29"/>
            <p:cNvSpPr>
              <a:spLocks noChangeShapeType="1"/>
            </p:cNvSpPr>
            <p:nvPr/>
          </p:nvSpPr>
          <p:spPr bwMode="auto">
            <a:xfrm>
              <a:off x="5537" y="527"/>
              <a:ext cx="0" cy="3552"/>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1787" name="Text Box 31"/>
            <p:cNvSpPr txBox="1">
              <a:spLocks noChangeArrowheads="1"/>
            </p:cNvSpPr>
            <p:nvPr/>
          </p:nvSpPr>
          <p:spPr bwMode="auto">
            <a:xfrm>
              <a:off x="0" y="613"/>
              <a:ext cx="57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000" b="1"/>
                <a:t>过程</a:t>
              </a:r>
            </a:p>
          </p:txBody>
        </p:sp>
        <p:sp>
          <p:nvSpPr>
            <p:cNvPr id="31788" name="Text Box 32"/>
            <p:cNvSpPr txBox="1">
              <a:spLocks noChangeArrowheads="1"/>
            </p:cNvSpPr>
            <p:nvPr/>
          </p:nvSpPr>
          <p:spPr bwMode="auto">
            <a:xfrm>
              <a:off x="480" y="613"/>
              <a:ext cx="576"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000" b="1"/>
                <a:t>特征</a:t>
              </a:r>
            </a:p>
          </p:txBody>
        </p:sp>
        <p:sp>
          <p:nvSpPr>
            <p:cNvPr id="31789" name="Text Box 33"/>
            <p:cNvSpPr txBox="1">
              <a:spLocks noChangeArrowheads="1"/>
            </p:cNvSpPr>
            <p:nvPr/>
          </p:nvSpPr>
          <p:spPr bwMode="auto">
            <a:xfrm>
              <a:off x="960" y="613"/>
              <a:ext cx="91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000" b="1"/>
                <a:t>过程方程</a:t>
              </a:r>
            </a:p>
          </p:txBody>
        </p:sp>
        <p:sp>
          <p:nvSpPr>
            <p:cNvPr id="31790" name="Text Box 34"/>
            <p:cNvSpPr txBox="1">
              <a:spLocks noChangeArrowheads="1"/>
            </p:cNvSpPr>
            <p:nvPr/>
          </p:nvSpPr>
          <p:spPr bwMode="auto">
            <a:xfrm>
              <a:off x="1968" y="623"/>
              <a:ext cx="91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000" b="1"/>
                <a:t>吸收热量</a:t>
              </a:r>
              <a:r>
                <a:rPr lang="en-US" altLang="zh-CN" sz="2000" b="1" i="1"/>
                <a:t>Q</a:t>
              </a:r>
            </a:p>
          </p:txBody>
        </p:sp>
        <p:sp>
          <p:nvSpPr>
            <p:cNvPr id="31791" name="Text Box 35"/>
            <p:cNvSpPr txBox="1">
              <a:spLocks noChangeArrowheads="1"/>
            </p:cNvSpPr>
            <p:nvPr/>
          </p:nvSpPr>
          <p:spPr bwMode="auto">
            <a:xfrm>
              <a:off x="3264" y="623"/>
              <a:ext cx="912"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000" b="1"/>
                <a:t>系统做功</a:t>
              </a:r>
              <a:r>
                <a:rPr lang="en-US" altLang="zh-CN" sz="2000" b="1" i="1"/>
                <a:t>A</a:t>
              </a:r>
            </a:p>
          </p:txBody>
        </p:sp>
        <p:sp>
          <p:nvSpPr>
            <p:cNvPr id="31792" name="Text Box 36"/>
            <p:cNvSpPr txBox="1">
              <a:spLocks noChangeArrowheads="1"/>
            </p:cNvSpPr>
            <p:nvPr/>
          </p:nvSpPr>
          <p:spPr bwMode="auto">
            <a:xfrm>
              <a:off x="4320" y="623"/>
              <a:ext cx="1200" cy="2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000" b="1"/>
                <a:t>内能增量</a:t>
              </a:r>
              <a:r>
                <a:rPr lang="zh-CN" altLang="en-US" sz="2000" b="1">
                  <a:cs typeface="Times New Roman" panose="02020603050405020304" pitchFamily="18" charset="0"/>
                  <a:sym typeface="Symbol" panose="05050102010706020507" pitchFamily="18" charset="2"/>
                </a:rPr>
                <a:t></a:t>
              </a:r>
              <a:r>
                <a:rPr lang="en-US" altLang="zh-CN" sz="2000" b="1" i="1"/>
                <a:t>E</a:t>
              </a:r>
            </a:p>
          </p:txBody>
        </p:sp>
        <p:sp>
          <p:nvSpPr>
            <p:cNvPr id="31793" name="Text Box 38"/>
            <p:cNvSpPr txBox="1">
              <a:spLocks noChangeArrowheads="1"/>
            </p:cNvSpPr>
            <p:nvPr/>
          </p:nvSpPr>
          <p:spPr bwMode="auto">
            <a:xfrm>
              <a:off x="142" y="1055"/>
              <a:ext cx="31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000" b="1">
                  <a:solidFill>
                    <a:schemeClr val="accent2"/>
                  </a:solidFill>
                </a:rPr>
                <a:t>等体</a:t>
              </a:r>
            </a:p>
          </p:txBody>
        </p:sp>
        <p:sp>
          <p:nvSpPr>
            <p:cNvPr id="31794" name="Text Box 39"/>
            <p:cNvSpPr txBox="1">
              <a:spLocks noChangeArrowheads="1"/>
            </p:cNvSpPr>
            <p:nvPr/>
          </p:nvSpPr>
          <p:spPr bwMode="auto">
            <a:xfrm>
              <a:off x="156" y="1797"/>
              <a:ext cx="31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000" b="1">
                  <a:solidFill>
                    <a:schemeClr val="accent2"/>
                  </a:solidFill>
                </a:rPr>
                <a:t>等压</a:t>
              </a:r>
            </a:p>
          </p:txBody>
        </p:sp>
        <p:sp>
          <p:nvSpPr>
            <p:cNvPr id="31795" name="Text Box 40"/>
            <p:cNvSpPr txBox="1">
              <a:spLocks noChangeArrowheads="1"/>
            </p:cNvSpPr>
            <p:nvPr/>
          </p:nvSpPr>
          <p:spPr bwMode="auto">
            <a:xfrm>
              <a:off x="142" y="2543"/>
              <a:ext cx="31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000" b="1">
                  <a:solidFill>
                    <a:schemeClr val="accent2"/>
                  </a:solidFill>
                </a:rPr>
                <a:t>等温</a:t>
              </a:r>
            </a:p>
          </p:txBody>
        </p:sp>
        <p:sp>
          <p:nvSpPr>
            <p:cNvPr id="31796" name="Text Box 41"/>
            <p:cNvSpPr txBox="1">
              <a:spLocks noChangeArrowheads="1"/>
            </p:cNvSpPr>
            <p:nvPr/>
          </p:nvSpPr>
          <p:spPr bwMode="auto">
            <a:xfrm>
              <a:off x="142" y="3407"/>
              <a:ext cx="310" cy="4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eaVert">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spcBef>
                  <a:spcPct val="50000"/>
                </a:spcBef>
              </a:pPr>
              <a:r>
                <a:rPr lang="zh-CN" altLang="en-US" sz="2000" b="1">
                  <a:solidFill>
                    <a:schemeClr val="accent2"/>
                  </a:solidFill>
                </a:rPr>
                <a:t>绝热</a:t>
              </a:r>
            </a:p>
          </p:txBody>
        </p:sp>
        <p:graphicFrame>
          <p:nvGraphicFramePr>
            <p:cNvPr id="31747" name="Object 43"/>
            <p:cNvGraphicFramePr>
              <a:graphicFrameLocks noChangeAspect="1"/>
            </p:cNvGraphicFramePr>
            <p:nvPr/>
          </p:nvGraphicFramePr>
          <p:xfrm>
            <a:off x="476" y="1162"/>
            <a:ext cx="408" cy="235"/>
          </p:xfrm>
          <a:graphic>
            <a:graphicData uri="http://schemas.openxmlformats.org/presentationml/2006/ole">
              <mc:AlternateContent xmlns:mc="http://schemas.openxmlformats.org/markup-compatibility/2006">
                <mc:Choice xmlns:v="urn:schemas-microsoft-com:vml" Requires="v">
                  <p:oleObj spid="_x0000_s32090" name="Equation" r:id="rId4" imgW="419040" imgH="177480" progId="Equation.DSMT4">
                    <p:embed/>
                  </p:oleObj>
                </mc:Choice>
                <mc:Fallback>
                  <p:oleObj name="Equation" r:id="rId4" imgW="419040" imgH="177480" progId="Equation.DSMT4">
                    <p:embed/>
                    <p:pic>
                      <p:nvPicPr>
                        <p:cNvPr id="0" name="Object 4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6" y="1162"/>
                          <a:ext cx="408" cy="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48" name="Object 49"/>
            <p:cNvGraphicFramePr>
              <a:graphicFrameLocks noChangeAspect="1"/>
            </p:cNvGraphicFramePr>
            <p:nvPr/>
          </p:nvGraphicFramePr>
          <p:xfrm>
            <a:off x="1095" y="1019"/>
            <a:ext cx="642" cy="588"/>
          </p:xfrm>
          <a:graphic>
            <a:graphicData uri="http://schemas.openxmlformats.org/presentationml/2006/ole">
              <mc:AlternateContent xmlns:mc="http://schemas.openxmlformats.org/markup-compatibility/2006">
                <mc:Choice xmlns:v="urn:schemas-microsoft-com:vml" Requires="v">
                  <p:oleObj spid="_x0000_s32091" name="Equation" r:id="rId6" imgW="444240" imgH="406080" progId="Equation.DSMT4">
                    <p:embed/>
                  </p:oleObj>
                </mc:Choice>
                <mc:Fallback>
                  <p:oleObj name="Equation" r:id="rId6" imgW="444240" imgH="406080" progId="Equation.DSMT4">
                    <p:embed/>
                    <p:pic>
                      <p:nvPicPr>
                        <p:cNvPr id="0" name="Object 49"/>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95" y="1019"/>
                          <a:ext cx="642" cy="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49" name="Object 55"/>
            <p:cNvGraphicFramePr>
              <a:graphicFrameLocks noChangeAspect="1"/>
            </p:cNvGraphicFramePr>
            <p:nvPr/>
          </p:nvGraphicFramePr>
          <p:xfrm>
            <a:off x="1836" y="1071"/>
            <a:ext cx="1225" cy="504"/>
          </p:xfrm>
          <a:graphic>
            <a:graphicData uri="http://schemas.openxmlformats.org/presentationml/2006/ole">
              <mc:AlternateContent xmlns:mc="http://schemas.openxmlformats.org/markup-compatibility/2006">
                <mc:Choice xmlns:v="urn:schemas-microsoft-com:vml" Requires="v">
                  <p:oleObj spid="_x0000_s32092" name="Equation" r:id="rId8" imgW="1282680" imgH="444240" progId="Equation.DSMT4">
                    <p:embed/>
                  </p:oleObj>
                </mc:Choice>
                <mc:Fallback>
                  <p:oleObj name="Equation" r:id="rId8" imgW="1282680" imgH="444240" progId="Equation.DSMT4">
                    <p:embed/>
                    <p:pic>
                      <p:nvPicPr>
                        <p:cNvPr id="0" name="Object 5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836" y="1071"/>
                          <a:ext cx="1225" cy="5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50" name="Object 56"/>
            <p:cNvGraphicFramePr>
              <a:graphicFrameLocks noChangeAspect="1"/>
            </p:cNvGraphicFramePr>
            <p:nvPr/>
          </p:nvGraphicFramePr>
          <p:xfrm>
            <a:off x="4391" y="1078"/>
            <a:ext cx="1134" cy="477"/>
          </p:xfrm>
          <a:graphic>
            <a:graphicData uri="http://schemas.openxmlformats.org/presentationml/2006/ole">
              <mc:AlternateContent xmlns:mc="http://schemas.openxmlformats.org/markup-compatibility/2006">
                <mc:Choice xmlns:v="urn:schemas-microsoft-com:vml" Requires="v">
                  <p:oleObj spid="_x0000_s32093" name="Equation" r:id="rId10" imgW="1282680" imgH="444240" progId="Equation.DSMT4">
                    <p:embed/>
                  </p:oleObj>
                </mc:Choice>
                <mc:Fallback>
                  <p:oleObj name="Equation" r:id="rId10" imgW="1282680" imgH="444240" progId="Equation.DSMT4">
                    <p:embed/>
                    <p:pic>
                      <p:nvPicPr>
                        <p:cNvPr id="0" name="Object 5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391" y="1078"/>
                          <a:ext cx="1134" cy="4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51" name="Object 60"/>
            <p:cNvGraphicFramePr>
              <a:graphicFrameLocks noChangeAspect="1"/>
            </p:cNvGraphicFramePr>
            <p:nvPr/>
          </p:nvGraphicFramePr>
          <p:xfrm>
            <a:off x="3600" y="1124"/>
            <a:ext cx="212" cy="296"/>
          </p:xfrm>
          <a:graphic>
            <a:graphicData uri="http://schemas.openxmlformats.org/presentationml/2006/ole">
              <mc:AlternateContent xmlns:mc="http://schemas.openxmlformats.org/markup-compatibility/2006">
                <mc:Choice xmlns:v="urn:schemas-microsoft-com:vml" Requires="v">
                  <p:oleObj spid="_x0000_s32094" name="Equation" r:id="rId12" imgW="126720" imgH="177480" progId="Equation.DSMT4">
                    <p:embed/>
                  </p:oleObj>
                </mc:Choice>
                <mc:Fallback>
                  <p:oleObj name="Equation" r:id="rId12" imgW="126720" imgH="177480" progId="Equation.DSMT4">
                    <p:embed/>
                    <p:pic>
                      <p:nvPicPr>
                        <p:cNvPr id="0" name="Object 60"/>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600" y="1124"/>
                          <a:ext cx="212" cy="2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52" name="Object 45"/>
            <p:cNvGraphicFramePr>
              <a:graphicFrameLocks noChangeAspect="1"/>
            </p:cNvGraphicFramePr>
            <p:nvPr/>
          </p:nvGraphicFramePr>
          <p:xfrm>
            <a:off x="476" y="2659"/>
            <a:ext cx="408" cy="235"/>
          </p:xfrm>
          <a:graphic>
            <a:graphicData uri="http://schemas.openxmlformats.org/presentationml/2006/ole">
              <mc:AlternateContent xmlns:mc="http://schemas.openxmlformats.org/markup-compatibility/2006">
                <mc:Choice xmlns:v="urn:schemas-microsoft-com:vml" Requires="v">
                  <p:oleObj spid="_x0000_s32095" name="Equation" r:id="rId14" imgW="406080" imgH="177480" progId="Equation.DSMT4">
                    <p:embed/>
                  </p:oleObj>
                </mc:Choice>
                <mc:Fallback>
                  <p:oleObj name="Equation" r:id="rId14" imgW="406080" imgH="177480" progId="Equation.DSMT4">
                    <p:embed/>
                    <p:pic>
                      <p:nvPicPr>
                        <p:cNvPr id="0" name="Object 4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76" y="2659"/>
                          <a:ext cx="408" cy="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53" name="Object 51"/>
            <p:cNvGraphicFramePr>
              <a:graphicFrameLocks noChangeAspect="1"/>
            </p:cNvGraphicFramePr>
            <p:nvPr/>
          </p:nvGraphicFramePr>
          <p:xfrm>
            <a:off x="1031" y="2660"/>
            <a:ext cx="771" cy="257"/>
          </p:xfrm>
          <a:graphic>
            <a:graphicData uri="http://schemas.openxmlformats.org/presentationml/2006/ole">
              <mc:AlternateContent xmlns:mc="http://schemas.openxmlformats.org/markup-compatibility/2006">
                <mc:Choice xmlns:v="urn:schemas-microsoft-com:vml" Requires="v">
                  <p:oleObj spid="_x0000_s32096" name="Equation" r:id="rId16" imgW="533160" imgH="177480" progId="Equation.DSMT4">
                    <p:embed/>
                  </p:oleObj>
                </mc:Choice>
                <mc:Fallback>
                  <p:oleObj name="Equation" r:id="rId16" imgW="533160" imgH="177480" progId="Equation.DSMT4">
                    <p:embed/>
                    <p:pic>
                      <p:nvPicPr>
                        <p:cNvPr id="0" name="Object 51"/>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1031" y="2660"/>
                          <a:ext cx="771" cy="25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54" name="Object 62"/>
            <p:cNvGraphicFramePr>
              <a:graphicFrameLocks noChangeAspect="1"/>
            </p:cNvGraphicFramePr>
            <p:nvPr/>
          </p:nvGraphicFramePr>
          <p:xfrm>
            <a:off x="4848" y="2652"/>
            <a:ext cx="212" cy="296"/>
          </p:xfrm>
          <a:graphic>
            <a:graphicData uri="http://schemas.openxmlformats.org/presentationml/2006/ole">
              <mc:AlternateContent xmlns:mc="http://schemas.openxmlformats.org/markup-compatibility/2006">
                <mc:Choice xmlns:v="urn:schemas-microsoft-com:vml" Requires="v">
                  <p:oleObj spid="_x0000_s32097" name="Equation" r:id="rId18" imgW="126720" imgH="177480" progId="Equation.DSMT4">
                    <p:embed/>
                  </p:oleObj>
                </mc:Choice>
                <mc:Fallback>
                  <p:oleObj name="Equation" r:id="rId18" imgW="126720" imgH="177480" progId="Equation.DSMT4">
                    <p:embed/>
                    <p:pic>
                      <p:nvPicPr>
                        <p:cNvPr id="0" name="Object 62"/>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4848" y="2652"/>
                          <a:ext cx="212" cy="2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55" name="Object 64"/>
            <p:cNvGraphicFramePr>
              <a:graphicFrameLocks noChangeAspect="1"/>
            </p:cNvGraphicFramePr>
            <p:nvPr/>
          </p:nvGraphicFramePr>
          <p:xfrm>
            <a:off x="1973" y="2341"/>
            <a:ext cx="1015" cy="468"/>
          </p:xfrm>
          <a:graphic>
            <a:graphicData uri="http://schemas.openxmlformats.org/presentationml/2006/ole">
              <mc:AlternateContent xmlns:mc="http://schemas.openxmlformats.org/markup-compatibility/2006">
                <mc:Choice xmlns:v="urn:schemas-microsoft-com:vml" Requires="v">
                  <p:oleObj spid="_x0000_s32098" name="Equation" r:id="rId19" imgW="965160" imgH="444240" progId="Equation.DSMT4">
                    <p:embed/>
                  </p:oleObj>
                </mc:Choice>
                <mc:Fallback>
                  <p:oleObj name="Equation" r:id="rId19" imgW="965160" imgH="444240" progId="Equation.DSMT4">
                    <p:embed/>
                    <p:pic>
                      <p:nvPicPr>
                        <p:cNvPr id="0" name="Object 6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973" y="2341"/>
                          <a:ext cx="1015" cy="4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56" name="Object 65"/>
            <p:cNvGraphicFramePr>
              <a:graphicFrameLocks noChangeAspect="1"/>
            </p:cNvGraphicFramePr>
            <p:nvPr/>
          </p:nvGraphicFramePr>
          <p:xfrm>
            <a:off x="1836" y="2750"/>
            <a:ext cx="1225" cy="495"/>
          </p:xfrm>
          <a:graphic>
            <a:graphicData uri="http://schemas.openxmlformats.org/presentationml/2006/ole">
              <mc:AlternateContent xmlns:mc="http://schemas.openxmlformats.org/markup-compatibility/2006">
                <mc:Choice xmlns:v="urn:schemas-microsoft-com:vml" Requires="v">
                  <p:oleObj spid="_x0000_s32099" name="Equation" r:id="rId21" imgW="1143000" imgH="444240" progId="Equation.DSMT4">
                    <p:embed/>
                  </p:oleObj>
                </mc:Choice>
                <mc:Fallback>
                  <p:oleObj name="Equation" r:id="rId21" imgW="1143000" imgH="444240" progId="Equation.DSMT4">
                    <p:embed/>
                    <p:pic>
                      <p:nvPicPr>
                        <p:cNvPr id="0" name="Object 65"/>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1836" y="2750"/>
                          <a:ext cx="1225" cy="49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57" name="Object 66"/>
            <p:cNvGraphicFramePr>
              <a:graphicFrameLocks noChangeAspect="1"/>
            </p:cNvGraphicFramePr>
            <p:nvPr/>
          </p:nvGraphicFramePr>
          <p:xfrm>
            <a:off x="3152" y="2750"/>
            <a:ext cx="1180" cy="491"/>
          </p:xfrm>
          <a:graphic>
            <a:graphicData uri="http://schemas.openxmlformats.org/presentationml/2006/ole">
              <mc:AlternateContent xmlns:mc="http://schemas.openxmlformats.org/markup-compatibility/2006">
                <mc:Choice xmlns:v="urn:schemas-microsoft-com:vml" Requires="v">
                  <p:oleObj spid="_x0000_s32100" name="Equation" r:id="rId23" imgW="1143000" imgH="444240" progId="Equation.DSMT4">
                    <p:embed/>
                  </p:oleObj>
                </mc:Choice>
                <mc:Fallback>
                  <p:oleObj name="Equation" r:id="rId23" imgW="1143000" imgH="444240" progId="Equation.DSMT4">
                    <p:embed/>
                    <p:pic>
                      <p:nvPicPr>
                        <p:cNvPr id="0" name="Object 66"/>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3152" y="2750"/>
                          <a:ext cx="1180" cy="4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58" name="Object 67"/>
            <p:cNvGraphicFramePr>
              <a:graphicFrameLocks noChangeAspect="1"/>
            </p:cNvGraphicFramePr>
            <p:nvPr/>
          </p:nvGraphicFramePr>
          <p:xfrm>
            <a:off x="3243" y="2341"/>
            <a:ext cx="1016" cy="469"/>
          </p:xfrm>
          <a:graphic>
            <a:graphicData uri="http://schemas.openxmlformats.org/presentationml/2006/ole">
              <mc:AlternateContent xmlns:mc="http://schemas.openxmlformats.org/markup-compatibility/2006">
                <mc:Choice xmlns:v="urn:schemas-microsoft-com:vml" Requires="v">
                  <p:oleObj spid="_x0000_s32101" name="Equation" r:id="rId25" imgW="965160" imgH="444240" progId="Equation.DSMT4">
                    <p:embed/>
                  </p:oleObj>
                </mc:Choice>
                <mc:Fallback>
                  <p:oleObj name="Equation" r:id="rId25" imgW="965160" imgH="444240" progId="Equation.DSMT4">
                    <p:embed/>
                    <p:pic>
                      <p:nvPicPr>
                        <p:cNvPr id="0" name="Object 67"/>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3243" y="2341"/>
                          <a:ext cx="1016" cy="46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59" name="Object 44"/>
            <p:cNvGraphicFramePr>
              <a:graphicFrameLocks noChangeAspect="1"/>
            </p:cNvGraphicFramePr>
            <p:nvPr/>
          </p:nvGraphicFramePr>
          <p:xfrm>
            <a:off x="476" y="1888"/>
            <a:ext cx="408" cy="235"/>
          </p:xfrm>
          <a:graphic>
            <a:graphicData uri="http://schemas.openxmlformats.org/presentationml/2006/ole">
              <mc:AlternateContent xmlns:mc="http://schemas.openxmlformats.org/markup-compatibility/2006">
                <mc:Choice xmlns:v="urn:schemas-microsoft-com:vml" Requires="v">
                  <p:oleObj spid="_x0000_s32102" name="Equation" r:id="rId27" imgW="419040" imgH="177480" progId="Equation.DSMT4">
                    <p:embed/>
                  </p:oleObj>
                </mc:Choice>
                <mc:Fallback>
                  <p:oleObj name="Equation" r:id="rId27" imgW="419040" imgH="177480" progId="Equation.DSMT4">
                    <p:embed/>
                    <p:pic>
                      <p:nvPicPr>
                        <p:cNvPr id="0" name="Object 44"/>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476" y="1888"/>
                          <a:ext cx="408" cy="2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60" name="Object 50"/>
            <p:cNvGraphicFramePr>
              <a:graphicFrameLocks noChangeAspect="1"/>
            </p:cNvGraphicFramePr>
            <p:nvPr/>
          </p:nvGraphicFramePr>
          <p:xfrm>
            <a:off x="1095" y="1739"/>
            <a:ext cx="642" cy="588"/>
          </p:xfrm>
          <a:graphic>
            <a:graphicData uri="http://schemas.openxmlformats.org/presentationml/2006/ole">
              <mc:AlternateContent xmlns:mc="http://schemas.openxmlformats.org/markup-compatibility/2006">
                <mc:Choice xmlns:v="urn:schemas-microsoft-com:vml" Requires="v">
                  <p:oleObj spid="_x0000_s32103" name="Equation" r:id="rId29" imgW="444240" imgH="406080" progId="Equation.DSMT4">
                    <p:embed/>
                  </p:oleObj>
                </mc:Choice>
                <mc:Fallback>
                  <p:oleObj name="Equation" r:id="rId29" imgW="444240" imgH="406080" progId="Equation.DSMT4">
                    <p:embed/>
                    <p:pic>
                      <p:nvPicPr>
                        <p:cNvPr id="0" name="Object 50"/>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1095" y="1739"/>
                          <a:ext cx="642" cy="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61" name="Object 57"/>
            <p:cNvGraphicFramePr>
              <a:graphicFrameLocks noChangeAspect="1"/>
            </p:cNvGraphicFramePr>
            <p:nvPr/>
          </p:nvGraphicFramePr>
          <p:xfrm>
            <a:off x="1836" y="1752"/>
            <a:ext cx="1225" cy="504"/>
          </p:xfrm>
          <a:graphic>
            <a:graphicData uri="http://schemas.openxmlformats.org/presentationml/2006/ole">
              <mc:AlternateContent xmlns:mc="http://schemas.openxmlformats.org/markup-compatibility/2006">
                <mc:Choice xmlns:v="urn:schemas-microsoft-com:vml" Requires="v">
                  <p:oleObj spid="_x0000_s32104" name="Equation" r:id="rId31" imgW="1282680" imgH="444240" progId="Equation.DSMT4">
                    <p:embed/>
                  </p:oleObj>
                </mc:Choice>
                <mc:Fallback>
                  <p:oleObj name="Equation" r:id="rId31" imgW="1282680" imgH="444240" progId="Equation.DSMT4">
                    <p:embed/>
                    <p:pic>
                      <p:nvPicPr>
                        <p:cNvPr id="0" name="Object 57"/>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1836" y="1752"/>
                          <a:ext cx="1225" cy="5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62" name="Object 58"/>
            <p:cNvGraphicFramePr>
              <a:graphicFrameLocks noChangeAspect="1"/>
            </p:cNvGraphicFramePr>
            <p:nvPr/>
          </p:nvGraphicFramePr>
          <p:xfrm>
            <a:off x="4405" y="1783"/>
            <a:ext cx="1137" cy="440"/>
          </p:xfrm>
          <a:graphic>
            <a:graphicData uri="http://schemas.openxmlformats.org/presentationml/2006/ole">
              <mc:AlternateContent xmlns:mc="http://schemas.openxmlformats.org/markup-compatibility/2006">
                <mc:Choice xmlns:v="urn:schemas-microsoft-com:vml" Requires="v">
                  <p:oleObj spid="_x0000_s32105" name="Equation" r:id="rId33" imgW="1282680" imgH="444240" progId="Equation.DSMT4">
                    <p:embed/>
                  </p:oleObj>
                </mc:Choice>
                <mc:Fallback>
                  <p:oleObj name="Equation" r:id="rId33" imgW="1282680" imgH="444240" progId="Equation.DSMT4">
                    <p:embed/>
                    <p:pic>
                      <p:nvPicPr>
                        <p:cNvPr id="0" name="Object 58"/>
                        <p:cNvPicPr>
                          <a:picLocks noChangeAspect="1" noChangeArrowheads="1"/>
                        </p:cNvPicPr>
                        <p:nvPr/>
                      </p:nvPicPr>
                      <p:blipFill>
                        <a:blip r:embed="rId34">
                          <a:extLst>
                            <a:ext uri="{28A0092B-C50C-407E-A947-70E740481C1C}">
                              <a14:useLocalDpi xmlns:a14="http://schemas.microsoft.com/office/drawing/2010/main" val="0"/>
                            </a:ext>
                          </a:extLst>
                        </a:blip>
                        <a:srcRect/>
                        <a:stretch>
                          <a:fillRect/>
                        </a:stretch>
                      </p:blipFill>
                      <p:spPr bwMode="auto">
                        <a:xfrm>
                          <a:off x="4405" y="1783"/>
                          <a:ext cx="1137" cy="44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63" name="Object 63"/>
            <p:cNvGraphicFramePr>
              <a:graphicFrameLocks noChangeAspect="1"/>
            </p:cNvGraphicFramePr>
            <p:nvPr/>
          </p:nvGraphicFramePr>
          <p:xfrm>
            <a:off x="3312" y="1660"/>
            <a:ext cx="889" cy="280"/>
          </p:xfrm>
          <a:graphic>
            <a:graphicData uri="http://schemas.openxmlformats.org/presentationml/2006/ole">
              <mc:AlternateContent xmlns:mc="http://schemas.openxmlformats.org/markup-compatibility/2006">
                <mc:Choice xmlns:v="urn:schemas-microsoft-com:vml" Requires="v">
                  <p:oleObj spid="_x0000_s32106" name="Equation" r:id="rId35" imgW="685800" imgH="215640" progId="Equation.DSMT4">
                    <p:embed/>
                  </p:oleObj>
                </mc:Choice>
                <mc:Fallback>
                  <p:oleObj name="Equation" r:id="rId35" imgW="685800" imgH="215640" progId="Equation.DSMT4">
                    <p:embed/>
                    <p:pic>
                      <p:nvPicPr>
                        <p:cNvPr id="0" name="Object 63"/>
                        <p:cNvPicPr>
                          <a:picLocks noChangeAspect="1" noChangeArrowheads="1"/>
                        </p:cNvPicPr>
                        <p:nvPr/>
                      </p:nvPicPr>
                      <p:blipFill>
                        <a:blip r:embed="rId36">
                          <a:extLst>
                            <a:ext uri="{28A0092B-C50C-407E-A947-70E740481C1C}">
                              <a14:useLocalDpi xmlns:a14="http://schemas.microsoft.com/office/drawing/2010/main" val="0"/>
                            </a:ext>
                          </a:extLst>
                        </a:blip>
                        <a:srcRect/>
                        <a:stretch>
                          <a:fillRect/>
                        </a:stretch>
                      </p:blipFill>
                      <p:spPr bwMode="auto">
                        <a:xfrm>
                          <a:off x="3312" y="1660"/>
                          <a:ext cx="889" cy="2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64" name="Object 68"/>
            <p:cNvGraphicFramePr>
              <a:graphicFrameLocks noChangeAspect="1"/>
            </p:cNvGraphicFramePr>
            <p:nvPr/>
          </p:nvGraphicFramePr>
          <p:xfrm>
            <a:off x="3089" y="1867"/>
            <a:ext cx="1271" cy="490"/>
          </p:xfrm>
          <a:graphic>
            <a:graphicData uri="http://schemas.openxmlformats.org/presentationml/2006/ole">
              <mc:AlternateContent xmlns:mc="http://schemas.openxmlformats.org/markup-compatibility/2006">
                <mc:Choice xmlns:v="urn:schemas-microsoft-com:vml" Requires="v">
                  <p:oleObj spid="_x0000_s32107" name="Equation" r:id="rId37" imgW="1193760" imgH="444240" progId="Equation.DSMT4">
                    <p:embed/>
                  </p:oleObj>
                </mc:Choice>
                <mc:Fallback>
                  <p:oleObj name="Equation" r:id="rId37" imgW="1193760" imgH="444240" progId="Equation.DSMT4">
                    <p:embed/>
                    <p:pic>
                      <p:nvPicPr>
                        <p:cNvPr id="0" name="Object 68"/>
                        <p:cNvPicPr>
                          <a:picLocks noChangeAspect="1" noChangeArrowheads="1"/>
                        </p:cNvPicPr>
                        <p:nvPr/>
                      </p:nvPicPr>
                      <p:blipFill>
                        <a:blip r:embed="rId38">
                          <a:extLst>
                            <a:ext uri="{28A0092B-C50C-407E-A947-70E740481C1C}">
                              <a14:useLocalDpi xmlns:a14="http://schemas.microsoft.com/office/drawing/2010/main" val="0"/>
                            </a:ext>
                          </a:extLst>
                        </a:blip>
                        <a:srcRect/>
                        <a:stretch>
                          <a:fillRect/>
                        </a:stretch>
                      </p:blipFill>
                      <p:spPr bwMode="auto">
                        <a:xfrm>
                          <a:off x="3089" y="1867"/>
                          <a:ext cx="1271" cy="4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1797" name="Line 47"/>
            <p:cNvSpPr>
              <a:spLocks noChangeShapeType="1"/>
            </p:cNvSpPr>
            <p:nvPr/>
          </p:nvSpPr>
          <p:spPr bwMode="auto">
            <a:xfrm>
              <a:off x="528" y="3620"/>
              <a:ext cx="9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31765" name="Object 52"/>
            <p:cNvGraphicFramePr>
              <a:graphicFrameLocks noChangeAspect="1"/>
            </p:cNvGraphicFramePr>
            <p:nvPr/>
          </p:nvGraphicFramePr>
          <p:xfrm>
            <a:off x="1021" y="3250"/>
            <a:ext cx="737" cy="290"/>
          </p:xfrm>
          <a:graphic>
            <a:graphicData uri="http://schemas.openxmlformats.org/presentationml/2006/ole">
              <mc:AlternateContent xmlns:mc="http://schemas.openxmlformats.org/markup-compatibility/2006">
                <mc:Choice xmlns:v="urn:schemas-microsoft-com:vml" Requires="v">
                  <p:oleObj spid="_x0000_s32108" name="Equation" r:id="rId39" imgW="647640" imgH="228600" progId="Equation.DSMT4">
                    <p:embed/>
                  </p:oleObj>
                </mc:Choice>
                <mc:Fallback>
                  <p:oleObj name="Equation" r:id="rId39" imgW="647640" imgH="228600" progId="Equation.DSMT4">
                    <p:embed/>
                    <p:pic>
                      <p:nvPicPr>
                        <p:cNvPr id="0" name="Object 52"/>
                        <p:cNvPicPr>
                          <a:picLocks noChangeAspect="1" noChangeArrowheads="1"/>
                        </p:cNvPicPr>
                        <p:nvPr/>
                      </p:nvPicPr>
                      <p:blipFill>
                        <a:blip r:embed="rId40">
                          <a:extLst>
                            <a:ext uri="{28A0092B-C50C-407E-A947-70E740481C1C}">
                              <a14:useLocalDpi xmlns:a14="http://schemas.microsoft.com/office/drawing/2010/main" val="0"/>
                            </a:ext>
                          </a:extLst>
                        </a:blip>
                        <a:srcRect/>
                        <a:stretch>
                          <a:fillRect/>
                        </a:stretch>
                      </p:blipFill>
                      <p:spPr bwMode="auto">
                        <a:xfrm>
                          <a:off x="1021" y="3250"/>
                          <a:ext cx="737" cy="2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66" name="Object 53"/>
            <p:cNvGraphicFramePr>
              <a:graphicFrameLocks noChangeAspect="1"/>
            </p:cNvGraphicFramePr>
            <p:nvPr/>
          </p:nvGraphicFramePr>
          <p:xfrm>
            <a:off x="1020" y="3793"/>
            <a:ext cx="784" cy="291"/>
          </p:xfrm>
          <a:graphic>
            <a:graphicData uri="http://schemas.openxmlformats.org/presentationml/2006/ole">
              <mc:AlternateContent xmlns:mc="http://schemas.openxmlformats.org/markup-compatibility/2006">
                <mc:Choice xmlns:v="urn:schemas-microsoft-com:vml" Requires="v">
                  <p:oleObj spid="_x0000_s32109" name="Equation" r:id="rId41" imgW="723600" imgH="241200" progId="Equation.DSMT4">
                    <p:embed/>
                  </p:oleObj>
                </mc:Choice>
                <mc:Fallback>
                  <p:oleObj name="Equation" r:id="rId41" imgW="723600" imgH="241200" progId="Equation.DSMT4">
                    <p:embed/>
                    <p:pic>
                      <p:nvPicPr>
                        <p:cNvPr id="0" name="Object 53"/>
                        <p:cNvPicPr>
                          <a:picLocks noChangeAspect="1" noChangeArrowheads="1"/>
                        </p:cNvPicPr>
                        <p:nvPr/>
                      </p:nvPicPr>
                      <p:blipFill>
                        <a:blip r:embed="rId42">
                          <a:extLst>
                            <a:ext uri="{28A0092B-C50C-407E-A947-70E740481C1C}">
                              <a14:useLocalDpi xmlns:a14="http://schemas.microsoft.com/office/drawing/2010/main" val="0"/>
                            </a:ext>
                          </a:extLst>
                        </a:blip>
                        <a:srcRect/>
                        <a:stretch>
                          <a:fillRect/>
                        </a:stretch>
                      </p:blipFill>
                      <p:spPr bwMode="auto">
                        <a:xfrm>
                          <a:off x="1020" y="3793"/>
                          <a:ext cx="784" cy="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67" name="Object 54"/>
            <p:cNvGraphicFramePr>
              <a:graphicFrameLocks noChangeAspect="1"/>
            </p:cNvGraphicFramePr>
            <p:nvPr/>
          </p:nvGraphicFramePr>
          <p:xfrm>
            <a:off x="955" y="3525"/>
            <a:ext cx="861" cy="276"/>
          </p:xfrm>
          <a:graphic>
            <a:graphicData uri="http://schemas.openxmlformats.org/presentationml/2006/ole">
              <mc:AlternateContent xmlns:mc="http://schemas.openxmlformats.org/markup-compatibility/2006">
                <mc:Choice xmlns:v="urn:schemas-microsoft-com:vml" Requires="v">
                  <p:oleObj spid="_x0000_s32110" name="Equation" r:id="rId43" imgW="863280" imgH="228600" progId="Equation.DSMT4">
                    <p:embed/>
                  </p:oleObj>
                </mc:Choice>
                <mc:Fallback>
                  <p:oleObj name="Equation" r:id="rId43" imgW="863280" imgH="228600" progId="Equation.DSMT4">
                    <p:embed/>
                    <p:pic>
                      <p:nvPicPr>
                        <p:cNvPr id="0" name="Object 54"/>
                        <p:cNvPicPr>
                          <a:picLocks noChangeAspect="1" noChangeArrowheads="1"/>
                        </p:cNvPicPr>
                        <p:nvPr/>
                      </p:nvPicPr>
                      <p:blipFill>
                        <a:blip r:embed="rId44">
                          <a:extLst>
                            <a:ext uri="{28A0092B-C50C-407E-A947-70E740481C1C}">
                              <a14:useLocalDpi xmlns:a14="http://schemas.microsoft.com/office/drawing/2010/main" val="0"/>
                            </a:ext>
                          </a:extLst>
                        </a:blip>
                        <a:srcRect/>
                        <a:stretch>
                          <a:fillRect/>
                        </a:stretch>
                      </p:blipFill>
                      <p:spPr bwMode="auto">
                        <a:xfrm>
                          <a:off x="955" y="3525"/>
                          <a:ext cx="861" cy="27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68" name="Object 59"/>
            <p:cNvGraphicFramePr>
              <a:graphicFrameLocks noChangeAspect="1"/>
            </p:cNvGraphicFramePr>
            <p:nvPr/>
          </p:nvGraphicFramePr>
          <p:xfrm>
            <a:off x="4398" y="3230"/>
            <a:ext cx="1134" cy="460"/>
          </p:xfrm>
          <a:graphic>
            <a:graphicData uri="http://schemas.openxmlformats.org/presentationml/2006/ole">
              <mc:AlternateContent xmlns:mc="http://schemas.openxmlformats.org/markup-compatibility/2006">
                <mc:Choice xmlns:v="urn:schemas-microsoft-com:vml" Requires="v">
                  <p:oleObj spid="_x0000_s32111" name="Equation" r:id="rId45" imgW="1282680" imgH="444240" progId="Equation.DSMT4">
                    <p:embed/>
                  </p:oleObj>
                </mc:Choice>
                <mc:Fallback>
                  <p:oleObj name="Equation" r:id="rId45" imgW="1282680" imgH="444240" progId="Equation.DSMT4">
                    <p:embed/>
                    <p:pic>
                      <p:nvPicPr>
                        <p:cNvPr id="0" name="Object 59"/>
                        <p:cNvPicPr>
                          <a:picLocks noChangeAspect="1" noChangeArrowheads="1"/>
                        </p:cNvPicPr>
                        <p:nvPr/>
                      </p:nvPicPr>
                      <p:blipFill>
                        <a:blip r:embed="rId46">
                          <a:extLst>
                            <a:ext uri="{28A0092B-C50C-407E-A947-70E740481C1C}">
                              <a14:useLocalDpi xmlns:a14="http://schemas.microsoft.com/office/drawing/2010/main" val="0"/>
                            </a:ext>
                          </a:extLst>
                        </a:blip>
                        <a:srcRect/>
                        <a:stretch>
                          <a:fillRect/>
                        </a:stretch>
                      </p:blipFill>
                      <p:spPr bwMode="auto">
                        <a:xfrm>
                          <a:off x="4398" y="3230"/>
                          <a:ext cx="1134" cy="4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69" name="Object 61"/>
            <p:cNvGraphicFramePr>
              <a:graphicFrameLocks noChangeAspect="1"/>
            </p:cNvGraphicFramePr>
            <p:nvPr/>
          </p:nvGraphicFramePr>
          <p:xfrm>
            <a:off x="2336" y="3521"/>
            <a:ext cx="212" cy="296"/>
          </p:xfrm>
          <a:graphic>
            <a:graphicData uri="http://schemas.openxmlformats.org/presentationml/2006/ole">
              <mc:AlternateContent xmlns:mc="http://schemas.openxmlformats.org/markup-compatibility/2006">
                <mc:Choice xmlns:v="urn:schemas-microsoft-com:vml" Requires="v">
                  <p:oleObj spid="_x0000_s32112" name="Equation" r:id="rId47" imgW="126720" imgH="177480" progId="Equation.DSMT4">
                    <p:embed/>
                  </p:oleObj>
                </mc:Choice>
                <mc:Fallback>
                  <p:oleObj name="Equation" r:id="rId47" imgW="126720" imgH="177480" progId="Equation.DSMT4">
                    <p:embed/>
                    <p:pic>
                      <p:nvPicPr>
                        <p:cNvPr id="0" name="Object 6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336" y="3521"/>
                          <a:ext cx="212" cy="2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70" name="Object 69"/>
            <p:cNvGraphicFramePr>
              <a:graphicFrameLocks noChangeAspect="1"/>
            </p:cNvGraphicFramePr>
            <p:nvPr/>
          </p:nvGraphicFramePr>
          <p:xfrm>
            <a:off x="3107" y="3203"/>
            <a:ext cx="1225" cy="465"/>
          </p:xfrm>
          <a:graphic>
            <a:graphicData uri="http://schemas.openxmlformats.org/presentationml/2006/ole">
              <mc:AlternateContent xmlns:mc="http://schemas.openxmlformats.org/markup-compatibility/2006">
                <mc:Choice xmlns:v="urn:schemas-microsoft-com:vml" Requires="v">
                  <p:oleObj spid="_x0000_s32113" name="Equation" r:id="rId48" imgW="1396800" imgH="444240" progId="Equation.DSMT4">
                    <p:embed/>
                  </p:oleObj>
                </mc:Choice>
                <mc:Fallback>
                  <p:oleObj name="Equation" r:id="rId48" imgW="1396800" imgH="444240" progId="Equation.DSMT4">
                    <p:embed/>
                    <p:pic>
                      <p:nvPicPr>
                        <p:cNvPr id="0" name="Object 69"/>
                        <p:cNvPicPr>
                          <a:picLocks noChangeAspect="1" noChangeArrowheads="1"/>
                        </p:cNvPicPr>
                        <p:nvPr/>
                      </p:nvPicPr>
                      <p:blipFill>
                        <a:blip r:embed="rId49">
                          <a:extLst>
                            <a:ext uri="{28A0092B-C50C-407E-A947-70E740481C1C}">
                              <a14:useLocalDpi xmlns:a14="http://schemas.microsoft.com/office/drawing/2010/main" val="0"/>
                            </a:ext>
                          </a:extLst>
                        </a:blip>
                        <a:srcRect/>
                        <a:stretch>
                          <a:fillRect/>
                        </a:stretch>
                      </p:blipFill>
                      <p:spPr bwMode="auto">
                        <a:xfrm>
                          <a:off x="3107" y="3203"/>
                          <a:ext cx="1225" cy="4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771" name="Object 70"/>
            <p:cNvGraphicFramePr>
              <a:graphicFrameLocks noChangeAspect="1"/>
            </p:cNvGraphicFramePr>
            <p:nvPr/>
          </p:nvGraphicFramePr>
          <p:xfrm>
            <a:off x="3191" y="3622"/>
            <a:ext cx="1048" cy="473"/>
          </p:xfrm>
          <a:graphic>
            <a:graphicData uri="http://schemas.openxmlformats.org/presentationml/2006/ole">
              <mc:AlternateContent xmlns:mc="http://schemas.openxmlformats.org/markup-compatibility/2006">
                <mc:Choice xmlns:v="urn:schemas-microsoft-com:vml" Requires="v">
                  <p:oleObj spid="_x0000_s32114" name="Equation" r:id="rId50" imgW="927000" imgH="419040" progId="Equation.DSMT4">
                    <p:embed/>
                  </p:oleObj>
                </mc:Choice>
                <mc:Fallback>
                  <p:oleObj name="Equation" r:id="rId50" imgW="927000" imgH="419040" progId="Equation.DSMT4">
                    <p:embed/>
                    <p:pic>
                      <p:nvPicPr>
                        <p:cNvPr id="0" name="Object 70"/>
                        <p:cNvPicPr>
                          <a:picLocks noChangeAspect="1" noChangeArrowheads="1"/>
                        </p:cNvPicPr>
                        <p:nvPr/>
                      </p:nvPicPr>
                      <p:blipFill>
                        <a:blip r:embed="rId51">
                          <a:extLst>
                            <a:ext uri="{28A0092B-C50C-407E-A947-70E740481C1C}">
                              <a14:useLocalDpi xmlns:a14="http://schemas.microsoft.com/office/drawing/2010/main" val="0"/>
                            </a:ext>
                          </a:extLst>
                        </a:blip>
                        <a:srcRect/>
                        <a:stretch>
                          <a:fillRect/>
                        </a:stretch>
                      </p:blipFill>
                      <p:spPr bwMode="auto">
                        <a:xfrm>
                          <a:off x="3191" y="3622"/>
                          <a:ext cx="1048" cy="47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1798" name="Group 91"/>
            <p:cNvGrpSpPr>
              <a:grpSpLocks noChangeAspect="1"/>
            </p:cNvGrpSpPr>
            <p:nvPr/>
          </p:nvGrpSpPr>
          <p:grpSpPr bwMode="auto">
            <a:xfrm>
              <a:off x="483" y="3521"/>
              <a:ext cx="471" cy="273"/>
              <a:chOff x="476" y="3549"/>
              <a:chExt cx="471" cy="273"/>
            </a:xfrm>
          </p:grpSpPr>
          <p:sp>
            <p:nvSpPr>
              <p:cNvPr id="31799" name="AutoShape 90"/>
              <p:cNvSpPr>
                <a:spLocks noChangeAspect="1" noChangeArrowheads="1" noTextEdit="1"/>
              </p:cNvSpPr>
              <p:nvPr/>
            </p:nvSpPr>
            <p:spPr bwMode="auto">
              <a:xfrm>
                <a:off x="476" y="3566"/>
                <a:ext cx="454"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31800" name="Rectangle 92"/>
              <p:cNvSpPr>
                <a:spLocks noChangeArrowheads="1"/>
              </p:cNvSpPr>
              <p:nvPr/>
            </p:nvSpPr>
            <p:spPr bwMode="auto">
              <a:xfrm>
                <a:off x="839" y="3571"/>
                <a:ext cx="10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a:solidFill>
                      <a:srgbClr val="000000"/>
                    </a:solidFill>
                  </a:rPr>
                  <a:t>0</a:t>
                </a:r>
                <a:endParaRPr lang="en-US" altLang="zh-CN" b="1"/>
              </a:p>
            </p:txBody>
          </p:sp>
          <p:sp>
            <p:nvSpPr>
              <p:cNvPr id="31801" name="Rectangle 93"/>
              <p:cNvSpPr>
                <a:spLocks noChangeArrowheads="1"/>
              </p:cNvSpPr>
              <p:nvPr/>
            </p:nvSpPr>
            <p:spPr bwMode="auto">
              <a:xfrm>
                <a:off x="494" y="3571"/>
                <a:ext cx="118"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a:solidFill>
                      <a:srgbClr val="000000"/>
                    </a:solidFill>
                  </a:rPr>
                  <a:t>d</a:t>
                </a:r>
                <a:endParaRPr lang="en-US" altLang="zh-CN" b="1"/>
              </a:p>
            </p:txBody>
          </p:sp>
          <p:sp>
            <p:nvSpPr>
              <p:cNvPr id="31802" name="Rectangle 94"/>
              <p:cNvSpPr>
                <a:spLocks noChangeArrowheads="1"/>
              </p:cNvSpPr>
              <p:nvPr/>
            </p:nvSpPr>
            <p:spPr bwMode="auto">
              <a:xfrm>
                <a:off x="721" y="3549"/>
                <a:ext cx="106"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a:solidFill>
                      <a:srgbClr val="000000"/>
                    </a:solidFill>
                    <a:latin typeface="Symbol" panose="05050102010706020507" pitchFamily="18" charset="2"/>
                  </a:rPr>
                  <a:t>=</a:t>
                </a:r>
                <a:endParaRPr lang="en-US" altLang="zh-CN" b="1"/>
              </a:p>
            </p:txBody>
          </p:sp>
          <p:sp>
            <p:nvSpPr>
              <p:cNvPr id="31803" name="Rectangle 95"/>
              <p:cNvSpPr>
                <a:spLocks noChangeArrowheads="1"/>
              </p:cNvSpPr>
              <p:nvPr/>
            </p:nvSpPr>
            <p:spPr bwMode="auto">
              <a:xfrm>
                <a:off x="576" y="3571"/>
                <a:ext cx="167"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i="1">
                    <a:solidFill>
                      <a:srgbClr val="000000"/>
                    </a:solidFill>
                  </a:rPr>
                  <a:t>Q</a:t>
                </a:r>
                <a:endParaRPr lang="en-US" altLang="zh-CN" b="1"/>
              </a:p>
            </p:txBody>
          </p:sp>
        </p:grpSp>
      </p:grpSp>
      <p:graphicFrame>
        <p:nvGraphicFramePr>
          <p:cNvPr id="31746" name="Object 70"/>
          <p:cNvGraphicFramePr>
            <a:graphicFrameLocks noChangeAspect="1"/>
          </p:cNvGraphicFramePr>
          <p:nvPr/>
        </p:nvGraphicFramePr>
        <p:xfrm>
          <a:off x="7000875" y="5749925"/>
          <a:ext cx="1778000" cy="750888"/>
        </p:xfrm>
        <a:graphic>
          <a:graphicData uri="http://schemas.openxmlformats.org/presentationml/2006/ole">
            <mc:AlternateContent xmlns:mc="http://schemas.openxmlformats.org/markup-compatibility/2006">
              <mc:Choice xmlns:v="urn:schemas-microsoft-com:vml" Requires="v">
                <p:oleObj spid="_x0000_s32115" name="Equation" r:id="rId52" imgW="990360" imgH="419040" progId="Equation.DSMT4">
                  <p:embed/>
                </p:oleObj>
              </mc:Choice>
              <mc:Fallback>
                <p:oleObj name="Equation" r:id="rId52" imgW="990360" imgH="419040" progId="Equation.DSMT4">
                  <p:embed/>
                  <p:pic>
                    <p:nvPicPr>
                      <p:cNvPr id="0" name="Object 70"/>
                      <p:cNvPicPr>
                        <a:picLocks noChangeAspect="1" noChangeArrowheads="1"/>
                      </p:cNvPicPr>
                      <p:nvPr/>
                    </p:nvPicPr>
                    <p:blipFill>
                      <a:blip r:embed="rId53">
                        <a:extLst>
                          <a:ext uri="{28A0092B-C50C-407E-A947-70E740481C1C}">
                            <a14:useLocalDpi xmlns:a14="http://schemas.microsoft.com/office/drawing/2010/main" val="0"/>
                          </a:ext>
                        </a:extLst>
                      </a:blip>
                      <a:srcRect/>
                      <a:stretch>
                        <a:fillRect/>
                      </a:stretch>
                    </p:blipFill>
                    <p:spPr bwMode="auto">
                      <a:xfrm>
                        <a:off x="7000875" y="5749925"/>
                        <a:ext cx="1778000" cy="750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7" name="TextBox 3"/>
          <p:cNvSpPr txBox="1">
            <a:spLocks noChangeArrowheads="1"/>
          </p:cNvSpPr>
          <p:nvPr/>
        </p:nvSpPr>
        <p:spPr bwMode="auto">
          <a:xfrm>
            <a:off x="258763" y="187325"/>
            <a:ext cx="8599487"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          一定质量的理想气体，从相同的初始状态分别经历准静态等温过程和准静态绝热过程增加压强到相同值，问两个最终状态的密度哪个大</a:t>
            </a:r>
          </a:p>
        </p:txBody>
      </p:sp>
      <p:sp>
        <p:nvSpPr>
          <p:cNvPr id="14346" name="TextBox 5"/>
          <p:cNvSpPr txBox="1">
            <a:spLocks noChangeArrowheads="1"/>
          </p:cNvSpPr>
          <p:nvPr/>
        </p:nvSpPr>
        <p:spPr bwMode="auto">
          <a:xfrm>
            <a:off x="258763" y="1830388"/>
            <a:ext cx="8599487"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准静态等温过程</a:t>
            </a:r>
          </a:p>
        </p:txBody>
      </p:sp>
      <p:graphicFrame>
        <p:nvGraphicFramePr>
          <p:cNvPr id="11346" name="Object 82"/>
          <p:cNvGraphicFramePr>
            <a:graphicFrameLocks noChangeAspect="1"/>
          </p:cNvGraphicFramePr>
          <p:nvPr/>
        </p:nvGraphicFramePr>
        <p:xfrm>
          <a:off x="3255963" y="1841500"/>
          <a:ext cx="1325562" cy="527050"/>
        </p:xfrm>
        <a:graphic>
          <a:graphicData uri="http://schemas.openxmlformats.org/presentationml/2006/ole">
            <mc:AlternateContent xmlns:mc="http://schemas.openxmlformats.org/markup-compatibility/2006">
              <mc:Choice xmlns:v="urn:schemas-microsoft-com:vml" Requires="v">
                <p:oleObj spid="_x0000_s32860" name="Equation" r:id="rId4" imgW="545760" imgH="215640" progId="Equation.DSMT4">
                  <p:embed/>
                </p:oleObj>
              </mc:Choice>
              <mc:Fallback>
                <p:oleObj name="Equation" r:id="rId4" imgW="545760" imgH="215640" progId="Equation.DSMT4">
                  <p:embed/>
                  <p:pic>
                    <p:nvPicPr>
                      <p:cNvPr id="0" name="Object 8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255963" y="1841500"/>
                        <a:ext cx="1325562" cy="527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3"/>
          <p:cNvGraphicFramePr>
            <a:graphicFrameLocks noChangeAspect="1"/>
          </p:cNvGraphicFramePr>
          <p:nvPr/>
        </p:nvGraphicFramePr>
        <p:xfrm>
          <a:off x="3268663" y="2428875"/>
          <a:ext cx="3238500" cy="1050925"/>
        </p:xfrm>
        <a:graphic>
          <a:graphicData uri="http://schemas.openxmlformats.org/presentationml/2006/ole">
            <mc:AlternateContent xmlns:mc="http://schemas.openxmlformats.org/markup-compatibility/2006">
              <mc:Choice xmlns:v="urn:schemas-microsoft-com:vml" Requires="v">
                <p:oleObj spid="_x0000_s32861" name="Equation" r:id="rId6" imgW="1333440" imgH="431640" progId="Equation.DSMT4">
                  <p:embed/>
                </p:oleObj>
              </mc:Choice>
              <mc:Fallback>
                <p:oleObj name="Equation" r:id="rId6" imgW="1333440" imgH="431640" progId="Equation.DSMT4">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268663" y="2428875"/>
                        <a:ext cx="3238500" cy="1050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347" name="TextBox 8"/>
          <p:cNvSpPr txBox="1">
            <a:spLocks noChangeArrowheads="1"/>
          </p:cNvSpPr>
          <p:nvPr/>
        </p:nvSpPr>
        <p:spPr bwMode="auto">
          <a:xfrm>
            <a:off x="258763" y="2619375"/>
            <a:ext cx="85994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密度反比于体积</a:t>
            </a:r>
          </a:p>
        </p:txBody>
      </p:sp>
      <p:sp>
        <p:nvSpPr>
          <p:cNvPr id="14348" name="TextBox 9"/>
          <p:cNvSpPr txBox="1">
            <a:spLocks noChangeArrowheads="1"/>
          </p:cNvSpPr>
          <p:nvPr/>
        </p:nvSpPr>
        <p:spPr bwMode="auto">
          <a:xfrm>
            <a:off x="258763" y="3548063"/>
            <a:ext cx="85994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准静态绝热过程</a:t>
            </a:r>
          </a:p>
        </p:txBody>
      </p:sp>
      <p:graphicFrame>
        <p:nvGraphicFramePr>
          <p:cNvPr id="8" name="Object 4"/>
          <p:cNvGraphicFramePr>
            <a:graphicFrameLocks noChangeAspect="1"/>
          </p:cNvGraphicFramePr>
          <p:nvPr/>
        </p:nvGraphicFramePr>
        <p:xfrm>
          <a:off x="3148013" y="3571875"/>
          <a:ext cx="1541462" cy="557213"/>
        </p:xfrm>
        <a:graphic>
          <a:graphicData uri="http://schemas.openxmlformats.org/presentationml/2006/ole">
            <mc:AlternateContent xmlns:mc="http://schemas.openxmlformats.org/markup-compatibility/2006">
              <mc:Choice xmlns:v="urn:schemas-microsoft-com:vml" Requires="v">
                <p:oleObj spid="_x0000_s32862" name="Equation" r:id="rId8" imgW="634680" imgH="228600" progId="Equation.DSMT4">
                  <p:embed/>
                </p:oleObj>
              </mc:Choice>
              <mc:Fallback>
                <p:oleObj name="Equation" r:id="rId8" imgW="634680" imgH="228600" progId="Equation.DSMT4">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48013" y="3571875"/>
                        <a:ext cx="1541462" cy="557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 name="Object 5"/>
          <p:cNvGraphicFramePr>
            <a:graphicFrameLocks noChangeAspect="1"/>
          </p:cNvGraphicFramePr>
          <p:nvPr/>
        </p:nvGraphicFramePr>
        <p:xfrm>
          <a:off x="2016125" y="4143375"/>
          <a:ext cx="4316413" cy="1082675"/>
        </p:xfrm>
        <a:graphic>
          <a:graphicData uri="http://schemas.openxmlformats.org/presentationml/2006/ole">
            <mc:AlternateContent xmlns:mc="http://schemas.openxmlformats.org/markup-compatibility/2006">
              <mc:Choice xmlns:v="urn:schemas-microsoft-com:vml" Requires="v">
                <p:oleObj spid="_x0000_s32863" name="Equation" r:id="rId10" imgW="1777680" imgH="444240" progId="Equation.DSMT4">
                  <p:embed/>
                </p:oleObj>
              </mc:Choice>
              <mc:Fallback>
                <p:oleObj name="Equation" r:id="rId10" imgW="1777680" imgH="444240" progId="Equation.DSMT4">
                  <p:embed/>
                  <p:pic>
                    <p:nvPicPr>
                      <p:cNvPr id="0"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016125" y="4143375"/>
                        <a:ext cx="4316413" cy="1082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349" name="TextBox 13"/>
          <p:cNvSpPr txBox="1">
            <a:spLocks noChangeArrowheads="1"/>
          </p:cNvSpPr>
          <p:nvPr/>
        </p:nvSpPr>
        <p:spPr bwMode="auto">
          <a:xfrm>
            <a:off x="258763" y="5262563"/>
            <a:ext cx="85994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初始状态相同</a:t>
            </a:r>
          </a:p>
        </p:txBody>
      </p:sp>
      <p:graphicFrame>
        <p:nvGraphicFramePr>
          <p:cNvPr id="12" name="Object 6"/>
          <p:cNvGraphicFramePr>
            <a:graphicFrameLocks noChangeAspect="1"/>
          </p:cNvGraphicFramePr>
          <p:nvPr/>
        </p:nvGraphicFramePr>
        <p:xfrm>
          <a:off x="2786063" y="5286375"/>
          <a:ext cx="1573212" cy="555625"/>
        </p:xfrm>
        <a:graphic>
          <a:graphicData uri="http://schemas.openxmlformats.org/presentationml/2006/ole">
            <mc:AlternateContent xmlns:mc="http://schemas.openxmlformats.org/markup-compatibility/2006">
              <mc:Choice xmlns:v="urn:schemas-microsoft-com:vml" Requires="v">
                <p:oleObj spid="_x0000_s32864" name="Equation" r:id="rId12" imgW="647640" imgH="228600" progId="Equation.DSMT4">
                  <p:embed/>
                </p:oleObj>
              </mc:Choice>
              <mc:Fallback>
                <p:oleObj name="Equation" r:id="rId12" imgW="647640" imgH="228600" progId="Equation.DSMT4">
                  <p:embed/>
                  <p:pic>
                    <p:nvPicPr>
                      <p:cNvPr id="0" name="Object 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786063" y="5286375"/>
                        <a:ext cx="1573212" cy="555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5" name="Object 7"/>
          <p:cNvGraphicFramePr>
            <a:graphicFrameLocks noChangeAspect="1"/>
          </p:cNvGraphicFramePr>
          <p:nvPr/>
        </p:nvGraphicFramePr>
        <p:xfrm>
          <a:off x="4929188" y="5232400"/>
          <a:ext cx="1943100" cy="619125"/>
        </p:xfrm>
        <a:graphic>
          <a:graphicData uri="http://schemas.openxmlformats.org/presentationml/2006/ole">
            <mc:AlternateContent xmlns:mc="http://schemas.openxmlformats.org/markup-compatibility/2006">
              <mc:Choice xmlns:v="urn:schemas-microsoft-com:vml" Requires="v">
                <p:oleObj spid="_x0000_s32865" name="Equation" r:id="rId14" imgW="799920" imgH="253800" progId="Equation.DSMT4">
                  <p:embed/>
                </p:oleObj>
              </mc:Choice>
              <mc:Fallback>
                <p:oleObj name="Equation" r:id="rId14" imgW="799920" imgH="253800" progId="Equation.DSMT4">
                  <p:embed/>
                  <p:pic>
                    <p:nvPicPr>
                      <p:cNvPr id="0" name="Object 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929188" y="5232400"/>
                        <a:ext cx="1943100" cy="619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Object 8"/>
          <p:cNvGraphicFramePr>
            <a:graphicFrameLocks noChangeAspect="1"/>
          </p:cNvGraphicFramePr>
          <p:nvPr/>
        </p:nvGraphicFramePr>
        <p:xfrm>
          <a:off x="2309813" y="6143625"/>
          <a:ext cx="2466975" cy="619125"/>
        </p:xfrm>
        <a:graphic>
          <a:graphicData uri="http://schemas.openxmlformats.org/presentationml/2006/ole">
            <mc:AlternateContent xmlns:mc="http://schemas.openxmlformats.org/markup-compatibility/2006">
              <mc:Choice xmlns:v="urn:schemas-microsoft-com:vml" Requires="v">
                <p:oleObj spid="_x0000_s32866" name="Equation" r:id="rId16" imgW="1015920" imgH="253800" progId="Equation.DSMT4">
                  <p:embed/>
                </p:oleObj>
              </mc:Choice>
              <mc:Fallback>
                <p:oleObj name="Equation" r:id="rId16" imgW="1015920" imgH="253800" progId="Equation.DSMT4">
                  <p:embed/>
                  <p:pic>
                    <p:nvPicPr>
                      <p:cNvPr id="0" name="Object 8"/>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309813" y="6143625"/>
                        <a:ext cx="2466975" cy="619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782" name="Text Box 5"/>
          <p:cNvSpPr txBox="1">
            <a:spLocks noChangeArrowheads="1"/>
          </p:cNvSpPr>
          <p:nvPr/>
        </p:nvSpPr>
        <p:spPr bwMode="auto">
          <a:xfrm>
            <a:off x="19050" y="187325"/>
            <a:ext cx="1266825"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solidFill>
                  <a:srgbClr val="0000FF"/>
                </a:solidFill>
                <a:sym typeface="Symbol" panose="05050102010706020507" pitchFamily="18" charset="2"/>
              </a:rPr>
              <a:t>【</a:t>
            </a:r>
            <a:r>
              <a:rPr lang="zh-CN" altLang="en-US" sz="2800" b="1">
                <a:solidFill>
                  <a:srgbClr val="0000FF"/>
                </a:solidFill>
              </a:rPr>
              <a:t>例</a:t>
            </a:r>
            <a:r>
              <a:rPr lang="en-US" altLang="zh-CN" sz="2800" b="1">
                <a:solidFill>
                  <a:srgbClr val="0000FF"/>
                </a:solidFill>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1346"/>
                                        </p:tgtEl>
                                        <p:attrNameLst>
                                          <p:attrName>style.visibility</p:attrName>
                                        </p:attrNameLst>
                                      </p:cBhvr>
                                      <p:to>
                                        <p:strVal val="visible"/>
                                      </p:to>
                                    </p:set>
                                    <p:animEffect transition="in" filter="blinds(horizontal)">
                                      <p:cBhvr>
                                        <p:cTn id="7" dur="500"/>
                                        <p:tgtEl>
                                          <p:spTgt spid="1134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4346"/>
                                        </p:tgtEl>
                                        <p:attrNameLst>
                                          <p:attrName>style.visibility</p:attrName>
                                        </p:attrNameLst>
                                      </p:cBhvr>
                                      <p:to>
                                        <p:strVal val="visible"/>
                                      </p:to>
                                    </p:set>
                                    <p:animEffect transition="in" filter="blinds(horizontal)">
                                      <p:cBhvr>
                                        <p:cTn id="10" dur="500"/>
                                        <p:tgtEl>
                                          <p:spTgt spid="14346"/>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4347"/>
                                        </p:tgtEl>
                                        <p:attrNameLst>
                                          <p:attrName>style.visibility</p:attrName>
                                        </p:attrNameLst>
                                      </p:cBhvr>
                                      <p:to>
                                        <p:strVal val="visible"/>
                                      </p:to>
                                    </p:set>
                                    <p:animEffect transition="in" filter="blinds(horizontal)">
                                      <p:cBhvr>
                                        <p:cTn id="13" dur="500"/>
                                        <p:tgtEl>
                                          <p:spTgt spid="14347"/>
                                        </p:tgtEl>
                                      </p:cBhvr>
                                    </p:animEffect>
                                  </p:childTnLst>
                                </p:cTn>
                              </p:par>
                              <p:par>
                                <p:cTn id="14" presetID="3" presetClass="entr" presetSubtype="1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blinds(horizontal)">
                                      <p:cBhvr>
                                        <p:cTn id="16" dur="500"/>
                                        <p:tgtEl>
                                          <p:spTgt spid="7"/>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blinds(horizontal)">
                                      <p:cBhvr>
                                        <p:cTn id="21" dur="500"/>
                                        <p:tgtEl>
                                          <p:spTgt spid="8"/>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14348"/>
                                        </p:tgtEl>
                                        <p:attrNameLst>
                                          <p:attrName>style.visibility</p:attrName>
                                        </p:attrNameLst>
                                      </p:cBhvr>
                                      <p:to>
                                        <p:strVal val="visible"/>
                                      </p:to>
                                    </p:set>
                                    <p:animEffect transition="in" filter="blinds(horizontal)">
                                      <p:cBhvr>
                                        <p:cTn id="24" dur="500"/>
                                        <p:tgtEl>
                                          <p:spTgt spid="14348"/>
                                        </p:tgtEl>
                                      </p:cBhvr>
                                    </p:animEffect>
                                  </p:childTnLst>
                                </p:cTn>
                              </p:par>
                              <p:par>
                                <p:cTn id="25" presetID="3" presetClass="entr" presetSubtype="10" fill="hold"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blinds(horizontal)">
                                      <p:cBhvr>
                                        <p:cTn id="27" dur="500"/>
                                        <p:tgtEl>
                                          <p:spTgt spid="11"/>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blinds(horizontal)">
                                      <p:cBhvr>
                                        <p:cTn id="32" dur="500"/>
                                        <p:tgtEl>
                                          <p:spTgt spid="12"/>
                                        </p:tgtEl>
                                      </p:cBhvr>
                                    </p:animEffect>
                                  </p:childTnLst>
                                </p:cTn>
                              </p:par>
                              <p:par>
                                <p:cTn id="33" presetID="3" presetClass="entr" presetSubtype="10" fill="hold"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blinds(horizontal)">
                                      <p:cBhvr>
                                        <p:cTn id="35" dur="500"/>
                                        <p:tgtEl>
                                          <p:spTgt spid="15"/>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14349"/>
                                        </p:tgtEl>
                                        <p:attrNameLst>
                                          <p:attrName>style.visibility</p:attrName>
                                        </p:attrNameLst>
                                      </p:cBhvr>
                                      <p:to>
                                        <p:strVal val="visible"/>
                                      </p:to>
                                    </p:set>
                                    <p:animEffect transition="in" filter="blinds(horizontal)">
                                      <p:cBhvr>
                                        <p:cTn id="38" dur="500"/>
                                        <p:tgtEl>
                                          <p:spTgt spid="14349"/>
                                        </p:tgtEl>
                                      </p:cBhvr>
                                    </p:animEffect>
                                  </p:childTnLst>
                                </p:cTn>
                              </p:par>
                              <p:par>
                                <p:cTn id="39" presetID="3" presetClass="entr" presetSubtype="10" fill="hold"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blinds(horizontal)">
                                      <p:cBhvr>
                                        <p:cTn id="41"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6" grpId="0"/>
      <p:bldP spid="14347" grpId="0"/>
      <p:bldP spid="14348" grpId="0"/>
      <p:bldP spid="14349"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5" name="TextBox 3"/>
          <p:cNvSpPr txBox="1">
            <a:spLocks noChangeArrowheads="1"/>
          </p:cNvSpPr>
          <p:nvPr/>
        </p:nvSpPr>
        <p:spPr bwMode="auto">
          <a:xfrm>
            <a:off x="357188" y="3357563"/>
            <a:ext cx="8599487"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比热容比</a:t>
            </a:r>
            <a:r>
              <a:rPr lang="el-GR" altLang="zh-CN" sz="2800" b="1" i="1">
                <a:latin typeface="Calibri" panose="020F0502020204030204" pitchFamily="34" charset="0"/>
              </a:rPr>
              <a:t>γ</a:t>
            </a:r>
            <a:r>
              <a:rPr lang="en-US" altLang="zh-CN" sz="2800" b="1">
                <a:latin typeface="Calibri" panose="020F0502020204030204" pitchFamily="34" charset="0"/>
              </a:rPr>
              <a:t>&gt;1</a:t>
            </a:r>
            <a:r>
              <a:rPr lang="zh-CN" altLang="en-US" sz="2800" b="1">
                <a:latin typeface="Calibri" panose="020F0502020204030204" pitchFamily="34" charset="0"/>
              </a:rPr>
              <a:t>，即</a:t>
            </a:r>
            <a:r>
              <a:rPr lang="en-US" altLang="zh-CN" sz="2800" b="1">
                <a:latin typeface="Calibri" panose="020F0502020204030204" pitchFamily="34" charset="0"/>
              </a:rPr>
              <a:t>1-1/</a:t>
            </a:r>
            <a:r>
              <a:rPr lang="el-GR" altLang="zh-CN" sz="2800" b="1" i="1">
                <a:latin typeface="Calibri" panose="020F0502020204030204" pitchFamily="34" charset="0"/>
              </a:rPr>
              <a:t>γ</a:t>
            </a:r>
            <a:r>
              <a:rPr lang="en-US" altLang="zh-CN" sz="2800" b="1">
                <a:latin typeface="Calibri" panose="020F0502020204030204" pitchFamily="34" charset="0"/>
              </a:rPr>
              <a:t>&gt;0</a:t>
            </a:r>
            <a:r>
              <a:rPr lang="zh-CN" altLang="en-US" sz="2800" b="1">
                <a:latin typeface="Calibri" panose="020F0502020204030204" pitchFamily="34" charset="0"/>
              </a:rPr>
              <a:t>，又因为增压</a:t>
            </a:r>
            <a:r>
              <a:rPr lang="en-US" altLang="zh-CN" sz="2800" b="1" i="1">
                <a:latin typeface="Calibri" panose="020F0502020204030204" pitchFamily="34" charset="0"/>
              </a:rPr>
              <a:t>p</a:t>
            </a:r>
            <a:r>
              <a:rPr lang="en-US" altLang="zh-CN" sz="2800" b="1" baseline="-25000">
                <a:latin typeface="Calibri" panose="020F0502020204030204" pitchFamily="34" charset="0"/>
              </a:rPr>
              <a:t>0</a:t>
            </a:r>
            <a:r>
              <a:rPr lang="en-US" altLang="zh-CN" sz="2800" b="1">
                <a:latin typeface="Calibri" panose="020F0502020204030204" pitchFamily="34" charset="0"/>
              </a:rPr>
              <a:t>/</a:t>
            </a:r>
            <a:r>
              <a:rPr lang="en-US" altLang="zh-CN" sz="2800" b="1" i="1">
                <a:latin typeface="Calibri" panose="020F0502020204030204" pitchFamily="34" charset="0"/>
              </a:rPr>
              <a:t>p</a:t>
            </a:r>
            <a:r>
              <a:rPr lang="en-US" altLang="zh-CN" sz="2800" b="1">
                <a:latin typeface="Calibri" panose="020F0502020204030204" pitchFamily="34" charset="0"/>
              </a:rPr>
              <a:t>&lt;1</a:t>
            </a:r>
            <a:r>
              <a:rPr lang="zh-CN" altLang="en-US" sz="2800" b="1">
                <a:latin typeface="Calibri" panose="020F0502020204030204" pitchFamily="34" charset="0"/>
              </a:rPr>
              <a:t>，</a:t>
            </a:r>
            <a:endParaRPr lang="en-US" altLang="zh-CN" sz="2800" b="1">
              <a:latin typeface="Calibri" panose="020F0502020204030204" pitchFamily="34" charset="0"/>
            </a:endParaRPr>
          </a:p>
          <a:p>
            <a:pPr eaLnBrk="1" hangingPunct="1"/>
            <a:r>
              <a:rPr lang="zh-CN" altLang="en-US" sz="2800" b="1">
                <a:latin typeface="Calibri" panose="020F0502020204030204" pitchFamily="34" charset="0"/>
              </a:rPr>
              <a:t>因此等温过程的最终气体密度大于绝热过程</a:t>
            </a:r>
            <a:endParaRPr lang="en-US" altLang="zh-CN" sz="2800" b="1">
              <a:latin typeface="Calibri" panose="020F0502020204030204" pitchFamily="34" charset="0"/>
            </a:endParaRPr>
          </a:p>
          <a:p>
            <a:pPr eaLnBrk="1" hangingPunct="1"/>
            <a:endParaRPr lang="en-US" altLang="zh-CN" sz="2800" b="1">
              <a:latin typeface="Calibri" panose="020F0502020204030204" pitchFamily="34" charset="0"/>
            </a:endParaRPr>
          </a:p>
        </p:txBody>
      </p:sp>
      <p:sp>
        <p:nvSpPr>
          <p:cNvPr id="33798" name="TextBox 4"/>
          <p:cNvSpPr txBox="1">
            <a:spLocks noChangeArrowheads="1"/>
          </p:cNvSpPr>
          <p:nvPr/>
        </p:nvSpPr>
        <p:spPr bwMode="auto">
          <a:xfrm>
            <a:off x="258763" y="571500"/>
            <a:ext cx="85994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最终状态压强相同</a:t>
            </a:r>
          </a:p>
        </p:txBody>
      </p:sp>
      <p:graphicFrame>
        <p:nvGraphicFramePr>
          <p:cNvPr id="11346" name="Object 82"/>
          <p:cNvGraphicFramePr>
            <a:graphicFrameLocks noChangeAspect="1"/>
          </p:cNvGraphicFramePr>
          <p:nvPr/>
        </p:nvGraphicFramePr>
        <p:xfrm>
          <a:off x="3571875" y="571500"/>
          <a:ext cx="1450975" cy="525463"/>
        </p:xfrm>
        <a:graphic>
          <a:graphicData uri="http://schemas.openxmlformats.org/presentationml/2006/ole">
            <mc:AlternateContent xmlns:mc="http://schemas.openxmlformats.org/markup-compatibility/2006">
              <mc:Choice xmlns:v="urn:schemas-microsoft-com:vml" Requires="v">
                <p:oleObj spid="_x0000_s33836" name="Equation" r:id="rId4" imgW="596880" imgH="215640" progId="Equation.DSMT4">
                  <p:embed/>
                </p:oleObj>
              </mc:Choice>
              <mc:Fallback>
                <p:oleObj name="Equation" r:id="rId4" imgW="596880" imgH="215640" progId="Equation.DSMT4">
                  <p:embed/>
                  <p:pic>
                    <p:nvPicPr>
                      <p:cNvPr id="0" name="Object 8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571875" y="571500"/>
                        <a:ext cx="1450975" cy="525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 name="Object 3"/>
          <p:cNvGraphicFramePr>
            <a:graphicFrameLocks noChangeAspect="1"/>
          </p:cNvGraphicFramePr>
          <p:nvPr/>
        </p:nvGraphicFramePr>
        <p:xfrm>
          <a:off x="3571875" y="1268413"/>
          <a:ext cx="3978275" cy="588962"/>
        </p:xfrm>
        <a:graphic>
          <a:graphicData uri="http://schemas.openxmlformats.org/presentationml/2006/ole">
            <mc:AlternateContent xmlns:mc="http://schemas.openxmlformats.org/markup-compatibility/2006">
              <mc:Choice xmlns:v="urn:schemas-microsoft-com:vml" Requires="v">
                <p:oleObj spid="_x0000_s33837" name="Equation" r:id="rId6" imgW="1638000" imgH="241200" progId="Equation.DSMT4">
                  <p:embed/>
                </p:oleObj>
              </mc:Choice>
              <mc:Fallback>
                <p:oleObj name="Equation" r:id="rId6" imgW="1638000" imgH="241200" progId="Equation.DSMT4">
                  <p:embed/>
                  <p:pic>
                    <p:nvPicPr>
                      <p:cNvPr id="0" name="Object 3"/>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71875" y="1268413"/>
                        <a:ext cx="3978275" cy="588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4"/>
          <p:cNvGraphicFramePr>
            <a:graphicFrameLocks noChangeAspect="1"/>
          </p:cNvGraphicFramePr>
          <p:nvPr/>
        </p:nvGraphicFramePr>
        <p:xfrm>
          <a:off x="2284413" y="2017713"/>
          <a:ext cx="4410075" cy="1054100"/>
        </p:xfrm>
        <a:graphic>
          <a:graphicData uri="http://schemas.openxmlformats.org/presentationml/2006/ole">
            <mc:AlternateContent xmlns:mc="http://schemas.openxmlformats.org/markup-compatibility/2006">
              <mc:Choice xmlns:v="urn:schemas-microsoft-com:vml" Requires="v">
                <p:oleObj spid="_x0000_s33838" name="Equation" r:id="rId8" imgW="1815840" imgH="431640" progId="Equation.DSMT4">
                  <p:embed/>
                </p:oleObj>
              </mc:Choice>
              <mc:Fallback>
                <p:oleObj name="Equation" r:id="rId8" imgW="1815840" imgH="431640" progId="Equation.DSMT4">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284413" y="2017713"/>
                        <a:ext cx="4410075" cy="1054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67" name="TextBox 8"/>
          <p:cNvSpPr txBox="1">
            <a:spLocks noChangeArrowheads="1"/>
          </p:cNvSpPr>
          <p:nvPr/>
        </p:nvSpPr>
        <p:spPr bwMode="auto">
          <a:xfrm>
            <a:off x="357188" y="4572000"/>
            <a:ext cx="8599487"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rgbClr val="FF0000"/>
                </a:solidFill>
                <a:latin typeface="Calibri" panose="020F0502020204030204" pitchFamily="34" charset="0"/>
              </a:rPr>
              <a:t>等温过程密度随压强线性变化，</a:t>
            </a:r>
            <a:endParaRPr lang="en-US" altLang="zh-CN" sz="2800" b="1">
              <a:solidFill>
                <a:srgbClr val="FF0000"/>
              </a:solidFill>
              <a:latin typeface="Calibri" panose="020F0502020204030204" pitchFamily="34" charset="0"/>
            </a:endParaRPr>
          </a:p>
          <a:p>
            <a:pPr eaLnBrk="1" hangingPunct="1"/>
            <a:r>
              <a:rPr lang="zh-CN" altLang="en-US" sz="2800" b="1">
                <a:solidFill>
                  <a:srgbClr val="FF0000"/>
                </a:solidFill>
                <a:latin typeface="Calibri" panose="020F0502020204030204" pitchFamily="34" charset="0"/>
              </a:rPr>
              <a:t>绝热过程密度随压强的增加低于线性</a:t>
            </a:r>
            <a:endParaRPr lang="en-US" altLang="zh-CN" sz="2800" b="1">
              <a:solidFill>
                <a:srgbClr val="FF0000"/>
              </a:solidFill>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blinds(horizontal)">
                                      <p:cBhvr>
                                        <p:cTn id="7" dur="500"/>
                                        <p:tgtEl>
                                          <p:spTgt spid="7"/>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5365"/>
                                        </p:tgtEl>
                                        <p:attrNameLst>
                                          <p:attrName>style.visibility</p:attrName>
                                        </p:attrNameLst>
                                      </p:cBhvr>
                                      <p:to>
                                        <p:strVal val="visible"/>
                                      </p:to>
                                    </p:set>
                                    <p:animEffect transition="in" filter="blinds(horizontal)">
                                      <p:cBhvr>
                                        <p:cTn id="10" dur="500"/>
                                        <p:tgtEl>
                                          <p:spTgt spid="15365"/>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15367"/>
                                        </p:tgtEl>
                                        <p:attrNameLst>
                                          <p:attrName>style.visibility</p:attrName>
                                        </p:attrNameLst>
                                      </p:cBhvr>
                                      <p:to>
                                        <p:strVal val="visible"/>
                                      </p:to>
                                    </p:set>
                                    <p:animEffect transition="in" filter="blinds(horizontal)">
                                      <p:cBhvr>
                                        <p:cTn id="15" dur="500"/>
                                        <p:tgtEl>
                                          <p:spTgt spid="153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365" grpId="0"/>
      <p:bldP spid="15367"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1" name="TextBox 3"/>
          <p:cNvSpPr txBox="1">
            <a:spLocks noChangeArrowheads="1"/>
          </p:cNvSpPr>
          <p:nvPr/>
        </p:nvSpPr>
        <p:spPr bwMode="auto">
          <a:xfrm>
            <a:off x="357188" y="404813"/>
            <a:ext cx="22526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latin typeface="Calibri" panose="020F0502020204030204" pitchFamily="34" charset="0"/>
              </a:rPr>
              <a:t>5.5 </a:t>
            </a:r>
            <a:r>
              <a:rPr lang="zh-CN" altLang="en-US" sz="2800" b="1">
                <a:latin typeface="Calibri" panose="020F0502020204030204" pitchFamily="34" charset="0"/>
              </a:rPr>
              <a:t>热机 循环</a:t>
            </a:r>
          </a:p>
        </p:txBody>
      </p:sp>
      <p:sp>
        <p:nvSpPr>
          <p:cNvPr id="34822" name="TextBox 4"/>
          <p:cNvSpPr txBox="1">
            <a:spLocks noChangeArrowheads="1"/>
          </p:cNvSpPr>
          <p:nvPr/>
        </p:nvSpPr>
        <p:spPr bwMode="auto">
          <a:xfrm>
            <a:off x="571500" y="1366838"/>
            <a:ext cx="17097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循环过程 </a:t>
            </a:r>
          </a:p>
        </p:txBody>
      </p:sp>
      <p:graphicFrame>
        <p:nvGraphicFramePr>
          <p:cNvPr id="61481" name="Object 41"/>
          <p:cNvGraphicFramePr>
            <a:graphicFrameLocks noChangeAspect="1"/>
          </p:cNvGraphicFramePr>
          <p:nvPr/>
        </p:nvGraphicFramePr>
        <p:xfrm>
          <a:off x="5072063" y="1366838"/>
          <a:ext cx="1924050" cy="561975"/>
        </p:xfrm>
        <a:graphic>
          <a:graphicData uri="http://schemas.openxmlformats.org/presentationml/2006/ole">
            <mc:AlternateContent xmlns:mc="http://schemas.openxmlformats.org/markup-compatibility/2006">
              <mc:Choice xmlns:v="urn:schemas-microsoft-com:vml" Requires="v">
                <p:oleObj spid="_x0000_s34860" name="Equation" r:id="rId4" imgW="736560" imgH="215640" progId="Equation.DSMT4">
                  <p:embed/>
                </p:oleObj>
              </mc:Choice>
              <mc:Fallback>
                <p:oleObj name="Equation" r:id="rId4" imgW="736560" imgH="215640" progId="Equation.DSMT4">
                  <p:embed/>
                  <p:pic>
                    <p:nvPicPr>
                      <p:cNvPr id="0" name="Object 4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72063" y="1366838"/>
                        <a:ext cx="1924050" cy="561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641" name="Object 41"/>
          <p:cNvGraphicFramePr>
            <a:graphicFrameLocks noChangeAspect="1"/>
          </p:cNvGraphicFramePr>
          <p:nvPr/>
        </p:nvGraphicFramePr>
        <p:xfrm>
          <a:off x="3143250" y="2492375"/>
          <a:ext cx="2868613" cy="1079500"/>
        </p:xfrm>
        <a:graphic>
          <a:graphicData uri="http://schemas.openxmlformats.org/presentationml/2006/ole">
            <mc:AlternateContent xmlns:mc="http://schemas.openxmlformats.org/markup-compatibility/2006">
              <mc:Choice xmlns:v="urn:schemas-microsoft-com:vml" Requires="v">
                <p:oleObj spid="_x0000_s34861" name="Equation" r:id="rId6" imgW="1015920" imgH="431640" progId="Equation.DSMT4">
                  <p:embed/>
                </p:oleObj>
              </mc:Choice>
              <mc:Fallback>
                <p:oleObj name="Equation" r:id="rId6" imgW="1015920" imgH="431640" progId="Equation.DSMT4">
                  <p:embed/>
                  <p:pic>
                    <p:nvPicPr>
                      <p:cNvPr id="0" name="Object 4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143250" y="2492375"/>
                        <a:ext cx="2868613" cy="107950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823" name="Text Box 56"/>
          <p:cNvSpPr txBox="1">
            <a:spLocks noChangeArrowheads="1"/>
          </p:cNvSpPr>
          <p:nvPr/>
        </p:nvSpPr>
        <p:spPr bwMode="auto">
          <a:xfrm>
            <a:off x="3071813" y="1366838"/>
            <a:ext cx="1905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cs typeface="Times New Roman" panose="02020603050405020304" pitchFamily="18" charset="0"/>
                <a:sym typeface="Symbol" panose="05050102010706020507" pitchFamily="18" charset="2"/>
              </a:rPr>
              <a:t></a:t>
            </a:r>
            <a:r>
              <a:rPr lang="en-US" altLang="zh-CN" sz="2800" b="1" i="1">
                <a:cs typeface="Times New Roman" panose="02020603050405020304" pitchFamily="18" charset="0"/>
              </a:rPr>
              <a:t>E </a:t>
            </a:r>
            <a:r>
              <a:rPr lang="en-US" altLang="zh-CN" sz="2800" b="1">
                <a:cs typeface="Times New Roman" panose="02020603050405020304" pitchFamily="18" charset="0"/>
              </a:rPr>
              <a:t>= 0</a:t>
            </a:r>
            <a:endParaRPr lang="en-US" altLang="zh-CN" sz="2800" b="1"/>
          </a:p>
        </p:txBody>
      </p:sp>
      <p:sp>
        <p:nvSpPr>
          <p:cNvPr id="34824" name="TextBox 10"/>
          <p:cNvSpPr txBox="1">
            <a:spLocks noChangeArrowheads="1"/>
          </p:cNvSpPr>
          <p:nvPr/>
        </p:nvSpPr>
        <p:spPr bwMode="auto">
          <a:xfrm>
            <a:off x="571500" y="2706688"/>
            <a:ext cx="16271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热机效率</a:t>
            </a:r>
          </a:p>
        </p:txBody>
      </p:sp>
      <p:sp>
        <p:nvSpPr>
          <p:cNvPr id="34825" name="TextBox 11"/>
          <p:cNvSpPr txBox="1">
            <a:spLocks noChangeArrowheads="1"/>
          </p:cNvSpPr>
          <p:nvPr/>
        </p:nvSpPr>
        <p:spPr bwMode="auto">
          <a:xfrm>
            <a:off x="571500" y="4262438"/>
            <a:ext cx="16271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卡诺循环</a:t>
            </a:r>
          </a:p>
        </p:txBody>
      </p:sp>
      <p:graphicFrame>
        <p:nvGraphicFramePr>
          <p:cNvPr id="34820" name="Object 14"/>
          <p:cNvGraphicFramePr>
            <a:graphicFrameLocks noChangeAspect="1"/>
          </p:cNvGraphicFramePr>
          <p:nvPr/>
        </p:nvGraphicFramePr>
        <p:xfrm>
          <a:off x="3071813" y="4000500"/>
          <a:ext cx="3490912" cy="1171575"/>
        </p:xfrm>
        <a:graphic>
          <a:graphicData uri="http://schemas.openxmlformats.org/presentationml/2006/ole">
            <mc:AlternateContent xmlns:mc="http://schemas.openxmlformats.org/markup-compatibility/2006">
              <mc:Choice xmlns:v="urn:schemas-microsoft-com:vml" Requires="v">
                <p:oleObj spid="_x0000_s34862" name="Equation" r:id="rId8" imgW="1282680" imgH="431640" progId="Equation.DSMT4">
                  <p:embed/>
                </p:oleObj>
              </mc:Choice>
              <mc:Fallback>
                <p:oleObj name="Equation" r:id="rId8" imgW="1282680" imgH="431640" progId="Equation.DSMT4">
                  <p:embed/>
                  <p:pic>
                    <p:nvPicPr>
                      <p:cNvPr id="0" name="Object 1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71813" y="4000500"/>
                        <a:ext cx="3490912" cy="1171575"/>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4826" name="TextBox 13"/>
          <p:cNvSpPr txBox="1">
            <a:spLocks noChangeArrowheads="1"/>
          </p:cNvSpPr>
          <p:nvPr/>
        </p:nvSpPr>
        <p:spPr bwMode="auto">
          <a:xfrm>
            <a:off x="571500" y="5619750"/>
            <a:ext cx="34305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制冷循环（不要求）</a:t>
            </a:r>
          </a:p>
        </p:txBody>
      </p:sp>
    </p:spTree>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extBox 3"/>
          <p:cNvSpPr txBox="1">
            <a:spLocks noChangeArrowheads="1"/>
          </p:cNvSpPr>
          <p:nvPr/>
        </p:nvSpPr>
        <p:spPr bwMode="auto">
          <a:xfrm>
            <a:off x="357188" y="428625"/>
            <a:ext cx="32527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latin typeface="Calibri" panose="020F0502020204030204" pitchFamily="34" charset="0"/>
              </a:rPr>
              <a:t>5.6 </a:t>
            </a:r>
            <a:r>
              <a:rPr lang="zh-CN" altLang="en-US" sz="2800" b="1">
                <a:latin typeface="Calibri" panose="020F0502020204030204" pitchFamily="34" charset="0"/>
              </a:rPr>
              <a:t>热力学第二定律</a:t>
            </a:r>
          </a:p>
        </p:txBody>
      </p:sp>
      <p:sp>
        <p:nvSpPr>
          <p:cNvPr id="59395" name="TextBox 4"/>
          <p:cNvSpPr txBox="1">
            <a:spLocks noChangeArrowheads="1"/>
          </p:cNvSpPr>
          <p:nvPr/>
        </p:nvSpPr>
        <p:spPr bwMode="auto">
          <a:xfrm>
            <a:off x="571500" y="1357313"/>
            <a:ext cx="53165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自然过程的方向性（一般理解）</a:t>
            </a:r>
          </a:p>
        </p:txBody>
      </p:sp>
      <p:sp>
        <p:nvSpPr>
          <p:cNvPr id="59396" name="TextBox 5"/>
          <p:cNvSpPr txBox="1">
            <a:spLocks noChangeArrowheads="1"/>
          </p:cNvSpPr>
          <p:nvPr/>
        </p:nvSpPr>
        <p:spPr bwMode="auto">
          <a:xfrm>
            <a:off x="571500" y="2333625"/>
            <a:ext cx="37909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可逆过程、不可逆过程</a:t>
            </a:r>
          </a:p>
        </p:txBody>
      </p:sp>
      <p:sp>
        <p:nvSpPr>
          <p:cNvPr id="59397" name="TextBox 6"/>
          <p:cNvSpPr txBox="1">
            <a:spLocks noChangeArrowheads="1"/>
          </p:cNvSpPr>
          <p:nvPr/>
        </p:nvSpPr>
        <p:spPr bwMode="auto">
          <a:xfrm>
            <a:off x="571500" y="3333750"/>
            <a:ext cx="78882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热力学第二定律      开氏表述、克氏表述，等价性</a:t>
            </a: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TextBox 3"/>
          <p:cNvSpPr txBox="1">
            <a:spLocks noChangeArrowheads="1"/>
          </p:cNvSpPr>
          <p:nvPr/>
        </p:nvSpPr>
        <p:spPr bwMode="auto">
          <a:xfrm>
            <a:off x="357188" y="428625"/>
            <a:ext cx="50561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latin typeface="Calibri" panose="020F0502020204030204" pitchFamily="34" charset="0"/>
              </a:rPr>
              <a:t>5.7 </a:t>
            </a:r>
            <a:r>
              <a:rPr lang="zh-CN" altLang="en-US" sz="2800" b="1">
                <a:latin typeface="Calibri" panose="020F0502020204030204" pitchFamily="34" charset="0"/>
              </a:rPr>
              <a:t>热力学第二定律的统计意义</a:t>
            </a:r>
          </a:p>
        </p:txBody>
      </p:sp>
      <p:sp>
        <p:nvSpPr>
          <p:cNvPr id="35844" name="TextBox 4"/>
          <p:cNvSpPr txBox="1">
            <a:spLocks noChangeArrowheads="1"/>
          </p:cNvSpPr>
          <p:nvPr/>
        </p:nvSpPr>
        <p:spPr bwMode="auto">
          <a:xfrm>
            <a:off x="571500" y="1404938"/>
            <a:ext cx="66770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热力学第二定律的微观意义（一般理解）</a:t>
            </a:r>
          </a:p>
        </p:txBody>
      </p:sp>
      <p:sp>
        <p:nvSpPr>
          <p:cNvPr id="35845" name="TextBox 5"/>
          <p:cNvSpPr txBox="1">
            <a:spLocks noChangeArrowheads="1"/>
          </p:cNvSpPr>
          <p:nvPr/>
        </p:nvSpPr>
        <p:spPr bwMode="auto">
          <a:xfrm>
            <a:off x="571500" y="2405063"/>
            <a:ext cx="66770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热力学第二定律的统计意义（一般理解）</a:t>
            </a:r>
          </a:p>
        </p:txBody>
      </p:sp>
      <p:sp>
        <p:nvSpPr>
          <p:cNvPr id="35846" name="TextBox 6"/>
          <p:cNvSpPr txBox="1">
            <a:spLocks noChangeArrowheads="1"/>
          </p:cNvSpPr>
          <p:nvPr/>
        </p:nvSpPr>
        <p:spPr bwMode="auto">
          <a:xfrm>
            <a:off x="571500" y="3571875"/>
            <a:ext cx="39544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热力学概率  玻尔兹曼熵</a:t>
            </a:r>
          </a:p>
        </p:txBody>
      </p:sp>
      <p:graphicFrame>
        <p:nvGraphicFramePr>
          <p:cNvPr id="139268" name="Object 4"/>
          <p:cNvGraphicFramePr>
            <a:graphicFrameLocks noChangeAspect="1"/>
          </p:cNvGraphicFramePr>
          <p:nvPr/>
        </p:nvGraphicFramePr>
        <p:xfrm>
          <a:off x="3429000" y="4310063"/>
          <a:ext cx="1906588" cy="519112"/>
        </p:xfrm>
        <a:graphic>
          <a:graphicData uri="http://schemas.openxmlformats.org/presentationml/2006/ole">
            <mc:AlternateContent xmlns:mc="http://schemas.openxmlformats.org/markup-compatibility/2006">
              <mc:Choice xmlns:v="urn:schemas-microsoft-com:vml" Requires="v">
                <p:oleObj spid="_x0000_s35858" name="Equation" r:id="rId4" imgW="647640" imgH="177480" progId="Equation.DSMT4">
                  <p:embed/>
                </p:oleObj>
              </mc:Choice>
              <mc:Fallback>
                <p:oleObj name="Equation" r:id="rId4" imgW="647640" imgH="177480" progId="Equation.DSMT4">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29000" y="4310063"/>
                        <a:ext cx="1906588" cy="519112"/>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8" name="TextBox 3"/>
          <p:cNvSpPr txBox="1">
            <a:spLocks noChangeArrowheads="1"/>
          </p:cNvSpPr>
          <p:nvPr/>
        </p:nvSpPr>
        <p:spPr bwMode="auto">
          <a:xfrm>
            <a:off x="357188" y="428625"/>
            <a:ext cx="25320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latin typeface="Calibri" panose="020F0502020204030204" pitchFamily="34" charset="0"/>
              </a:rPr>
              <a:t>5.8 </a:t>
            </a:r>
            <a:r>
              <a:rPr lang="zh-CN" altLang="en-US" sz="2800" b="1">
                <a:latin typeface="Calibri" panose="020F0502020204030204" pitchFamily="34" charset="0"/>
              </a:rPr>
              <a:t>克劳修斯熵</a:t>
            </a:r>
          </a:p>
        </p:txBody>
      </p:sp>
      <p:sp>
        <p:nvSpPr>
          <p:cNvPr id="36869" name="TextBox 4"/>
          <p:cNvSpPr txBox="1">
            <a:spLocks noChangeArrowheads="1"/>
          </p:cNvSpPr>
          <p:nvPr/>
        </p:nvSpPr>
        <p:spPr bwMode="auto">
          <a:xfrm>
            <a:off x="571500" y="1404938"/>
            <a:ext cx="48736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可逆过程的条件（一般理解）</a:t>
            </a:r>
          </a:p>
        </p:txBody>
      </p:sp>
      <p:sp>
        <p:nvSpPr>
          <p:cNvPr id="36870" name="TextBox 5"/>
          <p:cNvSpPr txBox="1">
            <a:spLocks noChangeArrowheads="1"/>
          </p:cNvSpPr>
          <p:nvPr/>
        </p:nvSpPr>
        <p:spPr bwMode="auto">
          <a:xfrm>
            <a:off x="571500" y="2405063"/>
            <a:ext cx="37909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卡诺定理（一般理解）</a:t>
            </a:r>
          </a:p>
        </p:txBody>
      </p:sp>
      <p:sp>
        <p:nvSpPr>
          <p:cNvPr id="36871" name="TextBox 6"/>
          <p:cNvSpPr txBox="1">
            <a:spLocks noChangeArrowheads="1"/>
          </p:cNvSpPr>
          <p:nvPr/>
        </p:nvSpPr>
        <p:spPr bwMode="auto">
          <a:xfrm>
            <a:off x="571500" y="3541713"/>
            <a:ext cx="19875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克劳修斯熵</a:t>
            </a:r>
          </a:p>
        </p:txBody>
      </p:sp>
      <p:grpSp>
        <p:nvGrpSpPr>
          <p:cNvPr id="36872" name="Group 54"/>
          <p:cNvGrpSpPr>
            <a:grpSpLocks/>
          </p:cNvGrpSpPr>
          <p:nvPr/>
        </p:nvGrpSpPr>
        <p:grpSpPr bwMode="auto">
          <a:xfrm>
            <a:off x="1857375" y="3994150"/>
            <a:ext cx="1439863" cy="935038"/>
            <a:chOff x="3923" y="3421"/>
            <a:chExt cx="1002" cy="644"/>
          </a:xfrm>
        </p:grpSpPr>
        <p:graphicFrame>
          <p:nvGraphicFramePr>
            <p:cNvPr id="36867" name="Object 51"/>
            <p:cNvGraphicFramePr>
              <a:graphicFrameLocks noChangeAspect="1"/>
            </p:cNvGraphicFramePr>
            <p:nvPr/>
          </p:nvGraphicFramePr>
          <p:xfrm>
            <a:off x="3923" y="3421"/>
            <a:ext cx="1002" cy="644"/>
          </p:xfrm>
          <a:graphic>
            <a:graphicData uri="http://schemas.openxmlformats.org/presentationml/2006/ole">
              <mc:AlternateContent xmlns:mc="http://schemas.openxmlformats.org/markup-compatibility/2006">
                <mc:Choice xmlns:v="urn:schemas-microsoft-com:vml" Requires="v">
                  <p:oleObj spid="_x0000_s36900" name="Equation" r:id="rId4" imgW="609480" imgH="406080" progId="Equation.DSMT4">
                    <p:embed/>
                  </p:oleObj>
                </mc:Choice>
                <mc:Fallback>
                  <p:oleObj name="Equation" r:id="rId4" imgW="609480" imgH="406080" progId="Equation.DSMT4">
                    <p:embed/>
                    <p:pic>
                      <p:nvPicPr>
                        <p:cNvPr id="0" name="Object 5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923" y="3421"/>
                          <a:ext cx="1002" cy="644"/>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877" name="Line 52"/>
            <p:cNvSpPr>
              <a:spLocks noChangeShapeType="1"/>
            </p:cNvSpPr>
            <p:nvPr/>
          </p:nvSpPr>
          <p:spPr bwMode="auto">
            <a:xfrm>
              <a:off x="4551" y="3528"/>
              <a:ext cx="13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nvGrpSpPr>
          <p:cNvPr id="36873" name="Group 48"/>
          <p:cNvGrpSpPr>
            <a:grpSpLocks/>
          </p:cNvGrpSpPr>
          <p:nvPr/>
        </p:nvGrpSpPr>
        <p:grpSpPr bwMode="auto">
          <a:xfrm>
            <a:off x="3929063" y="4065588"/>
            <a:ext cx="3095625" cy="863600"/>
            <a:chOff x="1474" y="2886"/>
            <a:chExt cx="2132" cy="639"/>
          </a:xfrm>
        </p:grpSpPr>
        <p:graphicFrame>
          <p:nvGraphicFramePr>
            <p:cNvPr id="36866" name="Object 46"/>
            <p:cNvGraphicFramePr>
              <a:graphicFrameLocks noChangeAspect="1"/>
            </p:cNvGraphicFramePr>
            <p:nvPr/>
          </p:nvGraphicFramePr>
          <p:xfrm>
            <a:off x="1474" y="2886"/>
            <a:ext cx="2132" cy="639"/>
          </p:xfrm>
          <a:graphic>
            <a:graphicData uri="http://schemas.openxmlformats.org/presentationml/2006/ole">
              <mc:AlternateContent xmlns:mc="http://schemas.openxmlformats.org/markup-compatibility/2006">
                <mc:Choice xmlns:v="urn:schemas-microsoft-com:vml" Requires="v">
                  <p:oleObj spid="_x0000_s36901" name="Equation" r:id="rId6" imgW="1434960" imgH="406080" progId="Equation.DSMT4">
                    <p:embed/>
                  </p:oleObj>
                </mc:Choice>
                <mc:Fallback>
                  <p:oleObj name="Equation" r:id="rId6" imgW="1434960" imgH="406080" progId="Equation.DSMT4">
                    <p:embed/>
                    <p:pic>
                      <p:nvPicPr>
                        <p:cNvPr id="0" name="Object 4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474" y="2886"/>
                          <a:ext cx="2132" cy="639"/>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6876" name="Line 47"/>
            <p:cNvSpPr>
              <a:spLocks noChangeShapeType="1"/>
            </p:cNvSpPr>
            <p:nvPr/>
          </p:nvSpPr>
          <p:spPr bwMode="auto">
            <a:xfrm>
              <a:off x="3288" y="3001"/>
              <a:ext cx="125"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6874" name="TextBox 19"/>
          <p:cNvSpPr txBox="1">
            <a:spLocks noChangeArrowheads="1"/>
          </p:cNvSpPr>
          <p:nvPr/>
        </p:nvSpPr>
        <p:spPr bwMode="auto">
          <a:xfrm>
            <a:off x="7156450" y="4279900"/>
            <a:ext cx="16271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可逆过程</a:t>
            </a:r>
          </a:p>
        </p:txBody>
      </p:sp>
      <p:sp>
        <p:nvSpPr>
          <p:cNvPr id="36875" name="TextBox 20"/>
          <p:cNvSpPr txBox="1">
            <a:spLocks noChangeArrowheads="1"/>
          </p:cNvSpPr>
          <p:nvPr/>
        </p:nvSpPr>
        <p:spPr bwMode="auto">
          <a:xfrm>
            <a:off x="571500" y="5357813"/>
            <a:ext cx="73977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玻尔兹曼熵和克劳修斯熵的关系（一般理解）</a:t>
            </a:r>
          </a:p>
        </p:txBody>
      </p:sp>
    </p:spTree>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extBox 3"/>
          <p:cNvSpPr txBox="1">
            <a:spLocks noChangeArrowheads="1"/>
          </p:cNvSpPr>
          <p:nvPr/>
        </p:nvSpPr>
        <p:spPr bwMode="auto">
          <a:xfrm>
            <a:off x="357188" y="428625"/>
            <a:ext cx="25320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latin typeface="Calibri" panose="020F0502020204030204" pitchFamily="34" charset="0"/>
              </a:rPr>
              <a:t>5.9 </a:t>
            </a:r>
            <a:r>
              <a:rPr lang="zh-CN" altLang="en-US" sz="2800" b="1">
                <a:latin typeface="Calibri" panose="020F0502020204030204" pitchFamily="34" charset="0"/>
              </a:rPr>
              <a:t>熵增加原理</a:t>
            </a:r>
          </a:p>
        </p:txBody>
      </p:sp>
      <p:sp>
        <p:nvSpPr>
          <p:cNvPr id="60419" name="Text Box 7"/>
          <p:cNvSpPr txBox="1">
            <a:spLocks noChangeArrowheads="1"/>
          </p:cNvSpPr>
          <p:nvPr/>
        </p:nvSpPr>
        <p:spPr bwMode="auto">
          <a:xfrm>
            <a:off x="571500" y="1214438"/>
            <a:ext cx="8280400" cy="1373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800" b="1"/>
              <a:t>熵增加原理</a:t>
            </a:r>
            <a:r>
              <a:rPr lang="en-US" altLang="zh-CN" sz="2800" b="1"/>
              <a:t>: </a:t>
            </a:r>
          </a:p>
          <a:p>
            <a:r>
              <a:rPr lang="zh-CN" altLang="en-US" sz="2800" b="1"/>
              <a:t>孤立系统的熵永不减少</a:t>
            </a:r>
            <a:r>
              <a:rPr lang="en-US" altLang="zh-CN" sz="2800" b="1"/>
              <a:t>; </a:t>
            </a:r>
            <a:r>
              <a:rPr lang="zh-CN" altLang="en-US" sz="2800" b="1"/>
              <a:t>若过程是可逆的则熵不变</a:t>
            </a:r>
            <a:r>
              <a:rPr lang="en-US" altLang="zh-CN" sz="2800" b="1"/>
              <a:t>, </a:t>
            </a:r>
            <a:r>
              <a:rPr lang="zh-CN" altLang="en-US" sz="2800" b="1"/>
              <a:t>若过程是不可逆的则熵增加。</a:t>
            </a:r>
          </a:p>
        </p:txBody>
      </p:sp>
    </p:spTree>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28" name="Line 28"/>
          <p:cNvSpPr>
            <a:spLocks noChangeShapeType="1"/>
          </p:cNvSpPr>
          <p:nvPr/>
        </p:nvSpPr>
        <p:spPr bwMode="auto">
          <a:xfrm>
            <a:off x="8218488" y="3133725"/>
            <a:ext cx="0" cy="647700"/>
          </a:xfrm>
          <a:prstGeom prst="line">
            <a:avLst/>
          </a:prstGeom>
          <a:noFill/>
          <a:ln w="317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37903" name="Text Box 4"/>
          <p:cNvSpPr txBox="1">
            <a:spLocks noChangeArrowheads="1"/>
          </p:cNvSpPr>
          <p:nvPr/>
        </p:nvSpPr>
        <p:spPr bwMode="auto">
          <a:xfrm>
            <a:off x="852488" y="366713"/>
            <a:ext cx="5291137"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t>用克劳修斯熵公式证明理想气体绝热自由膨胀是不可逆过程。</a:t>
            </a:r>
          </a:p>
        </p:txBody>
      </p:sp>
      <p:sp>
        <p:nvSpPr>
          <p:cNvPr id="37904" name="Text Box 5"/>
          <p:cNvSpPr txBox="1">
            <a:spLocks noChangeArrowheads="1"/>
          </p:cNvSpPr>
          <p:nvPr/>
        </p:nvSpPr>
        <p:spPr bwMode="auto">
          <a:xfrm>
            <a:off x="-123825" y="357188"/>
            <a:ext cx="1266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solidFill>
                  <a:srgbClr val="0000FF"/>
                </a:solidFill>
                <a:sym typeface="Symbol" panose="05050102010706020507" pitchFamily="18" charset="2"/>
              </a:rPr>
              <a:t>【</a:t>
            </a:r>
            <a:r>
              <a:rPr lang="zh-CN" altLang="en-US" sz="2800" b="1">
                <a:solidFill>
                  <a:srgbClr val="0000FF"/>
                </a:solidFill>
              </a:rPr>
              <a:t>例</a:t>
            </a:r>
            <a:r>
              <a:rPr lang="en-US" altLang="zh-CN" sz="2800" b="1">
                <a:solidFill>
                  <a:srgbClr val="0000FF"/>
                </a:solidFill>
              </a:rPr>
              <a:t>】</a:t>
            </a:r>
          </a:p>
        </p:txBody>
      </p:sp>
      <p:sp>
        <p:nvSpPr>
          <p:cNvPr id="179206" name="Text Box 6"/>
          <p:cNvSpPr txBox="1">
            <a:spLocks noChangeArrowheads="1"/>
          </p:cNvSpPr>
          <p:nvPr/>
        </p:nvSpPr>
        <p:spPr bwMode="auto">
          <a:xfrm>
            <a:off x="142875" y="1484313"/>
            <a:ext cx="757238" cy="523875"/>
          </a:xfrm>
          <a:prstGeom prst="rect">
            <a:avLst/>
          </a:prstGeom>
          <a:noFill/>
          <a:ln w="9525">
            <a:noFill/>
            <a:miter lim="800000"/>
            <a:headEnd/>
            <a:tailEnd/>
          </a:ln>
        </p:spPr>
        <p:txBody>
          <a:bodyPr>
            <a:spAutoFit/>
          </a:bodyPr>
          <a:lstStyle/>
          <a:p>
            <a:pPr>
              <a:defRPr/>
            </a:pPr>
            <a:r>
              <a:rPr lang="zh-CN" altLang="en-US" sz="2800" b="1" dirty="0">
                <a:solidFill>
                  <a:schemeClr val="accent1">
                    <a:lumMod val="75000"/>
                  </a:schemeClr>
                </a:solidFill>
                <a:latin typeface="Arial" charset="0"/>
                <a:ea typeface="宋体" charset="-122"/>
              </a:rPr>
              <a:t>证</a:t>
            </a:r>
          </a:p>
        </p:txBody>
      </p:sp>
      <p:sp>
        <p:nvSpPr>
          <p:cNvPr id="179207" name="Text Box 7"/>
          <p:cNvSpPr txBox="1">
            <a:spLocks noChangeArrowheads="1"/>
          </p:cNvSpPr>
          <p:nvPr/>
        </p:nvSpPr>
        <p:spPr bwMode="auto">
          <a:xfrm>
            <a:off x="611188" y="2420938"/>
            <a:ext cx="4679950"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lang="zh-CN" altLang="en-US" sz="2800" b="1"/>
              <a:t>膨胀前 </a:t>
            </a:r>
            <a:r>
              <a:rPr lang="en-US" altLang="zh-CN" sz="2800" b="1"/>
              <a:t>( </a:t>
            </a:r>
            <a:r>
              <a:rPr lang="en-US" altLang="zh-CN" sz="2800" b="1" i="1"/>
              <a:t>V</a:t>
            </a:r>
            <a:r>
              <a:rPr lang="en-US" altLang="zh-CN" sz="2800" b="1" baseline="-25000"/>
              <a:t>1</a:t>
            </a:r>
            <a:r>
              <a:rPr lang="en-US" altLang="zh-CN" sz="2800" b="1"/>
              <a:t> </a:t>
            </a:r>
            <a:r>
              <a:rPr lang="zh-CN" altLang="en-US" sz="2800" b="1"/>
              <a:t>，</a:t>
            </a:r>
            <a:r>
              <a:rPr lang="en-US" altLang="zh-CN" sz="2800" b="1" i="1"/>
              <a:t>P</a:t>
            </a:r>
            <a:r>
              <a:rPr lang="en-US" altLang="zh-CN" sz="2800" b="1" baseline="-25000"/>
              <a:t>1</a:t>
            </a:r>
            <a:r>
              <a:rPr lang="zh-CN" altLang="en-US" sz="2800" b="1"/>
              <a:t>，</a:t>
            </a:r>
            <a:r>
              <a:rPr lang="en-US" altLang="zh-CN" sz="2800" b="1" i="1"/>
              <a:t>T</a:t>
            </a:r>
            <a:r>
              <a:rPr lang="zh-CN" altLang="en-US" sz="2800" b="1"/>
              <a:t>，</a:t>
            </a:r>
            <a:r>
              <a:rPr lang="en-US" altLang="zh-CN" sz="2800" b="1" i="1"/>
              <a:t>S</a:t>
            </a:r>
            <a:r>
              <a:rPr lang="en-US" altLang="zh-CN" sz="2800" b="1" baseline="-25000"/>
              <a:t>1</a:t>
            </a:r>
            <a:r>
              <a:rPr lang="en-US" altLang="zh-CN" sz="2800" b="1"/>
              <a:t> )</a:t>
            </a:r>
          </a:p>
        </p:txBody>
      </p:sp>
      <p:sp>
        <p:nvSpPr>
          <p:cNvPr id="179208" name="Text Box 8"/>
          <p:cNvSpPr txBox="1">
            <a:spLocks noChangeArrowheads="1"/>
          </p:cNvSpPr>
          <p:nvPr/>
        </p:nvSpPr>
        <p:spPr bwMode="auto">
          <a:xfrm>
            <a:off x="611188" y="2997200"/>
            <a:ext cx="4351337"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lang="zh-CN" altLang="en-US" sz="2800" b="1"/>
              <a:t>膨胀后 </a:t>
            </a:r>
            <a:r>
              <a:rPr lang="en-US" altLang="zh-CN" sz="2800" b="1"/>
              <a:t>( </a:t>
            </a:r>
            <a:r>
              <a:rPr lang="en-US" altLang="zh-CN" sz="2800" b="1" i="1"/>
              <a:t>V</a:t>
            </a:r>
            <a:r>
              <a:rPr lang="en-US" altLang="zh-CN" sz="2800" b="1" baseline="-25000"/>
              <a:t>2</a:t>
            </a:r>
            <a:r>
              <a:rPr lang="en-US" altLang="zh-CN" sz="2800" b="1"/>
              <a:t> </a:t>
            </a:r>
            <a:r>
              <a:rPr lang="zh-CN" altLang="en-US" sz="2800" b="1"/>
              <a:t>，</a:t>
            </a:r>
            <a:r>
              <a:rPr lang="en-US" altLang="zh-CN" sz="2800" b="1" i="1"/>
              <a:t>P</a:t>
            </a:r>
            <a:r>
              <a:rPr lang="en-US" altLang="zh-CN" sz="2800" b="1" baseline="-25000"/>
              <a:t>2</a:t>
            </a:r>
            <a:r>
              <a:rPr lang="zh-CN" altLang="en-US" sz="2800" b="1"/>
              <a:t>，</a:t>
            </a:r>
            <a:r>
              <a:rPr lang="en-US" altLang="zh-CN" sz="2800" b="1" i="1"/>
              <a:t>T</a:t>
            </a:r>
            <a:r>
              <a:rPr lang="zh-CN" altLang="en-US" sz="2800" b="1"/>
              <a:t>，</a:t>
            </a:r>
            <a:r>
              <a:rPr lang="en-US" altLang="zh-CN" sz="2800" b="1" i="1"/>
              <a:t>S</a:t>
            </a:r>
            <a:r>
              <a:rPr lang="en-US" altLang="zh-CN" sz="2800" b="1" baseline="-25000"/>
              <a:t>2</a:t>
            </a:r>
            <a:r>
              <a:rPr lang="en-US" altLang="zh-CN" sz="2800" b="1"/>
              <a:t> )</a:t>
            </a:r>
          </a:p>
        </p:txBody>
      </p:sp>
      <p:sp>
        <p:nvSpPr>
          <p:cNvPr id="179209" name="Text Box 9"/>
          <p:cNvSpPr txBox="1">
            <a:spLocks noChangeArrowheads="1"/>
          </p:cNvSpPr>
          <p:nvPr/>
        </p:nvSpPr>
        <p:spPr bwMode="auto">
          <a:xfrm>
            <a:off x="603250" y="3643313"/>
            <a:ext cx="5540375" cy="57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5000"/>
              </a:lnSpc>
            </a:pPr>
            <a:r>
              <a:rPr lang="zh-CN" altLang="en-US" sz="2800" b="1"/>
              <a:t>终态与初态的熵差为 </a:t>
            </a:r>
          </a:p>
        </p:txBody>
      </p:sp>
      <p:graphicFrame>
        <p:nvGraphicFramePr>
          <p:cNvPr id="179212" name="Object 12"/>
          <p:cNvGraphicFramePr>
            <a:graphicFrameLocks/>
          </p:cNvGraphicFramePr>
          <p:nvPr/>
        </p:nvGraphicFramePr>
        <p:xfrm>
          <a:off x="2627313" y="4310063"/>
          <a:ext cx="3960812" cy="1077912"/>
        </p:xfrm>
        <a:graphic>
          <a:graphicData uri="http://schemas.openxmlformats.org/presentationml/2006/ole">
            <mc:AlternateContent xmlns:mc="http://schemas.openxmlformats.org/markup-compatibility/2006">
              <mc:Choice xmlns:v="urn:schemas-microsoft-com:vml" Requires="v">
                <p:oleObj spid="_x0000_s38066" name="Equation" r:id="rId4" imgW="1498320" imgH="393480" progId="Equation.DSMT4">
                  <p:embed/>
                </p:oleObj>
              </mc:Choice>
              <mc:Fallback>
                <p:oleObj name="Equation" r:id="rId4" imgW="1498320" imgH="393480" progId="Equation.DSMT4">
                  <p:embed/>
                  <p:pic>
                    <p:nvPicPr>
                      <p:cNvPr id="0" name="Object 12"/>
                      <p:cNvPicPr>
                        <a:picLocks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27313" y="4310063"/>
                        <a:ext cx="3960812" cy="10779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79213" name="Object 13"/>
          <p:cNvGraphicFramePr>
            <a:graphicFrameLocks/>
          </p:cNvGraphicFramePr>
          <p:nvPr/>
        </p:nvGraphicFramePr>
        <p:xfrm>
          <a:off x="6515100" y="4286250"/>
          <a:ext cx="2160588" cy="1249363"/>
        </p:xfrm>
        <a:graphic>
          <a:graphicData uri="http://schemas.openxmlformats.org/presentationml/2006/ole">
            <mc:AlternateContent xmlns:mc="http://schemas.openxmlformats.org/markup-compatibility/2006">
              <mc:Choice xmlns:v="urn:schemas-microsoft-com:vml" Requires="v">
                <p:oleObj spid="_x0000_s38067" name="Equation" r:id="rId6" imgW="927000" imgH="431640" progId="Equation.DSMT4">
                  <p:embed/>
                </p:oleObj>
              </mc:Choice>
              <mc:Fallback>
                <p:oleObj name="Equation" r:id="rId6" imgW="927000" imgH="431640" progId="Equation.DSMT4">
                  <p:embed/>
                  <p:pic>
                    <p:nvPicPr>
                      <p:cNvPr id="0" name="Object 13"/>
                      <p:cNvPicPr>
                        <a:picLocks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15100" y="4286250"/>
                        <a:ext cx="2160588" cy="1249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909" name="Rectangle 14"/>
          <p:cNvSpPr>
            <a:spLocks noChangeArrowheads="1"/>
          </p:cNvSpPr>
          <p:nvPr/>
        </p:nvSpPr>
        <p:spPr bwMode="auto">
          <a:xfrm>
            <a:off x="6013450" y="333375"/>
            <a:ext cx="2735263" cy="1260475"/>
          </a:xfrm>
          <a:prstGeom prst="rect">
            <a:avLst/>
          </a:prstGeom>
          <a:gradFill rotWithShape="1">
            <a:gsLst>
              <a:gs pos="0">
                <a:srgbClr val="762525"/>
              </a:gs>
              <a:gs pos="50000">
                <a:srgbClr val="FF5050"/>
              </a:gs>
              <a:gs pos="100000">
                <a:srgbClr val="762525"/>
              </a:gs>
            </a:gsLst>
            <a:lin ang="5400000" scaled="1"/>
          </a:gra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800" b="1"/>
          </a:p>
        </p:txBody>
      </p:sp>
      <p:sp>
        <p:nvSpPr>
          <p:cNvPr id="37910" name="Rectangle 15"/>
          <p:cNvSpPr>
            <a:spLocks noChangeArrowheads="1"/>
          </p:cNvSpPr>
          <p:nvPr/>
        </p:nvSpPr>
        <p:spPr bwMode="auto">
          <a:xfrm>
            <a:off x="6102350" y="442913"/>
            <a:ext cx="2586038" cy="1041400"/>
          </a:xfrm>
          <a:prstGeom prst="rect">
            <a:avLst/>
          </a:prstGeom>
          <a:solidFill>
            <a:srgbClr val="0033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800" b="1"/>
          </a:p>
        </p:txBody>
      </p:sp>
      <p:sp>
        <p:nvSpPr>
          <p:cNvPr id="179217" name="Rectangle 17" descr="5%"/>
          <p:cNvSpPr>
            <a:spLocks noChangeArrowheads="1"/>
          </p:cNvSpPr>
          <p:nvPr/>
        </p:nvSpPr>
        <p:spPr bwMode="auto">
          <a:xfrm>
            <a:off x="6084888" y="433388"/>
            <a:ext cx="2592387" cy="1065212"/>
          </a:xfrm>
          <a:prstGeom prst="rect">
            <a:avLst/>
          </a:prstGeom>
          <a:pattFill prst="pct5">
            <a:fgClr>
              <a:srgbClr val="FFFF00"/>
            </a:fgClr>
            <a:bgClr>
              <a:srgbClr val="003366"/>
            </a:bgClr>
          </a:pattFill>
          <a:ln>
            <a:noFill/>
          </a:ln>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800" b="1"/>
          </a:p>
        </p:txBody>
      </p:sp>
      <p:sp>
        <p:nvSpPr>
          <p:cNvPr id="179218" name="Rectangle 18" descr="10%"/>
          <p:cNvSpPr>
            <a:spLocks noChangeArrowheads="1"/>
          </p:cNvSpPr>
          <p:nvPr/>
        </p:nvSpPr>
        <p:spPr bwMode="auto">
          <a:xfrm>
            <a:off x="6107113" y="428625"/>
            <a:ext cx="1223962" cy="1065213"/>
          </a:xfrm>
          <a:prstGeom prst="rect">
            <a:avLst/>
          </a:prstGeom>
          <a:pattFill prst="pct10">
            <a:fgClr>
              <a:srgbClr val="FFFF00"/>
            </a:fgClr>
            <a:bgClr>
              <a:srgbClr val="003366"/>
            </a:bgClr>
          </a:pattFill>
          <a:ln>
            <a:noFill/>
          </a:ln>
          <a:extLst>
            <a:ext uri="{91240B29-F687-4F45-9708-019B960494DF}">
              <a14:hiddenLine xmlns:a14="http://schemas.microsoft.com/office/drawing/2010/main" w="38100">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800" b="1"/>
          </a:p>
        </p:txBody>
      </p:sp>
      <p:sp>
        <p:nvSpPr>
          <p:cNvPr id="179219" name="Rectangle 19"/>
          <p:cNvSpPr>
            <a:spLocks noChangeArrowheads="1"/>
          </p:cNvSpPr>
          <p:nvPr/>
        </p:nvSpPr>
        <p:spPr bwMode="auto">
          <a:xfrm>
            <a:off x="7323138" y="422275"/>
            <a:ext cx="144462" cy="1081088"/>
          </a:xfrm>
          <a:prstGeom prst="rect">
            <a:avLst/>
          </a:prstGeom>
          <a:gradFill rotWithShape="1">
            <a:gsLst>
              <a:gs pos="0">
                <a:srgbClr val="762525"/>
              </a:gs>
              <a:gs pos="50000">
                <a:srgbClr val="FF5050"/>
              </a:gs>
              <a:gs pos="100000">
                <a:srgbClr val="762525"/>
              </a:gs>
            </a:gsLst>
            <a:lin ang="5400000" scaled="1"/>
          </a:gradFill>
          <a:ln w="9525">
            <a:solidFill>
              <a:schemeClr val="tx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800" b="1"/>
          </a:p>
        </p:txBody>
      </p:sp>
      <p:sp>
        <p:nvSpPr>
          <p:cNvPr id="179220" name="Arc 20"/>
          <p:cNvSpPr>
            <a:spLocks noChangeAspect="1"/>
          </p:cNvSpPr>
          <p:nvPr/>
        </p:nvSpPr>
        <p:spPr bwMode="auto">
          <a:xfrm>
            <a:off x="6970713" y="2182813"/>
            <a:ext cx="1482725" cy="963612"/>
          </a:xfrm>
          <a:custGeom>
            <a:avLst/>
            <a:gdLst>
              <a:gd name="T0" fmla="*/ 2147483647 w 21575"/>
              <a:gd name="T1" fmla="*/ 2147483647 h 21298"/>
              <a:gd name="T2" fmla="*/ 0 w 21575"/>
              <a:gd name="T3" fmla="*/ 2147483647 h 21298"/>
              <a:gd name="T4" fmla="*/ 2147483647 w 21575"/>
              <a:gd name="T5" fmla="*/ 0 h 21298"/>
              <a:gd name="T6" fmla="*/ 0 60000 65536"/>
              <a:gd name="T7" fmla="*/ 0 60000 65536"/>
              <a:gd name="T8" fmla="*/ 0 60000 65536"/>
              <a:gd name="T9" fmla="*/ 0 w 21575"/>
              <a:gd name="T10" fmla="*/ 0 h 21298"/>
              <a:gd name="T11" fmla="*/ 21575 w 21575"/>
              <a:gd name="T12" fmla="*/ 21298 h 21298"/>
            </a:gdLst>
            <a:ahLst/>
            <a:cxnLst>
              <a:cxn ang="T6">
                <a:pos x="T0" y="T1"/>
              </a:cxn>
              <a:cxn ang="T7">
                <a:pos x="T2" y="T3"/>
              </a:cxn>
              <a:cxn ang="T8">
                <a:pos x="T4" y="T5"/>
              </a:cxn>
            </a:cxnLst>
            <a:rect l="T9" t="T10" r="T11" b="T12"/>
            <a:pathLst>
              <a:path w="21575" h="21298" fill="none" extrusionOk="0">
                <a:moveTo>
                  <a:pt x="17974" y="21297"/>
                </a:moveTo>
                <a:cubicBezTo>
                  <a:pt x="7970" y="19606"/>
                  <a:pt x="492" y="11181"/>
                  <a:pt x="0" y="1047"/>
                </a:cubicBezTo>
              </a:path>
              <a:path w="21575" h="21298" stroke="0" extrusionOk="0">
                <a:moveTo>
                  <a:pt x="17974" y="21297"/>
                </a:moveTo>
                <a:cubicBezTo>
                  <a:pt x="7970" y="19606"/>
                  <a:pt x="492" y="11181"/>
                  <a:pt x="0" y="1047"/>
                </a:cubicBezTo>
                <a:lnTo>
                  <a:pt x="21575" y="0"/>
                </a:lnTo>
                <a:close/>
              </a:path>
            </a:pathLst>
          </a:custGeom>
          <a:noFill/>
          <a:ln w="28575">
            <a:solidFill>
              <a:schemeClr val="accent2"/>
            </a:solidFill>
            <a:round/>
            <a:headEnd type="none" w="sm" len="sm"/>
            <a:tailEnd type="none" w="sm" len="sm"/>
          </a:ln>
          <a:extLst>
            <a:ext uri="{909E8E84-426E-40DD-AFC4-6F175D3DCCD1}">
              <a14:hiddenFill xmlns:a14="http://schemas.microsoft.com/office/drawing/2010/main">
                <a:solidFill>
                  <a:srgbClr val="FFFFFF"/>
                </a:solidFill>
              </a14:hiddenFill>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800" b="1"/>
          </a:p>
        </p:txBody>
      </p:sp>
      <p:sp>
        <p:nvSpPr>
          <p:cNvPr id="179221" name="Line 21"/>
          <p:cNvSpPr>
            <a:spLocks noChangeShapeType="1"/>
          </p:cNvSpPr>
          <p:nvPr/>
        </p:nvSpPr>
        <p:spPr bwMode="auto">
          <a:xfrm>
            <a:off x="6384925" y="3168650"/>
            <a:ext cx="1800225" cy="0"/>
          </a:xfrm>
          <a:prstGeom prst="line">
            <a:avLst/>
          </a:prstGeom>
          <a:noFill/>
          <a:ln w="3175">
            <a:solidFill>
              <a:schemeClr val="tx1"/>
            </a:solidFill>
            <a:prstDash val="dash"/>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sp>
        <p:nvSpPr>
          <p:cNvPr id="179222" name="Line 22"/>
          <p:cNvSpPr>
            <a:spLocks noChangeShapeType="1"/>
          </p:cNvSpPr>
          <p:nvPr/>
        </p:nvSpPr>
        <p:spPr bwMode="auto">
          <a:xfrm>
            <a:off x="6394450" y="2220913"/>
            <a:ext cx="533400" cy="0"/>
          </a:xfrm>
          <a:prstGeom prst="line">
            <a:avLst/>
          </a:prstGeom>
          <a:noFill/>
          <a:ln w="3175">
            <a:solidFill>
              <a:schemeClr val="tx1"/>
            </a:solidFill>
            <a:prstDash val="dash"/>
            <a:miter lim="800000"/>
            <a:headEnd type="none" w="sm" len="sm"/>
            <a:tailEnd type="none" w="sm" len="sm"/>
          </a:ln>
          <a:extLst>
            <a:ext uri="{909E8E84-426E-40DD-AFC4-6F175D3DCCD1}">
              <a14:hiddenFill xmlns:a14="http://schemas.microsoft.com/office/drawing/2010/main">
                <a:noFill/>
              </a14:hiddenFill>
            </a:ext>
          </a:extLst>
        </p:spPr>
        <p:txBody>
          <a:bodyPr wrap="none"/>
          <a:lstStyle/>
          <a:p>
            <a:endParaRPr lang="zh-CN" altLang="en-US"/>
          </a:p>
        </p:txBody>
      </p:sp>
      <p:graphicFrame>
        <p:nvGraphicFramePr>
          <p:cNvPr id="179223" name="Object 23"/>
          <p:cNvGraphicFramePr>
            <a:graphicFrameLocks noChangeAspect="1"/>
          </p:cNvGraphicFramePr>
          <p:nvPr/>
        </p:nvGraphicFramePr>
        <p:xfrm>
          <a:off x="6011863" y="1982788"/>
          <a:ext cx="330200" cy="431800"/>
        </p:xfrm>
        <a:graphic>
          <a:graphicData uri="http://schemas.openxmlformats.org/presentationml/2006/ole">
            <mc:AlternateContent xmlns:mc="http://schemas.openxmlformats.org/markup-compatibility/2006">
              <mc:Choice xmlns:v="urn:schemas-microsoft-com:vml" Requires="v">
                <p:oleObj spid="_x0000_s38068" name="Equation" r:id="rId8" imgW="164880" imgH="215640" progId="Equation.DSMT4">
                  <p:embed/>
                </p:oleObj>
              </mc:Choice>
              <mc:Fallback>
                <p:oleObj name="Equation" r:id="rId8" imgW="164880" imgH="215640" progId="Equation.DSMT4">
                  <p:embed/>
                  <p:pic>
                    <p:nvPicPr>
                      <p:cNvPr id="0" name="Object 2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011863" y="1982788"/>
                        <a:ext cx="3302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9224" name="Object 24"/>
          <p:cNvGraphicFramePr>
            <a:graphicFrameLocks noChangeAspect="1"/>
          </p:cNvGraphicFramePr>
          <p:nvPr/>
        </p:nvGraphicFramePr>
        <p:xfrm>
          <a:off x="7019925" y="2054225"/>
          <a:ext cx="358775" cy="358775"/>
        </p:xfrm>
        <a:graphic>
          <a:graphicData uri="http://schemas.openxmlformats.org/presentationml/2006/ole">
            <mc:AlternateContent xmlns:mc="http://schemas.openxmlformats.org/markup-compatibility/2006">
              <mc:Choice xmlns:v="urn:schemas-microsoft-com:vml" Requires="v">
                <p:oleObj spid="_x0000_s38069" name="Equation" r:id="rId10" imgW="152280" imgH="152280" progId="Equation.DSMT4">
                  <p:embed/>
                </p:oleObj>
              </mc:Choice>
              <mc:Fallback>
                <p:oleObj name="Equation" r:id="rId10" imgW="152280" imgH="152280" progId="Equation.DSMT4">
                  <p:embed/>
                  <p:pic>
                    <p:nvPicPr>
                      <p:cNvPr id="0" name="Object 24"/>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019925" y="2054225"/>
                        <a:ext cx="358775" cy="358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9225" name="Object 25"/>
          <p:cNvGraphicFramePr>
            <a:graphicFrameLocks noChangeAspect="1"/>
          </p:cNvGraphicFramePr>
          <p:nvPr/>
        </p:nvGraphicFramePr>
        <p:xfrm>
          <a:off x="6848475" y="2147888"/>
          <a:ext cx="193675" cy="192087"/>
        </p:xfrm>
        <a:graphic>
          <a:graphicData uri="http://schemas.openxmlformats.org/presentationml/2006/ole">
            <mc:AlternateContent xmlns:mc="http://schemas.openxmlformats.org/markup-compatibility/2006">
              <mc:Choice xmlns:v="urn:schemas-microsoft-com:vml" Requires="v">
                <p:oleObj spid="_x0000_s38070" name="Equation" r:id="rId12" imgW="190440" imgH="190440" progId="Equation.DSMT4">
                  <p:embed/>
                </p:oleObj>
              </mc:Choice>
              <mc:Fallback>
                <p:oleObj name="Equation" r:id="rId12" imgW="190440" imgH="190440" progId="Equation.DSMT4">
                  <p:embed/>
                  <p:pic>
                    <p:nvPicPr>
                      <p:cNvPr id="0" name="Object 2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6848475" y="2147888"/>
                        <a:ext cx="193675" cy="192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9226" name="Object 26"/>
          <p:cNvGraphicFramePr>
            <a:graphicFrameLocks noChangeAspect="1"/>
          </p:cNvGraphicFramePr>
          <p:nvPr/>
        </p:nvGraphicFramePr>
        <p:xfrm>
          <a:off x="8123238" y="3036888"/>
          <a:ext cx="193675" cy="192087"/>
        </p:xfrm>
        <a:graphic>
          <a:graphicData uri="http://schemas.openxmlformats.org/presentationml/2006/ole">
            <mc:AlternateContent xmlns:mc="http://schemas.openxmlformats.org/markup-compatibility/2006">
              <mc:Choice xmlns:v="urn:schemas-microsoft-com:vml" Requires="v">
                <p:oleObj spid="_x0000_s38071" name="Equation" r:id="rId14" imgW="190440" imgH="190440" progId="Equation.DSMT4">
                  <p:embed/>
                </p:oleObj>
              </mc:Choice>
              <mc:Fallback>
                <p:oleObj name="Equation" r:id="rId14" imgW="190440" imgH="190440" progId="Equation.DSMT4">
                  <p:embed/>
                  <p:pic>
                    <p:nvPicPr>
                      <p:cNvPr id="0" name="Object 26"/>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8123238" y="3036888"/>
                        <a:ext cx="193675" cy="1920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9227" name="Object 27"/>
          <p:cNvGraphicFramePr>
            <a:graphicFrameLocks noChangeAspect="1"/>
          </p:cNvGraphicFramePr>
          <p:nvPr/>
        </p:nvGraphicFramePr>
        <p:xfrm>
          <a:off x="5940425" y="2846388"/>
          <a:ext cx="419100" cy="503237"/>
        </p:xfrm>
        <a:graphic>
          <a:graphicData uri="http://schemas.openxmlformats.org/presentationml/2006/ole">
            <mc:AlternateContent xmlns:mc="http://schemas.openxmlformats.org/markup-compatibility/2006">
              <mc:Choice xmlns:v="urn:schemas-microsoft-com:vml" Requires="v">
                <p:oleObj spid="_x0000_s38072" name="Equation" r:id="rId16" imgW="177480" imgH="215640" progId="Equation.DSMT4">
                  <p:embed/>
                </p:oleObj>
              </mc:Choice>
              <mc:Fallback>
                <p:oleObj name="Equation" r:id="rId16" imgW="177480" imgH="215640" progId="Equation.DSMT4">
                  <p:embed/>
                  <p:pic>
                    <p:nvPicPr>
                      <p:cNvPr id="0" name="Object 27"/>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5940425" y="2846388"/>
                        <a:ext cx="419100" cy="503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9229" name="Line 29"/>
          <p:cNvSpPr>
            <a:spLocks noChangeShapeType="1"/>
          </p:cNvSpPr>
          <p:nvPr/>
        </p:nvSpPr>
        <p:spPr bwMode="auto">
          <a:xfrm>
            <a:off x="6948488" y="2270125"/>
            <a:ext cx="0" cy="1511300"/>
          </a:xfrm>
          <a:prstGeom prst="line">
            <a:avLst/>
          </a:prstGeom>
          <a:noFill/>
          <a:ln w="317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aphicFrame>
        <p:nvGraphicFramePr>
          <p:cNvPr id="179230" name="Object 30"/>
          <p:cNvGraphicFramePr>
            <a:graphicFrameLocks noChangeAspect="1"/>
          </p:cNvGraphicFramePr>
          <p:nvPr/>
        </p:nvGraphicFramePr>
        <p:xfrm>
          <a:off x="6804025" y="3783013"/>
          <a:ext cx="325438" cy="431800"/>
        </p:xfrm>
        <a:graphic>
          <a:graphicData uri="http://schemas.openxmlformats.org/presentationml/2006/ole">
            <mc:AlternateContent xmlns:mc="http://schemas.openxmlformats.org/markup-compatibility/2006">
              <mc:Choice xmlns:v="urn:schemas-microsoft-com:vml" Requires="v">
                <p:oleObj spid="_x0000_s38073" name="Equation" r:id="rId18" imgW="164880" imgH="215640" progId="Equation.DSMT4">
                  <p:embed/>
                </p:oleObj>
              </mc:Choice>
              <mc:Fallback>
                <p:oleObj name="Equation" r:id="rId18" imgW="164880" imgH="215640" progId="Equation.DSMT4">
                  <p:embed/>
                  <p:pic>
                    <p:nvPicPr>
                      <p:cNvPr id="0" name="Object 30"/>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6804025" y="3783013"/>
                        <a:ext cx="325438"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9231" name="Object 31"/>
          <p:cNvGraphicFramePr>
            <a:graphicFrameLocks noChangeAspect="1"/>
          </p:cNvGraphicFramePr>
          <p:nvPr/>
        </p:nvGraphicFramePr>
        <p:xfrm>
          <a:off x="8039100" y="3783013"/>
          <a:ext cx="349250" cy="431800"/>
        </p:xfrm>
        <a:graphic>
          <a:graphicData uri="http://schemas.openxmlformats.org/presentationml/2006/ole">
            <mc:AlternateContent xmlns:mc="http://schemas.openxmlformats.org/markup-compatibility/2006">
              <mc:Choice xmlns:v="urn:schemas-microsoft-com:vml" Requires="v">
                <p:oleObj spid="_x0000_s38074" name="Equation" r:id="rId20" imgW="177480" imgH="215640" progId="Equation.DSMT4">
                  <p:embed/>
                </p:oleObj>
              </mc:Choice>
              <mc:Fallback>
                <p:oleObj name="Equation" r:id="rId20" imgW="177480" imgH="215640" progId="Equation.DSMT4">
                  <p:embed/>
                  <p:pic>
                    <p:nvPicPr>
                      <p:cNvPr id="0" name="Object 3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8039100" y="3783013"/>
                        <a:ext cx="34925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32"/>
          <p:cNvGrpSpPr>
            <a:grpSpLocks noChangeAspect="1"/>
          </p:cNvGrpSpPr>
          <p:nvPr/>
        </p:nvGrpSpPr>
        <p:grpSpPr bwMode="auto">
          <a:xfrm>
            <a:off x="5997575" y="1500188"/>
            <a:ext cx="2962275" cy="2794000"/>
            <a:chOff x="3432" y="2160"/>
            <a:chExt cx="2071" cy="1954"/>
          </a:xfrm>
        </p:grpSpPr>
        <p:sp>
          <p:nvSpPr>
            <p:cNvPr id="37929" name="Line 33"/>
            <p:cNvSpPr>
              <a:spLocks noChangeAspect="1" noChangeShapeType="1"/>
            </p:cNvSpPr>
            <p:nvPr/>
          </p:nvSpPr>
          <p:spPr bwMode="auto">
            <a:xfrm flipV="1">
              <a:off x="3696" y="3748"/>
              <a:ext cx="1746" cy="0"/>
            </a:xfrm>
            <a:prstGeom prst="line">
              <a:avLst/>
            </a:prstGeom>
            <a:noFill/>
            <a:ln w="1270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7930" name="Line 34"/>
            <p:cNvSpPr>
              <a:spLocks noChangeAspect="1" noChangeShapeType="1"/>
            </p:cNvSpPr>
            <p:nvPr/>
          </p:nvSpPr>
          <p:spPr bwMode="auto">
            <a:xfrm flipH="1" flipV="1">
              <a:off x="3696" y="2251"/>
              <a:ext cx="0" cy="1497"/>
            </a:xfrm>
            <a:prstGeom prst="line">
              <a:avLst/>
            </a:prstGeom>
            <a:noFill/>
            <a:ln w="12700">
              <a:solidFill>
                <a:schemeClr val="tx1"/>
              </a:solidFill>
              <a:round/>
              <a:headEnd/>
              <a:tailEnd type="triangle" w="sm" len="lg"/>
            </a:ln>
            <a:extLst>
              <a:ext uri="{909E8E84-426E-40DD-AFC4-6F175D3DCCD1}">
                <a14:hiddenFill xmlns:a14="http://schemas.microsoft.com/office/drawing/2010/main">
                  <a:noFill/>
                </a14:hiddenFill>
              </a:ext>
            </a:extLst>
          </p:spPr>
          <p:txBody>
            <a:bodyPr wrap="none" anchor="ctr"/>
            <a:lstStyle/>
            <a:p>
              <a:endParaRPr lang="zh-CN" altLang="en-US"/>
            </a:p>
          </p:txBody>
        </p:sp>
        <p:sp>
          <p:nvSpPr>
            <p:cNvPr id="37931" name="Text Box 35"/>
            <p:cNvSpPr txBox="1">
              <a:spLocks noChangeAspect="1" noChangeArrowheads="1"/>
            </p:cNvSpPr>
            <p:nvPr/>
          </p:nvSpPr>
          <p:spPr bwMode="auto">
            <a:xfrm>
              <a:off x="3513" y="3731"/>
              <a:ext cx="324"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800" b="1">
                  <a:ea typeface="楷体_GB2312" pitchFamily="49" charset="-122"/>
                </a:rPr>
                <a:t>O</a:t>
              </a:r>
            </a:p>
          </p:txBody>
        </p:sp>
        <p:sp>
          <p:nvSpPr>
            <p:cNvPr id="37932" name="Text Box 36"/>
            <p:cNvSpPr txBox="1">
              <a:spLocks noChangeAspect="1" noChangeArrowheads="1"/>
            </p:cNvSpPr>
            <p:nvPr/>
          </p:nvSpPr>
          <p:spPr bwMode="auto">
            <a:xfrm>
              <a:off x="5207" y="3748"/>
              <a:ext cx="296"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800" b="1" i="1">
                  <a:ea typeface="楷体_GB2312" pitchFamily="49" charset="-122"/>
                </a:rPr>
                <a:t>V</a:t>
              </a:r>
            </a:p>
          </p:txBody>
        </p:sp>
        <p:sp>
          <p:nvSpPr>
            <p:cNvPr id="37933" name="Text Box 37"/>
            <p:cNvSpPr txBox="1">
              <a:spLocks noChangeAspect="1" noChangeArrowheads="1"/>
            </p:cNvSpPr>
            <p:nvPr/>
          </p:nvSpPr>
          <p:spPr bwMode="auto">
            <a:xfrm>
              <a:off x="3432" y="2160"/>
              <a:ext cx="296" cy="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800" b="1" i="1">
                  <a:ea typeface="楷体_GB2312" pitchFamily="49" charset="-122"/>
                </a:rPr>
                <a:t>P</a:t>
              </a:r>
            </a:p>
          </p:txBody>
        </p:sp>
      </p:grpSp>
      <p:sp>
        <p:nvSpPr>
          <p:cNvPr id="179238" name="Text Box 38"/>
          <p:cNvSpPr txBox="1">
            <a:spLocks noChangeArrowheads="1"/>
          </p:cNvSpPr>
          <p:nvPr/>
        </p:nvSpPr>
        <p:spPr bwMode="auto">
          <a:xfrm>
            <a:off x="611188" y="1500188"/>
            <a:ext cx="5389562"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t>理想气体绝热自由膨胀过程</a:t>
            </a:r>
            <a:r>
              <a:rPr lang="zh-CN" altLang="en-US" sz="2800" b="1">
                <a:solidFill>
                  <a:srgbClr val="FF0000"/>
                </a:solidFill>
              </a:rPr>
              <a:t>温度不变</a:t>
            </a:r>
            <a:r>
              <a:rPr lang="zh-CN" altLang="en-US" sz="2800" b="1"/>
              <a:t>，故可设计一可逆等温过程</a:t>
            </a:r>
          </a:p>
        </p:txBody>
      </p:sp>
      <p:sp>
        <p:nvSpPr>
          <p:cNvPr id="179239" name="Rectangle 39"/>
          <p:cNvSpPr>
            <a:spLocks noChangeArrowheads="1"/>
          </p:cNvSpPr>
          <p:nvPr/>
        </p:nvSpPr>
        <p:spPr bwMode="auto">
          <a:xfrm>
            <a:off x="7394575" y="433388"/>
            <a:ext cx="1296988" cy="1081087"/>
          </a:xfrm>
          <a:prstGeom prst="rect">
            <a:avLst/>
          </a:prstGeom>
          <a:solidFill>
            <a:srgbClr val="003366"/>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sz="2800" b="1"/>
          </a:p>
        </p:txBody>
      </p:sp>
      <p:grpSp>
        <p:nvGrpSpPr>
          <p:cNvPr id="3" name="Group 44"/>
          <p:cNvGrpSpPr>
            <a:grpSpLocks/>
          </p:cNvGrpSpPr>
          <p:nvPr/>
        </p:nvGrpSpPr>
        <p:grpSpPr bwMode="auto">
          <a:xfrm>
            <a:off x="611188" y="4310063"/>
            <a:ext cx="2016125" cy="1093787"/>
            <a:chOff x="4047" y="1120"/>
            <a:chExt cx="1270" cy="689"/>
          </a:xfrm>
        </p:grpSpPr>
        <p:graphicFrame>
          <p:nvGraphicFramePr>
            <p:cNvPr id="37901" name="Object 42"/>
            <p:cNvGraphicFramePr>
              <a:graphicFrameLocks noChangeAspect="1"/>
            </p:cNvGraphicFramePr>
            <p:nvPr/>
          </p:nvGraphicFramePr>
          <p:xfrm>
            <a:off x="4047" y="1120"/>
            <a:ext cx="1270" cy="689"/>
          </p:xfrm>
          <a:graphic>
            <a:graphicData uri="http://schemas.openxmlformats.org/presentationml/2006/ole">
              <mc:AlternateContent xmlns:mc="http://schemas.openxmlformats.org/markup-compatibility/2006">
                <mc:Choice xmlns:v="urn:schemas-microsoft-com:vml" Requires="v">
                  <p:oleObj spid="_x0000_s38075" name="Equation" r:id="rId22" imgW="838080" imgH="406080" progId="Equation.DSMT4">
                    <p:embed/>
                  </p:oleObj>
                </mc:Choice>
                <mc:Fallback>
                  <p:oleObj name="Equation" r:id="rId22" imgW="838080" imgH="406080" progId="Equation.DSMT4">
                    <p:embed/>
                    <p:pic>
                      <p:nvPicPr>
                        <p:cNvPr id="0" name="Object 42"/>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047" y="1120"/>
                          <a:ext cx="1270" cy="689"/>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928" name="Line 43"/>
            <p:cNvSpPr>
              <a:spLocks noChangeShapeType="1"/>
            </p:cNvSpPr>
            <p:nvPr/>
          </p:nvSpPr>
          <p:spPr bwMode="auto">
            <a:xfrm>
              <a:off x="4988" y="1241"/>
              <a:ext cx="11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179245" name="Object 45"/>
          <p:cNvGraphicFramePr>
            <a:graphicFrameLocks noChangeAspect="1"/>
          </p:cNvGraphicFramePr>
          <p:nvPr/>
        </p:nvGraphicFramePr>
        <p:xfrm>
          <a:off x="8316913" y="2917825"/>
          <a:ext cx="358775" cy="358775"/>
        </p:xfrm>
        <a:graphic>
          <a:graphicData uri="http://schemas.openxmlformats.org/presentationml/2006/ole">
            <mc:AlternateContent xmlns:mc="http://schemas.openxmlformats.org/markup-compatibility/2006">
              <mc:Choice xmlns:v="urn:schemas-microsoft-com:vml" Requires="v">
                <p:oleObj spid="_x0000_s38076" name="Equation" r:id="rId24" imgW="152280" imgH="152280" progId="Equation.DSMT4">
                  <p:embed/>
                </p:oleObj>
              </mc:Choice>
              <mc:Fallback>
                <p:oleObj name="Equation" r:id="rId24" imgW="152280" imgH="152280" progId="Equation.DSMT4">
                  <p:embed/>
                  <p:pic>
                    <p:nvPicPr>
                      <p:cNvPr id="0" name="Object 45"/>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8316913" y="2917825"/>
                        <a:ext cx="358775" cy="358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79246" name="Text Box 46"/>
          <p:cNvSpPr txBox="1">
            <a:spLocks noChangeArrowheads="1"/>
          </p:cNvSpPr>
          <p:nvPr/>
        </p:nvSpPr>
        <p:spPr bwMode="auto">
          <a:xfrm>
            <a:off x="6516688" y="677863"/>
            <a:ext cx="18224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i="1">
                <a:solidFill>
                  <a:srgbClr val="00FFCC"/>
                </a:solidFill>
              </a:rPr>
              <a:t>V</a:t>
            </a:r>
            <a:r>
              <a:rPr lang="en-US" altLang="zh-CN" sz="2800" b="1" baseline="-25000">
                <a:solidFill>
                  <a:srgbClr val="00FFCC"/>
                </a:solidFill>
              </a:rPr>
              <a:t>1  </a:t>
            </a:r>
            <a:r>
              <a:rPr lang="en-US" altLang="zh-CN" sz="2800" b="1">
                <a:solidFill>
                  <a:srgbClr val="00FFCC"/>
                </a:solidFill>
                <a:sym typeface="Symbol" panose="05050102010706020507" pitchFamily="18" charset="2"/>
              </a:rPr>
              <a:t>  </a:t>
            </a:r>
            <a:r>
              <a:rPr lang="en-US" altLang="zh-CN" sz="2800" b="1" i="1">
                <a:solidFill>
                  <a:srgbClr val="00FFCC"/>
                </a:solidFill>
                <a:sym typeface="Symbol" panose="05050102010706020507" pitchFamily="18" charset="2"/>
              </a:rPr>
              <a:t>V</a:t>
            </a:r>
            <a:r>
              <a:rPr lang="en-US" altLang="zh-CN" sz="2800" b="1" baseline="-25000">
                <a:solidFill>
                  <a:srgbClr val="00FFCC"/>
                </a:solidFill>
                <a:sym typeface="Symbol" panose="05050102010706020507" pitchFamily="18" charset="2"/>
              </a:rPr>
              <a:t>2</a:t>
            </a:r>
            <a:endParaRPr lang="en-US" altLang="zh-CN" sz="2800" b="1">
              <a:solidFill>
                <a:srgbClr val="00FFCC"/>
              </a:solidFill>
              <a:sym typeface="Symbol" panose="05050102010706020507" pitchFamily="18" charset="2"/>
            </a:endParaRPr>
          </a:p>
        </p:txBody>
      </p:sp>
      <p:grpSp>
        <p:nvGrpSpPr>
          <p:cNvPr id="4" name="组合 45"/>
          <p:cNvGrpSpPr>
            <a:grpSpLocks/>
          </p:cNvGrpSpPr>
          <p:nvPr/>
        </p:nvGrpSpPr>
        <p:grpSpPr bwMode="auto">
          <a:xfrm>
            <a:off x="571500" y="5319713"/>
            <a:ext cx="8358188" cy="1254125"/>
            <a:chOff x="611188" y="5319736"/>
            <a:chExt cx="8532812" cy="1255353"/>
          </a:xfrm>
        </p:grpSpPr>
        <p:sp>
          <p:nvSpPr>
            <p:cNvPr id="37924" name="Text Box 10"/>
            <p:cNvSpPr txBox="1">
              <a:spLocks noChangeArrowheads="1"/>
            </p:cNvSpPr>
            <p:nvPr/>
          </p:nvSpPr>
          <p:spPr bwMode="auto">
            <a:xfrm>
              <a:off x="611188" y="5620423"/>
              <a:ext cx="8532812" cy="9546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t>实际绝热过程</a:t>
              </a:r>
              <a:r>
                <a:rPr lang="en-US" altLang="zh-CN" sz="2800" b="1"/>
                <a:t>d</a:t>
              </a:r>
              <a:r>
                <a:rPr lang="en-US" altLang="zh-CN" sz="2800" b="1" i="1"/>
                <a:t>Q </a:t>
              </a:r>
              <a:r>
                <a:rPr lang="en-US" altLang="zh-CN" sz="2800" b="1"/>
                <a:t>= 0</a:t>
              </a:r>
              <a:r>
                <a:rPr lang="zh-CN" altLang="en-US" sz="2800" b="1"/>
                <a:t>，因此             ，根据克劳修斯不等式，为不可逆过程，</a:t>
              </a:r>
              <a:r>
                <a:rPr lang="zh-CN" altLang="en-US" sz="2800" b="1">
                  <a:solidFill>
                    <a:srgbClr val="FF0000"/>
                  </a:solidFill>
                </a:rPr>
                <a:t>熵增加</a:t>
              </a:r>
            </a:p>
          </p:txBody>
        </p:sp>
        <p:sp>
          <p:nvSpPr>
            <p:cNvPr id="37925" name="Line 52"/>
            <p:cNvSpPr>
              <a:spLocks noChangeShapeType="1"/>
            </p:cNvSpPr>
            <p:nvPr/>
          </p:nvSpPr>
          <p:spPr bwMode="auto">
            <a:xfrm>
              <a:off x="2968308" y="5786454"/>
              <a:ext cx="195430"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nvGrpSpPr>
            <p:cNvPr id="37926" name="Group 44"/>
            <p:cNvGrpSpPr>
              <a:grpSpLocks/>
            </p:cNvGrpSpPr>
            <p:nvPr/>
          </p:nvGrpSpPr>
          <p:grpSpPr bwMode="auto">
            <a:xfrm>
              <a:off x="5065718" y="5319736"/>
              <a:ext cx="1160463" cy="895350"/>
              <a:chOff x="4953" y="1099"/>
              <a:chExt cx="731" cy="564"/>
            </a:xfrm>
          </p:grpSpPr>
          <p:graphicFrame>
            <p:nvGraphicFramePr>
              <p:cNvPr id="37900" name="Object 42"/>
              <p:cNvGraphicFramePr>
                <a:graphicFrameLocks noChangeAspect="1"/>
              </p:cNvGraphicFramePr>
              <p:nvPr/>
            </p:nvGraphicFramePr>
            <p:xfrm>
              <a:off x="4953" y="1099"/>
              <a:ext cx="731" cy="564"/>
            </p:xfrm>
            <a:graphic>
              <a:graphicData uri="http://schemas.openxmlformats.org/presentationml/2006/ole">
                <mc:AlternateContent xmlns:mc="http://schemas.openxmlformats.org/markup-compatibility/2006">
                  <mc:Choice xmlns:v="urn:schemas-microsoft-com:vml" Requires="v">
                    <p:oleObj spid="_x0000_s38077" name="Equation" r:id="rId26" imgW="571320" imgH="393480" progId="Equation.DSMT4">
                      <p:embed/>
                    </p:oleObj>
                  </mc:Choice>
                  <mc:Fallback>
                    <p:oleObj name="Equation" r:id="rId26" imgW="571320" imgH="393480" progId="Equation.DSMT4">
                      <p:embed/>
                      <p:pic>
                        <p:nvPicPr>
                          <p:cNvPr id="0" name="Object 42"/>
                          <p:cNvPicPr>
                            <a:picLocks noChangeAspect="1" noChangeArrowheads="1"/>
                          </p:cNvPicPr>
                          <p:nvPr/>
                        </p:nvPicPr>
                        <p:blipFill>
                          <a:blip r:embed="rId27">
                            <a:extLst>
                              <a:ext uri="{28A0092B-C50C-407E-A947-70E740481C1C}">
                                <a14:useLocalDpi xmlns:a14="http://schemas.microsoft.com/office/drawing/2010/main" val="0"/>
                              </a:ext>
                            </a:extLst>
                          </a:blip>
                          <a:srcRect/>
                          <a:stretch>
                            <a:fillRect/>
                          </a:stretch>
                        </p:blipFill>
                        <p:spPr bwMode="auto">
                          <a:xfrm>
                            <a:off x="4953" y="1099"/>
                            <a:ext cx="731" cy="564"/>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7927" name="Line 43"/>
              <p:cNvSpPr>
                <a:spLocks noChangeShapeType="1"/>
              </p:cNvSpPr>
              <p:nvPr/>
            </p:nvSpPr>
            <p:spPr bwMode="auto">
              <a:xfrm>
                <a:off x="4998" y="1241"/>
                <a:ext cx="116"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pSp>
      </p:gr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179206"/>
                                        </p:tgtEl>
                                        <p:attrNameLst>
                                          <p:attrName>style.visibility</p:attrName>
                                        </p:attrNameLst>
                                      </p:cBhvr>
                                      <p:to>
                                        <p:strVal val="visible"/>
                                      </p:to>
                                    </p:set>
                                    <p:animEffect transition="in" filter="wipe(left)">
                                      <p:cBhvr>
                                        <p:cTn id="7" dur="500"/>
                                        <p:tgtEl>
                                          <p:spTgt spid="17920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xit" presetSubtype="4" fill="hold" grpId="0" nodeType="clickEffect">
                                  <p:stCondLst>
                                    <p:cond delay="0"/>
                                  </p:stCondLst>
                                  <p:childTnLst>
                                    <p:animEffect transition="out" filter="slide(fromBottom)">
                                      <p:cBhvr>
                                        <p:cTn id="11" dur="500"/>
                                        <p:tgtEl>
                                          <p:spTgt spid="179219"/>
                                        </p:tgtEl>
                                      </p:cBhvr>
                                    </p:animEffect>
                                    <p:set>
                                      <p:cBhvr>
                                        <p:cTn id="12" dur="1" fill="hold">
                                          <p:stCondLst>
                                            <p:cond delay="499"/>
                                          </p:stCondLst>
                                        </p:cTn>
                                        <p:tgtEl>
                                          <p:spTgt spid="179219"/>
                                        </p:tgtEl>
                                        <p:attrNameLst>
                                          <p:attrName>style.visibility</p:attrName>
                                        </p:attrNameLst>
                                      </p:cBhvr>
                                      <p:to>
                                        <p:strVal val="hidden"/>
                                      </p:to>
                                    </p:set>
                                  </p:childTnLst>
                                </p:cTn>
                              </p:par>
                              <p:par>
                                <p:cTn id="13" presetID="9" presetClass="exit" presetSubtype="0" fill="hold" grpId="0" nodeType="withEffect">
                                  <p:stCondLst>
                                    <p:cond delay="500"/>
                                  </p:stCondLst>
                                  <p:childTnLst>
                                    <p:animEffect transition="out" filter="dissolve">
                                      <p:cBhvr>
                                        <p:cTn id="14" dur="500"/>
                                        <p:tgtEl>
                                          <p:spTgt spid="179218"/>
                                        </p:tgtEl>
                                      </p:cBhvr>
                                    </p:animEffect>
                                    <p:set>
                                      <p:cBhvr>
                                        <p:cTn id="15" dur="1" fill="hold">
                                          <p:stCondLst>
                                            <p:cond delay="499"/>
                                          </p:stCondLst>
                                        </p:cTn>
                                        <p:tgtEl>
                                          <p:spTgt spid="179218"/>
                                        </p:tgtEl>
                                        <p:attrNameLst>
                                          <p:attrName>style.visibility</p:attrName>
                                        </p:attrNameLst>
                                      </p:cBhvr>
                                      <p:to>
                                        <p:strVal val="hidden"/>
                                      </p:to>
                                    </p:set>
                                  </p:childTnLst>
                                </p:cTn>
                              </p:par>
                              <p:par>
                                <p:cTn id="16" presetID="1" presetClass="exit" presetSubtype="0" fill="hold" grpId="0" nodeType="withEffect">
                                  <p:stCondLst>
                                    <p:cond delay="500"/>
                                  </p:stCondLst>
                                  <p:childTnLst>
                                    <p:set>
                                      <p:cBhvr>
                                        <p:cTn id="17" dur="1" fill="hold">
                                          <p:stCondLst>
                                            <p:cond delay="0"/>
                                          </p:stCondLst>
                                        </p:cTn>
                                        <p:tgtEl>
                                          <p:spTgt spid="179239"/>
                                        </p:tgtEl>
                                        <p:attrNameLst>
                                          <p:attrName>style.visibility</p:attrName>
                                        </p:attrNameLst>
                                      </p:cBhvr>
                                      <p:to>
                                        <p:strVal val="hidden"/>
                                      </p:to>
                                    </p:set>
                                  </p:childTnLst>
                                </p:cTn>
                              </p:par>
                              <p:par>
                                <p:cTn id="18" presetID="9" presetClass="entr" presetSubtype="0" fill="hold" grpId="0" nodeType="withEffect">
                                  <p:stCondLst>
                                    <p:cond delay="500"/>
                                  </p:stCondLst>
                                  <p:childTnLst>
                                    <p:set>
                                      <p:cBhvr>
                                        <p:cTn id="19" dur="1" fill="hold">
                                          <p:stCondLst>
                                            <p:cond delay="0"/>
                                          </p:stCondLst>
                                        </p:cTn>
                                        <p:tgtEl>
                                          <p:spTgt spid="179217"/>
                                        </p:tgtEl>
                                        <p:attrNameLst>
                                          <p:attrName>style.visibility</p:attrName>
                                        </p:attrNameLst>
                                      </p:cBhvr>
                                      <p:to>
                                        <p:strVal val="visible"/>
                                      </p:to>
                                    </p:set>
                                    <p:animEffect transition="in" filter="dissolve">
                                      <p:cBhvr>
                                        <p:cTn id="20" dur="500"/>
                                        <p:tgtEl>
                                          <p:spTgt spid="179217"/>
                                        </p:tgtEl>
                                      </p:cBhvr>
                                    </p:animEffect>
                                  </p:childTnLst>
                                </p:cTn>
                              </p:par>
                            </p:childTnLst>
                          </p:cTn>
                        </p:par>
                        <p:par>
                          <p:cTn id="21" fill="hold" nodeType="afterGroup">
                            <p:stCondLst>
                              <p:cond delay="1000"/>
                            </p:stCondLst>
                            <p:childTnLst>
                              <p:par>
                                <p:cTn id="22" presetID="31" presetClass="entr" presetSubtype="0" fill="hold" grpId="0" nodeType="afterEffect">
                                  <p:stCondLst>
                                    <p:cond delay="0"/>
                                  </p:stCondLst>
                                  <p:iterate type="lt">
                                    <p:tmPct val="5000"/>
                                  </p:iterate>
                                  <p:childTnLst>
                                    <p:set>
                                      <p:cBhvr>
                                        <p:cTn id="23" dur="1" fill="hold">
                                          <p:stCondLst>
                                            <p:cond delay="0"/>
                                          </p:stCondLst>
                                        </p:cTn>
                                        <p:tgtEl>
                                          <p:spTgt spid="179246"/>
                                        </p:tgtEl>
                                        <p:attrNameLst>
                                          <p:attrName>style.visibility</p:attrName>
                                        </p:attrNameLst>
                                      </p:cBhvr>
                                      <p:to>
                                        <p:strVal val="visible"/>
                                      </p:to>
                                    </p:set>
                                    <p:anim calcmode="lin" valueType="num">
                                      <p:cBhvr>
                                        <p:cTn id="24" dur="1000" fill="hold"/>
                                        <p:tgtEl>
                                          <p:spTgt spid="179246"/>
                                        </p:tgtEl>
                                        <p:attrNameLst>
                                          <p:attrName>ppt_w</p:attrName>
                                        </p:attrNameLst>
                                      </p:cBhvr>
                                      <p:tavLst>
                                        <p:tav tm="0">
                                          <p:val>
                                            <p:fltVal val="0"/>
                                          </p:val>
                                        </p:tav>
                                        <p:tav tm="100000">
                                          <p:val>
                                            <p:strVal val="#ppt_w"/>
                                          </p:val>
                                        </p:tav>
                                      </p:tavLst>
                                    </p:anim>
                                    <p:anim calcmode="lin" valueType="num">
                                      <p:cBhvr>
                                        <p:cTn id="25" dur="1000" fill="hold"/>
                                        <p:tgtEl>
                                          <p:spTgt spid="179246"/>
                                        </p:tgtEl>
                                        <p:attrNameLst>
                                          <p:attrName>ppt_h</p:attrName>
                                        </p:attrNameLst>
                                      </p:cBhvr>
                                      <p:tavLst>
                                        <p:tav tm="0">
                                          <p:val>
                                            <p:fltVal val="0"/>
                                          </p:val>
                                        </p:tav>
                                        <p:tav tm="100000">
                                          <p:val>
                                            <p:strVal val="#ppt_h"/>
                                          </p:val>
                                        </p:tav>
                                      </p:tavLst>
                                    </p:anim>
                                    <p:anim calcmode="lin" valueType="num">
                                      <p:cBhvr>
                                        <p:cTn id="26" dur="1000" fill="hold"/>
                                        <p:tgtEl>
                                          <p:spTgt spid="179246"/>
                                        </p:tgtEl>
                                        <p:attrNameLst>
                                          <p:attrName>style.rotation</p:attrName>
                                        </p:attrNameLst>
                                      </p:cBhvr>
                                      <p:tavLst>
                                        <p:tav tm="0">
                                          <p:val>
                                            <p:fltVal val="90"/>
                                          </p:val>
                                        </p:tav>
                                        <p:tav tm="100000">
                                          <p:val>
                                            <p:fltVal val="0"/>
                                          </p:val>
                                        </p:tav>
                                      </p:tavLst>
                                    </p:anim>
                                    <p:animEffect transition="in" filter="fade">
                                      <p:cBhvr>
                                        <p:cTn id="27" dur="1000"/>
                                        <p:tgtEl>
                                          <p:spTgt spid="17924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4" presetClass="entr" presetSubtype="16" fill="hold" grpId="0" nodeType="clickEffect">
                                  <p:stCondLst>
                                    <p:cond delay="0"/>
                                  </p:stCondLst>
                                  <p:childTnLst>
                                    <p:set>
                                      <p:cBhvr>
                                        <p:cTn id="31" dur="1" fill="hold">
                                          <p:stCondLst>
                                            <p:cond delay="0"/>
                                          </p:stCondLst>
                                        </p:cTn>
                                        <p:tgtEl>
                                          <p:spTgt spid="179238"/>
                                        </p:tgtEl>
                                        <p:attrNameLst>
                                          <p:attrName>style.visibility</p:attrName>
                                        </p:attrNameLst>
                                      </p:cBhvr>
                                      <p:to>
                                        <p:strVal val="visible"/>
                                      </p:to>
                                    </p:set>
                                    <p:animEffect transition="in" filter="box(in)">
                                      <p:cBhvr>
                                        <p:cTn id="32" dur="500"/>
                                        <p:tgtEl>
                                          <p:spTgt spid="179238"/>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9" presetClass="entr" presetSubtype="0" fill="hold"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dissolve">
                                      <p:cBhvr>
                                        <p:cTn id="37" dur="500"/>
                                        <p:tgtEl>
                                          <p:spTgt spid="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3" presetClass="entr" presetSubtype="32" fill="hold" nodeType="clickEffect">
                                  <p:stCondLst>
                                    <p:cond delay="0"/>
                                  </p:stCondLst>
                                  <p:childTnLst>
                                    <p:set>
                                      <p:cBhvr>
                                        <p:cTn id="41" dur="1" fill="hold">
                                          <p:stCondLst>
                                            <p:cond delay="0"/>
                                          </p:stCondLst>
                                        </p:cTn>
                                        <p:tgtEl>
                                          <p:spTgt spid="179225"/>
                                        </p:tgtEl>
                                        <p:attrNameLst>
                                          <p:attrName>style.visibility</p:attrName>
                                        </p:attrNameLst>
                                      </p:cBhvr>
                                      <p:to>
                                        <p:strVal val="visible"/>
                                      </p:to>
                                    </p:set>
                                    <p:anim calcmode="lin" valueType="num">
                                      <p:cBhvr>
                                        <p:cTn id="42" dur="500" fill="hold"/>
                                        <p:tgtEl>
                                          <p:spTgt spid="179225"/>
                                        </p:tgtEl>
                                        <p:attrNameLst>
                                          <p:attrName>ppt_w</p:attrName>
                                        </p:attrNameLst>
                                      </p:cBhvr>
                                      <p:tavLst>
                                        <p:tav tm="0">
                                          <p:val>
                                            <p:strVal val="4*#ppt_w"/>
                                          </p:val>
                                        </p:tav>
                                        <p:tav tm="100000">
                                          <p:val>
                                            <p:strVal val="#ppt_w"/>
                                          </p:val>
                                        </p:tav>
                                      </p:tavLst>
                                    </p:anim>
                                    <p:anim calcmode="lin" valueType="num">
                                      <p:cBhvr>
                                        <p:cTn id="43" dur="500" fill="hold"/>
                                        <p:tgtEl>
                                          <p:spTgt spid="179225"/>
                                        </p:tgtEl>
                                        <p:attrNameLst>
                                          <p:attrName>ppt_h</p:attrName>
                                        </p:attrNameLst>
                                      </p:cBhvr>
                                      <p:tavLst>
                                        <p:tav tm="0">
                                          <p:val>
                                            <p:strVal val="4*#ppt_h"/>
                                          </p:val>
                                        </p:tav>
                                        <p:tav tm="100000">
                                          <p:val>
                                            <p:strVal val="#ppt_h"/>
                                          </p:val>
                                        </p:tav>
                                      </p:tavLst>
                                    </p:anim>
                                  </p:childTnLst>
                                </p:cTn>
                              </p:par>
                              <p:par>
                                <p:cTn id="44" presetID="22" presetClass="entr" presetSubtype="8" fill="hold" grpId="0" nodeType="withEffect">
                                  <p:stCondLst>
                                    <p:cond delay="0"/>
                                  </p:stCondLst>
                                  <p:childTnLst>
                                    <p:set>
                                      <p:cBhvr>
                                        <p:cTn id="45" dur="1" fill="hold">
                                          <p:stCondLst>
                                            <p:cond delay="0"/>
                                          </p:stCondLst>
                                        </p:cTn>
                                        <p:tgtEl>
                                          <p:spTgt spid="179207"/>
                                        </p:tgtEl>
                                        <p:attrNameLst>
                                          <p:attrName>style.visibility</p:attrName>
                                        </p:attrNameLst>
                                      </p:cBhvr>
                                      <p:to>
                                        <p:strVal val="visible"/>
                                      </p:to>
                                    </p:set>
                                    <p:animEffect transition="in" filter="wipe(left)">
                                      <p:cBhvr>
                                        <p:cTn id="46" dur="500"/>
                                        <p:tgtEl>
                                          <p:spTgt spid="179207"/>
                                        </p:tgtEl>
                                      </p:cBhvr>
                                    </p:animEffect>
                                  </p:childTnLst>
                                </p:cTn>
                              </p:par>
                            </p:childTnLst>
                          </p:cTn>
                        </p:par>
                        <p:par>
                          <p:cTn id="47" fill="hold" nodeType="afterGroup">
                            <p:stCondLst>
                              <p:cond delay="500"/>
                            </p:stCondLst>
                            <p:childTnLst>
                              <p:par>
                                <p:cTn id="48" presetID="22" presetClass="entr" presetSubtype="2" fill="hold" nodeType="afterEffect">
                                  <p:stCondLst>
                                    <p:cond delay="0"/>
                                  </p:stCondLst>
                                  <p:childTnLst>
                                    <p:set>
                                      <p:cBhvr>
                                        <p:cTn id="49" dur="1" fill="hold">
                                          <p:stCondLst>
                                            <p:cond delay="0"/>
                                          </p:stCondLst>
                                        </p:cTn>
                                        <p:tgtEl>
                                          <p:spTgt spid="179222"/>
                                        </p:tgtEl>
                                        <p:attrNameLst>
                                          <p:attrName>style.visibility</p:attrName>
                                        </p:attrNameLst>
                                      </p:cBhvr>
                                      <p:to>
                                        <p:strVal val="visible"/>
                                      </p:to>
                                    </p:set>
                                    <p:animEffect transition="in" filter="wipe(right)">
                                      <p:cBhvr>
                                        <p:cTn id="50" dur="500"/>
                                        <p:tgtEl>
                                          <p:spTgt spid="179222"/>
                                        </p:tgtEl>
                                      </p:cBhvr>
                                    </p:animEffect>
                                  </p:childTnLst>
                                </p:cTn>
                              </p:par>
                              <p:par>
                                <p:cTn id="51" presetID="22" presetClass="entr" presetSubtype="1" fill="hold" nodeType="withEffect">
                                  <p:stCondLst>
                                    <p:cond delay="0"/>
                                  </p:stCondLst>
                                  <p:childTnLst>
                                    <p:set>
                                      <p:cBhvr>
                                        <p:cTn id="52" dur="1" fill="hold">
                                          <p:stCondLst>
                                            <p:cond delay="0"/>
                                          </p:stCondLst>
                                        </p:cTn>
                                        <p:tgtEl>
                                          <p:spTgt spid="179229"/>
                                        </p:tgtEl>
                                        <p:attrNameLst>
                                          <p:attrName>style.visibility</p:attrName>
                                        </p:attrNameLst>
                                      </p:cBhvr>
                                      <p:to>
                                        <p:strVal val="visible"/>
                                      </p:to>
                                    </p:set>
                                    <p:animEffect transition="in" filter="wipe(up)">
                                      <p:cBhvr>
                                        <p:cTn id="53" dur="500"/>
                                        <p:tgtEl>
                                          <p:spTgt spid="179229"/>
                                        </p:tgtEl>
                                      </p:cBhvr>
                                    </p:animEffect>
                                  </p:childTnLst>
                                </p:cTn>
                              </p:par>
                            </p:childTnLst>
                          </p:cTn>
                        </p:par>
                        <p:par>
                          <p:cTn id="54" fill="hold" nodeType="afterGroup">
                            <p:stCondLst>
                              <p:cond delay="1000"/>
                            </p:stCondLst>
                            <p:childTnLst>
                              <p:par>
                                <p:cTn id="55" presetID="22" presetClass="entr" presetSubtype="1" fill="hold" nodeType="afterEffect">
                                  <p:stCondLst>
                                    <p:cond delay="0"/>
                                  </p:stCondLst>
                                  <p:childTnLst>
                                    <p:set>
                                      <p:cBhvr>
                                        <p:cTn id="56" dur="1" fill="hold">
                                          <p:stCondLst>
                                            <p:cond delay="0"/>
                                          </p:stCondLst>
                                        </p:cTn>
                                        <p:tgtEl>
                                          <p:spTgt spid="179230"/>
                                        </p:tgtEl>
                                        <p:attrNameLst>
                                          <p:attrName>style.visibility</p:attrName>
                                        </p:attrNameLst>
                                      </p:cBhvr>
                                      <p:to>
                                        <p:strVal val="visible"/>
                                      </p:to>
                                    </p:set>
                                    <p:animEffect transition="in" filter="wipe(up)">
                                      <p:cBhvr>
                                        <p:cTn id="57" dur="500"/>
                                        <p:tgtEl>
                                          <p:spTgt spid="179230"/>
                                        </p:tgtEl>
                                      </p:cBhvr>
                                    </p:animEffect>
                                  </p:childTnLst>
                                </p:cTn>
                              </p:par>
                              <p:par>
                                <p:cTn id="58" presetID="22" presetClass="entr" presetSubtype="8" fill="hold" nodeType="withEffect">
                                  <p:stCondLst>
                                    <p:cond delay="0"/>
                                  </p:stCondLst>
                                  <p:childTnLst>
                                    <p:set>
                                      <p:cBhvr>
                                        <p:cTn id="59" dur="1" fill="hold">
                                          <p:stCondLst>
                                            <p:cond delay="0"/>
                                          </p:stCondLst>
                                        </p:cTn>
                                        <p:tgtEl>
                                          <p:spTgt spid="179223"/>
                                        </p:tgtEl>
                                        <p:attrNameLst>
                                          <p:attrName>style.visibility</p:attrName>
                                        </p:attrNameLst>
                                      </p:cBhvr>
                                      <p:to>
                                        <p:strVal val="visible"/>
                                      </p:to>
                                    </p:set>
                                    <p:animEffect transition="in" filter="wipe(left)">
                                      <p:cBhvr>
                                        <p:cTn id="60" dur="500"/>
                                        <p:tgtEl>
                                          <p:spTgt spid="179223"/>
                                        </p:tgtEl>
                                      </p:cBhvr>
                                    </p:animEffect>
                                  </p:childTnLst>
                                </p:cTn>
                              </p:par>
                            </p:childTnLst>
                          </p:cTn>
                        </p:par>
                        <p:par>
                          <p:cTn id="61" fill="hold" nodeType="afterGroup">
                            <p:stCondLst>
                              <p:cond delay="1500"/>
                            </p:stCondLst>
                            <p:childTnLst>
                              <p:par>
                                <p:cTn id="62" presetID="22" presetClass="entr" presetSubtype="8" fill="hold" nodeType="afterEffect">
                                  <p:stCondLst>
                                    <p:cond delay="0"/>
                                  </p:stCondLst>
                                  <p:childTnLst>
                                    <p:set>
                                      <p:cBhvr>
                                        <p:cTn id="63" dur="1" fill="hold">
                                          <p:stCondLst>
                                            <p:cond delay="0"/>
                                          </p:stCondLst>
                                        </p:cTn>
                                        <p:tgtEl>
                                          <p:spTgt spid="179224"/>
                                        </p:tgtEl>
                                        <p:attrNameLst>
                                          <p:attrName>style.visibility</p:attrName>
                                        </p:attrNameLst>
                                      </p:cBhvr>
                                      <p:to>
                                        <p:strVal val="visible"/>
                                      </p:to>
                                    </p:set>
                                    <p:animEffect transition="in" filter="wipe(left)">
                                      <p:cBhvr>
                                        <p:cTn id="64" dur="500"/>
                                        <p:tgtEl>
                                          <p:spTgt spid="179224"/>
                                        </p:tgtEl>
                                      </p:cBhvr>
                                    </p:animEffect>
                                  </p:childTnLst>
                                </p:cTn>
                              </p:par>
                            </p:childTnLst>
                          </p:cTn>
                        </p:par>
                      </p:childTnLst>
                    </p:cTn>
                  </p:par>
                  <p:par>
                    <p:cTn id="65" fill="hold" nodeType="clickPar">
                      <p:stCondLst>
                        <p:cond delay="indefinite"/>
                      </p:stCondLst>
                      <p:childTnLst>
                        <p:par>
                          <p:cTn id="66" fill="hold" nodeType="withGroup">
                            <p:stCondLst>
                              <p:cond delay="0"/>
                            </p:stCondLst>
                            <p:childTnLst>
                              <p:par>
                                <p:cTn id="67" presetID="23" presetClass="entr" presetSubtype="32" fill="hold" nodeType="clickEffect">
                                  <p:stCondLst>
                                    <p:cond delay="0"/>
                                  </p:stCondLst>
                                  <p:childTnLst>
                                    <p:set>
                                      <p:cBhvr>
                                        <p:cTn id="68" dur="1" fill="hold">
                                          <p:stCondLst>
                                            <p:cond delay="0"/>
                                          </p:stCondLst>
                                        </p:cTn>
                                        <p:tgtEl>
                                          <p:spTgt spid="179226"/>
                                        </p:tgtEl>
                                        <p:attrNameLst>
                                          <p:attrName>style.visibility</p:attrName>
                                        </p:attrNameLst>
                                      </p:cBhvr>
                                      <p:to>
                                        <p:strVal val="visible"/>
                                      </p:to>
                                    </p:set>
                                    <p:anim calcmode="lin" valueType="num">
                                      <p:cBhvr>
                                        <p:cTn id="69" dur="500" fill="hold"/>
                                        <p:tgtEl>
                                          <p:spTgt spid="179226"/>
                                        </p:tgtEl>
                                        <p:attrNameLst>
                                          <p:attrName>ppt_w</p:attrName>
                                        </p:attrNameLst>
                                      </p:cBhvr>
                                      <p:tavLst>
                                        <p:tav tm="0">
                                          <p:val>
                                            <p:strVal val="4*#ppt_w"/>
                                          </p:val>
                                        </p:tav>
                                        <p:tav tm="100000">
                                          <p:val>
                                            <p:strVal val="#ppt_w"/>
                                          </p:val>
                                        </p:tav>
                                      </p:tavLst>
                                    </p:anim>
                                    <p:anim calcmode="lin" valueType="num">
                                      <p:cBhvr>
                                        <p:cTn id="70" dur="500" fill="hold"/>
                                        <p:tgtEl>
                                          <p:spTgt spid="179226"/>
                                        </p:tgtEl>
                                        <p:attrNameLst>
                                          <p:attrName>ppt_h</p:attrName>
                                        </p:attrNameLst>
                                      </p:cBhvr>
                                      <p:tavLst>
                                        <p:tav tm="0">
                                          <p:val>
                                            <p:strVal val="4*#ppt_h"/>
                                          </p:val>
                                        </p:tav>
                                        <p:tav tm="100000">
                                          <p:val>
                                            <p:strVal val="#ppt_h"/>
                                          </p:val>
                                        </p:tav>
                                      </p:tavLst>
                                    </p:anim>
                                  </p:childTnLst>
                                </p:cTn>
                              </p:par>
                              <p:par>
                                <p:cTn id="71" presetID="22" presetClass="entr" presetSubtype="8" fill="hold" grpId="0" nodeType="withEffect">
                                  <p:stCondLst>
                                    <p:cond delay="0"/>
                                  </p:stCondLst>
                                  <p:childTnLst>
                                    <p:set>
                                      <p:cBhvr>
                                        <p:cTn id="72" dur="1" fill="hold">
                                          <p:stCondLst>
                                            <p:cond delay="0"/>
                                          </p:stCondLst>
                                        </p:cTn>
                                        <p:tgtEl>
                                          <p:spTgt spid="179208"/>
                                        </p:tgtEl>
                                        <p:attrNameLst>
                                          <p:attrName>style.visibility</p:attrName>
                                        </p:attrNameLst>
                                      </p:cBhvr>
                                      <p:to>
                                        <p:strVal val="visible"/>
                                      </p:to>
                                    </p:set>
                                    <p:animEffect transition="in" filter="wipe(left)">
                                      <p:cBhvr>
                                        <p:cTn id="73" dur="500"/>
                                        <p:tgtEl>
                                          <p:spTgt spid="179208"/>
                                        </p:tgtEl>
                                      </p:cBhvr>
                                    </p:animEffect>
                                  </p:childTnLst>
                                </p:cTn>
                              </p:par>
                            </p:childTnLst>
                          </p:cTn>
                        </p:par>
                        <p:par>
                          <p:cTn id="74" fill="hold" nodeType="afterGroup">
                            <p:stCondLst>
                              <p:cond delay="500"/>
                            </p:stCondLst>
                            <p:childTnLst>
                              <p:par>
                                <p:cTn id="75" presetID="22" presetClass="entr" presetSubtype="1" fill="hold" nodeType="afterEffect">
                                  <p:stCondLst>
                                    <p:cond delay="0"/>
                                  </p:stCondLst>
                                  <p:childTnLst>
                                    <p:set>
                                      <p:cBhvr>
                                        <p:cTn id="76" dur="1" fill="hold">
                                          <p:stCondLst>
                                            <p:cond delay="0"/>
                                          </p:stCondLst>
                                        </p:cTn>
                                        <p:tgtEl>
                                          <p:spTgt spid="179228"/>
                                        </p:tgtEl>
                                        <p:attrNameLst>
                                          <p:attrName>style.visibility</p:attrName>
                                        </p:attrNameLst>
                                      </p:cBhvr>
                                      <p:to>
                                        <p:strVal val="visible"/>
                                      </p:to>
                                    </p:set>
                                    <p:animEffect transition="in" filter="wipe(up)">
                                      <p:cBhvr>
                                        <p:cTn id="77" dur="500"/>
                                        <p:tgtEl>
                                          <p:spTgt spid="179228"/>
                                        </p:tgtEl>
                                      </p:cBhvr>
                                    </p:animEffect>
                                  </p:childTnLst>
                                </p:cTn>
                              </p:par>
                              <p:par>
                                <p:cTn id="78" presetID="22" presetClass="entr" presetSubtype="2" fill="hold" nodeType="withEffect">
                                  <p:stCondLst>
                                    <p:cond delay="0"/>
                                  </p:stCondLst>
                                  <p:childTnLst>
                                    <p:set>
                                      <p:cBhvr>
                                        <p:cTn id="79" dur="1" fill="hold">
                                          <p:stCondLst>
                                            <p:cond delay="0"/>
                                          </p:stCondLst>
                                        </p:cTn>
                                        <p:tgtEl>
                                          <p:spTgt spid="179221"/>
                                        </p:tgtEl>
                                        <p:attrNameLst>
                                          <p:attrName>style.visibility</p:attrName>
                                        </p:attrNameLst>
                                      </p:cBhvr>
                                      <p:to>
                                        <p:strVal val="visible"/>
                                      </p:to>
                                    </p:set>
                                    <p:animEffect transition="in" filter="wipe(right)">
                                      <p:cBhvr>
                                        <p:cTn id="80" dur="500"/>
                                        <p:tgtEl>
                                          <p:spTgt spid="179221"/>
                                        </p:tgtEl>
                                      </p:cBhvr>
                                    </p:animEffect>
                                  </p:childTnLst>
                                </p:cTn>
                              </p:par>
                            </p:childTnLst>
                          </p:cTn>
                        </p:par>
                        <p:par>
                          <p:cTn id="81" fill="hold" nodeType="afterGroup">
                            <p:stCondLst>
                              <p:cond delay="1000"/>
                            </p:stCondLst>
                            <p:childTnLst>
                              <p:par>
                                <p:cTn id="82" presetID="22" presetClass="entr" presetSubtype="1" fill="hold" nodeType="afterEffect">
                                  <p:stCondLst>
                                    <p:cond delay="0"/>
                                  </p:stCondLst>
                                  <p:childTnLst>
                                    <p:set>
                                      <p:cBhvr>
                                        <p:cTn id="83" dur="1" fill="hold">
                                          <p:stCondLst>
                                            <p:cond delay="0"/>
                                          </p:stCondLst>
                                        </p:cTn>
                                        <p:tgtEl>
                                          <p:spTgt spid="179231"/>
                                        </p:tgtEl>
                                        <p:attrNameLst>
                                          <p:attrName>style.visibility</p:attrName>
                                        </p:attrNameLst>
                                      </p:cBhvr>
                                      <p:to>
                                        <p:strVal val="visible"/>
                                      </p:to>
                                    </p:set>
                                    <p:animEffect transition="in" filter="wipe(up)">
                                      <p:cBhvr>
                                        <p:cTn id="84" dur="500"/>
                                        <p:tgtEl>
                                          <p:spTgt spid="179231"/>
                                        </p:tgtEl>
                                      </p:cBhvr>
                                    </p:animEffect>
                                  </p:childTnLst>
                                </p:cTn>
                              </p:par>
                              <p:par>
                                <p:cTn id="85" presetID="22" presetClass="entr" presetSubtype="8" fill="hold" nodeType="withEffect">
                                  <p:stCondLst>
                                    <p:cond delay="0"/>
                                  </p:stCondLst>
                                  <p:childTnLst>
                                    <p:set>
                                      <p:cBhvr>
                                        <p:cTn id="86" dur="1" fill="hold">
                                          <p:stCondLst>
                                            <p:cond delay="0"/>
                                          </p:stCondLst>
                                        </p:cTn>
                                        <p:tgtEl>
                                          <p:spTgt spid="179227"/>
                                        </p:tgtEl>
                                        <p:attrNameLst>
                                          <p:attrName>style.visibility</p:attrName>
                                        </p:attrNameLst>
                                      </p:cBhvr>
                                      <p:to>
                                        <p:strVal val="visible"/>
                                      </p:to>
                                    </p:set>
                                    <p:animEffect transition="in" filter="wipe(left)">
                                      <p:cBhvr>
                                        <p:cTn id="87" dur="500"/>
                                        <p:tgtEl>
                                          <p:spTgt spid="179227"/>
                                        </p:tgtEl>
                                      </p:cBhvr>
                                    </p:animEffect>
                                  </p:childTnLst>
                                </p:cTn>
                              </p:par>
                            </p:childTnLst>
                          </p:cTn>
                        </p:par>
                        <p:par>
                          <p:cTn id="88" fill="hold" nodeType="afterGroup">
                            <p:stCondLst>
                              <p:cond delay="1500"/>
                            </p:stCondLst>
                            <p:childTnLst>
                              <p:par>
                                <p:cTn id="89" presetID="22" presetClass="entr" presetSubtype="8" fill="hold" nodeType="afterEffect">
                                  <p:stCondLst>
                                    <p:cond delay="0"/>
                                  </p:stCondLst>
                                  <p:childTnLst>
                                    <p:set>
                                      <p:cBhvr>
                                        <p:cTn id="90" dur="1" fill="hold">
                                          <p:stCondLst>
                                            <p:cond delay="0"/>
                                          </p:stCondLst>
                                        </p:cTn>
                                        <p:tgtEl>
                                          <p:spTgt spid="179245"/>
                                        </p:tgtEl>
                                        <p:attrNameLst>
                                          <p:attrName>style.visibility</p:attrName>
                                        </p:attrNameLst>
                                      </p:cBhvr>
                                      <p:to>
                                        <p:strVal val="visible"/>
                                      </p:to>
                                    </p:set>
                                    <p:animEffect transition="in" filter="wipe(left)">
                                      <p:cBhvr>
                                        <p:cTn id="91" dur="500"/>
                                        <p:tgtEl>
                                          <p:spTgt spid="179245"/>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22" presetClass="entr" presetSubtype="8" fill="hold" nodeType="clickEffect">
                                  <p:stCondLst>
                                    <p:cond delay="0"/>
                                  </p:stCondLst>
                                  <p:childTnLst>
                                    <p:set>
                                      <p:cBhvr>
                                        <p:cTn id="95" dur="1" fill="hold">
                                          <p:stCondLst>
                                            <p:cond delay="0"/>
                                          </p:stCondLst>
                                        </p:cTn>
                                        <p:tgtEl>
                                          <p:spTgt spid="179209"/>
                                        </p:tgtEl>
                                        <p:attrNameLst>
                                          <p:attrName>style.visibility</p:attrName>
                                        </p:attrNameLst>
                                      </p:cBhvr>
                                      <p:to>
                                        <p:strVal val="visible"/>
                                      </p:to>
                                    </p:set>
                                    <p:animEffect transition="in" filter="wipe(left)">
                                      <p:cBhvr>
                                        <p:cTn id="96" dur="500"/>
                                        <p:tgtEl>
                                          <p:spTgt spid="179209"/>
                                        </p:tgtEl>
                                      </p:cBhvr>
                                    </p:animEffect>
                                  </p:childTnLst>
                                </p:cTn>
                              </p:par>
                            </p:childTnLst>
                          </p:cTn>
                        </p:par>
                        <p:par>
                          <p:cTn id="97" fill="hold" nodeType="afterGroup">
                            <p:stCondLst>
                              <p:cond delay="500"/>
                            </p:stCondLst>
                            <p:childTnLst>
                              <p:par>
                                <p:cTn id="98" presetID="22" presetClass="entr" presetSubtype="8" fill="hold" grpId="0" nodeType="afterEffect">
                                  <p:stCondLst>
                                    <p:cond delay="0"/>
                                  </p:stCondLst>
                                  <p:childTnLst>
                                    <p:set>
                                      <p:cBhvr>
                                        <p:cTn id="99" dur="1" fill="hold">
                                          <p:stCondLst>
                                            <p:cond delay="0"/>
                                          </p:stCondLst>
                                        </p:cTn>
                                        <p:tgtEl>
                                          <p:spTgt spid="179220"/>
                                        </p:tgtEl>
                                        <p:attrNameLst>
                                          <p:attrName>style.visibility</p:attrName>
                                        </p:attrNameLst>
                                      </p:cBhvr>
                                      <p:to>
                                        <p:strVal val="visible"/>
                                      </p:to>
                                    </p:set>
                                    <p:animEffect transition="in" filter="wipe(left)">
                                      <p:cBhvr>
                                        <p:cTn id="100" dur="1000"/>
                                        <p:tgtEl>
                                          <p:spTgt spid="179220"/>
                                        </p:tgtEl>
                                      </p:cBhvr>
                                    </p:animEffect>
                                  </p:childTnLst>
                                </p:cTn>
                              </p:par>
                            </p:childTnLst>
                          </p:cTn>
                        </p:par>
                      </p:childTnLst>
                    </p:cTn>
                  </p:par>
                  <p:par>
                    <p:cTn id="101" fill="hold" nodeType="clickPar">
                      <p:stCondLst>
                        <p:cond delay="indefinite"/>
                      </p:stCondLst>
                      <p:childTnLst>
                        <p:par>
                          <p:cTn id="102" fill="hold" nodeType="withGroup">
                            <p:stCondLst>
                              <p:cond delay="0"/>
                            </p:stCondLst>
                            <p:childTnLst>
                              <p:par>
                                <p:cTn id="103" presetID="5" presetClass="entr" presetSubtype="10" fill="hold" nodeType="clickEffect">
                                  <p:stCondLst>
                                    <p:cond delay="0"/>
                                  </p:stCondLst>
                                  <p:childTnLst>
                                    <p:set>
                                      <p:cBhvr>
                                        <p:cTn id="104" dur="1" fill="hold">
                                          <p:stCondLst>
                                            <p:cond delay="0"/>
                                          </p:stCondLst>
                                        </p:cTn>
                                        <p:tgtEl>
                                          <p:spTgt spid="3"/>
                                        </p:tgtEl>
                                        <p:attrNameLst>
                                          <p:attrName>style.visibility</p:attrName>
                                        </p:attrNameLst>
                                      </p:cBhvr>
                                      <p:to>
                                        <p:strVal val="visible"/>
                                      </p:to>
                                    </p:set>
                                    <p:animEffect transition="in" filter="checkerboard(across)">
                                      <p:cBhvr>
                                        <p:cTn id="105" dur="500"/>
                                        <p:tgtEl>
                                          <p:spTgt spid="3"/>
                                        </p:tgtEl>
                                      </p:cBhvr>
                                    </p:animEffect>
                                  </p:childTnLst>
                                </p:cTn>
                              </p:par>
                            </p:childTnLst>
                          </p:cTn>
                        </p:par>
                      </p:childTnLst>
                    </p:cTn>
                  </p:par>
                  <p:par>
                    <p:cTn id="106" fill="hold" nodeType="clickPar">
                      <p:stCondLst>
                        <p:cond delay="indefinite"/>
                      </p:stCondLst>
                      <p:childTnLst>
                        <p:par>
                          <p:cTn id="107" fill="hold" nodeType="withGroup">
                            <p:stCondLst>
                              <p:cond delay="0"/>
                            </p:stCondLst>
                            <p:childTnLst>
                              <p:par>
                                <p:cTn id="108" presetID="22" presetClass="entr" presetSubtype="8" fill="hold" nodeType="clickEffect">
                                  <p:stCondLst>
                                    <p:cond delay="0"/>
                                  </p:stCondLst>
                                  <p:childTnLst>
                                    <p:set>
                                      <p:cBhvr>
                                        <p:cTn id="109" dur="1" fill="hold">
                                          <p:stCondLst>
                                            <p:cond delay="0"/>
                                          </p:stCondLst>
                                        </p:cTn>
                                        <p:tgtEl>
                                          <p:spTgt spid="179212"/>
                                        </p:tgtEl>
                                        <p:attrNameLst>
                                          <p:attrName>style.visibility</p:attrName>
                                        </p:attrNameLst>
                                      </p:cBhvr>
                                      <p:to>
                                        <p:strVal val="visible"/>
                                      </p:to>
                                    </p:set>
                                    <p:animEffect transition="in" filter="wipe(left)">
                                      <p:cBhvr>
                                        <p:cTn id="110" dur="500"/>
                                        <p:tgtEl>
                                          <p:spTgt spid="179212"/>
                                        </p:tgtEl>
                                      </p:cBhvr>
                                    </p:animEffect>
                                  </p:childTnLst>
                                </p:cTn>
                              </p:par>
                            </p:childTnLst>
                          </p:cTn>
                        </p:par>
                      </p:childTnLst>
                    </p:cTn>
                  </p:par>
                  <p:par>
                    <p:cTn id="111" fill="hold" nodeType="clickPar">
                      <p:stCondLst>
                        <p:cond delay="indefinite"/>
                      </p:stCondLst>
                      <p:childTnLst>
                        <p:par>
                          <p:cTn id="112" fill="hold" nodeType="withGroup">
                            <p:stCondLst>
                              <p:cond delay="0"/>
                            </p:stCondLst>
                            <p:childTnLst>
                              <p:par>
                                <p:cTn id="113" presetID="22" presetClass="entr" presetSubtype="8" fill="hold" nodeType="clickEffect">
                                  <p:stCondLst>
                                    <p:cond delay="0"/>
                                  </p:stCondLst>
                                  <p:childTnLst>
                                    <p:set>
                                      <p:cBhvr>
                                        <p:cTn id="114" dur="1" fill="hold">
                                          <p:stCondLst>
                                            <p:cond delay="0"/>
                                          </p:stCondLst>
                                        </p:cTn>
                                        <p:tgtEl>
                                          <p:spTgt spid="179213"/>
                                        </p:tgtEl>
                                        <p:attrNameLst>
                                          <p:attrName>style.visibility</p:attrName>
                                        </p:attrNameLst>
                                      </p:cBhvr>
                                      <p:to>
                                        <p:strVal val="visible"/>
                                      </p:to>
                                    </p:set>
                                    <p:animEffect transition="in" filter="wipe(left)">
                                      <p:cBhvr>
                                        <p:cTn id="115" dur="500"/>
                                        <p:tgtEl>
                                          <p:spTgt spid="179213"/>
                                        </p:tgtEl>
                                      </p:cBhvr>
                                    </p:animEffect>
                                  </p:childTnLst>
                                </p:cTn>
                              </p:par>
                            </p:childTnLst>
                          </p:cTn>
                        </p:par>
                      </p:childTnLst>
                    </p:cTn>
                  </p:par>
                  <p:par>
                    <p:cTn id="116" fill="hold" nodeType="clickPar">
                      <p:stCondLst>
                        <p:cond delay="indefinite"/>
                      </p:stCondLst>
                      <p:childTnLst>
                        <p:par>
                          <p:cTn id="117" fill="hold" nodeType="withGroup">
                            <p:stCondLst>
                              <p:cond delay="0"/>
                            </p:stCondLst>
                            <p:childTnLst>
                              <p:par>
                                <p:cTn id="118" presetID="3" presetClass="entr" presetSubtype="10" fill="hold" nodeType="clickEffect">
                                  <p:stCondLst>
                                    <p:cond delay="0"/>
                                  </p:stCondLst>
                                  <p:childTnLst>
                                    <p:set>
                                      <p:cBhvr>
                                        <p:cTn id="119" dur="1" fill="hold">
                                          <p:stCondLst>
                                            <p:cond delay="0"/>
                                          </p:stCondLst>
                                        </p:cTn>
                                        <p:tgtEl>
                                          <p:spTgt spid="4"/>
                                        </p:tgtEl>
                                        <p:attrNameLst>
                                          <p:attrName>style.visibility</p:attrName>
                                        </p:attrNameLst>
                                      </p:cBhvr>
                                      <p:to>
                                        <p:strVal val="visible"/>
                                      </p:to>
                                    </p:set>
                                    <p:animEffect transition="in" filter="blinds(horizontal)">
                                      <p:cBhvr>
                                        <p:cTn id="12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9206" grpId="0" autoUpdateAnimBg="0"/>
      <p:bldP spid="179207" grpId="0" autoUpdateAnimBg="0"/>
      <p:bldP spid="179208" grpId="0" autoUpdateAnimBg="0"/>
      <p:bldP spid="179217" grpId="0" animBg="1"/>
      <p:bldP spid="179218" grpId="0" animBg="1"/>
      <p:bldP spid="179219" grpId="0" animBg="1"/>
      <p:bldP spid="179220" grpId="0" animBg="1"/>
      <p:bldP spid="179238" grpId="0"/>
      <p:bldP spid="179239" grpId="0" animBg="1"/>
      <p:bldP spid="179246"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8" name="TextBox 3"/>
          <p:cNvSpPr txBox="1">
            <a:spLocks noChangeArrowheads="1"/>
          </p:cNvSpPr>
          <p:nvPr/>
        </p:nvSpPr>
        <p:spPr bwMode="auto">
          <a:xfrm>
            <a:off x="3071813" y="428625"/>
            <a:ext cx="19732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第</a:t>
            </a:r>
            <a:r>
              <a:rPr lang="en-US" altLang="zh-CN" sz="2800" b="1">
                <a:latin typeface="Calibri" panose="020F0502020204030204" pitchFamily="34" charset="0"/>
              </a:rPr>
              <a:t>1</a:t>
            </a:r>
            <a:r>
              <a:rPr lang="zh-CN" altLang="en-US" sz="2800" b="1">
                <a:latin typeface="Calibri" panose="020F0502020204030204" pitchFamily="34" charset="0"/>
              </a:rPr>
              <a:t>章  振动</a:t>
            </a:r>
          </a:p>
        </p:txBody>
      </p:sp>
      <p:sp>
        <p:nvSpPr>
          <p:cNvPr id="38919" name="TextBox 4"/>
          <p:cNvSpPr txBox="1">
            <a:spLocks noChangeArrowheads="1"/>
          </p:cNvSpPr>
          <p:nvPr/>
        </p:nvSpPr>
        <p:spPr bwMode="auto">
          <a:xfrm>
            <a:off x="357188" y="1119188"/>
            <a:ext cx="50561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latin typeface="Calibri" panose="020F0502020204030204" pitchFamily="34" charset="0"/>
              </a:rPr>
              <a:t>1.1 </a:t>
            </a:r>
            <a:r>
              <a:rPr lang="zh-CN" altLang="en-US" sz="2800" b="1">
                <a:latin typeface="Calibri" panose="020F0502020204030204" pitchFamily="34" charset="0"/>
              </a:rPr>
              <a:t>简谐振动的基本特征及描述</a:t>
            </a:r>
          </a:p>
        </p:txBody>
      </p:sp>
      <p:sp>
        <p:nvSpPr>
          <p:cNvPr id="38920" name="TextBox 5"/>
          <p:cNvSpPr txBox="1">
            <a:spLocks noChangeArrowheads="1"/>
          </p:cNvSpPr>
          <p:nvPr/>
        </p:nvSpPr>
        <p:spPr bwMode="auto">
          <a:xfrm>
            <a:off x="571500" y="1905000"/>
            <a:ext cx="16271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简谐振动</a:t>
            </a:r>
          </a:p>
        </p:txBody>
      </p:sp>
      <p:graphicFrame>
        <p:nvGraphicFramePr>
          <p:cNvPr id="4126" name="Object 30"/>
          <p:cNvGraphicFramePr>
            <a:graphicFrameLocks noChangeAspect="1"/>
          </p:cNvGraphicFramePr>
          <p:nvPr/>
        </p:nvGraphicFramePr>
        <p:xfrm>
          <a:off x="2878138" y="1897063"/>
          <a:ext cx="2862262" cy="531812"/>
        </p:xfrm>
        <a:graphic>
          <a:graphicData uri="http://schemas.openxmlformats.org/presentationml/2006/ole">
            <mc:AlternateContent xmlns:mc="http://schemas.openxmlformats.org/markup-compatibility/2006">
              <mc:Choice xmlns:v="urn:schemas-microsoft-com:vml" Requires="v">
                <p:oleObj spid="_x0000_s38975" name="Equation" r:id="rId4" imgW="1079280" imgH="203040" progId="Equation.DSMT4">
                  <p:embed/>
                </p:oleObj>
              </mc:Choice>
              <mc:Fallback>
                <p:oleObj name="Equation" r:id="rId4" imgW="1079280" imgH="203040" progId="Equation.DSMT4">
                  <p:embed/>
                  <p:pic>
                    <p:nvPicPr>
                      <p:cNvPr id="0" name="Object 3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878138" y="1897063"/>
                        <a:ext cx="2862262" cy="531812"/>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234" name="Object 162"/>
          <p:cNvGraphicFramePr>
            <a:graphicFrameLocks noChangeAspect="1"/>
          </p:cNvGraphicFramePr>
          <p:nvPr/>
        </p:nvGraphicFramePr>
        <p:xfrm>
          <a:off x="6523038" y="1935163"/>
          <a:ext cx="1514475" cy="493712"/>
        </p:xfrm>
        <a:graphic>
          <a:graphicData uri="http://schemas.openxmlformats.org/presentationml/2006/ole">
            <mc:AlternateContent xmlns:mc="http://schemas.openxmlformats.org/markup-compatibility/2006">
              <mc:Choice xmlns:v="urn:schemas-microsoft-com:vml" Requires="v">
                <p:oleObj spid="_x0000_s38976" name="Equation" r:id="rId6" imgW="545760" imgH="177480" progId="Equation.DSMT4">
                  <p:embed/>
                </p:oleObj>
              </mc:Choice>
              <mc:Fallback>
                <p:oleObj name="Equation" r:id="rId6" imgW="545760" imgH="177480" progId="Equation.DSMT4">
                  <p:embed/>
                  <p:pic>
                    <p:nvPicPr>
                      <p:cNvPr id="0" name="Object 162"/>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523038" y="1935163"/>
                        <a:ext cx="1514475" cy="493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921" name="TextBox 8"/>
          <p:cNvSpPr txBox="1">
            <a:spLocks noChangeArrowheads="1"/>
          </p:cNvSpPr>
          <p:nvPr/>
        </p:nvSpPr>
        <p:spPr bwMode="auto">
          <a:xfrm>
            <a:off x="571500" y="2714625"/>
            <a:ext cx="9064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速度</a:t>
            </a:r>
          </a:p>
        </p:txBody>
      </p:sp>
      <p:graphicFrame>
        <p:nvGraphicFramePr>
          <p:cNvPr id="58372" name="Object 4"/>
          <p:cNvGraphicFramePr>
            <a:graphicFrameLocks noChangeAspect="1"/>
          </p:cNvGraphicFramePr>
          <p:nvPr/>
        </p:nvGraphicFramePr>
        <p:xfrm>
          <a:off x="2857500" y="2446338"/>
          <a:ext cx="4232275" cy="982662"/>
        </p:xfrm>
        <a:graphic>
          <a:graphicData uri="http://schemas.openxmlformats.org/presentationml/2006/ole">
            <mc:AlternateContent xmlns:mc="http://schemas.openxmlformats.org/markup-compatibility/2006">
              <mc:Choice xmlns:v="urn:schemas-microsoft-com:vml" Requires="v">
                <p:oleObj spid="_x0000_s38977" name="Equation" r:id="rId8" imgW="1549080" imgH="393480" progId="Equation.DSMT4">
                  <p:embed/>
                </p:oleObj>
              </mc:Choice>
              <mc:Fallback>
                <p:oleObj name="Equation" r:id="rId8" imgW="1549080" imgH="393480" progId="Equation.DSMT4">
                  <p:embed/>
                  <p:pic>
                    <p:nvPicPr>
                      <p:cNvPr id="0" name="Object 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857500" y="2446338"/>
                        <a:ext cx="4232275" cy="982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8380" name="Object 12"/>
          <p:cNvGraphicFramePr>
            <a:graphicFrameLocks noChangeAspect="1"/>
          </p:cNvGraphicFramePr>
          <p:nvPr/>
        </p:nvGraphicFramePr>
        <p:xfrm>
          <a:off x="2862263" y="3357563"/>
          <a:ext cx="4638675" cy="928687"/>
        </p:xfrm>
        <a:graphic>
          <a:graphicData uri="http://schemas.openxmlformats.org/presentationml/2006/ole">
            <mc:AlternateContent xmlns:mc="http://schemas.openxmlformats.org/markup-compatibility/2006">
              <mc:Choice xmlns:v="urn:schemas-microsoft-com:vml" Requires="v">
                <p:oleObj spid="_x0000_s38978" name="Equation" r:id="rId10" imgW="1688760" imgH="393480" progId="Equation.DSMT4">
                  <p:embed/>
                </p:oleObj>
              </mc:Choice>
              <mc:Fallback>
                <p:oleObj name="Equation" r:id="rId10" imgW="1688760" imgH="393480" progId="Equation.DSMT4">
                  <p:embed/>
                  <p:pic>
                    <p:nvPicPr>
                      <p:cNvPr id="0" name="Object 12"/>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862263" y="3357563"/>
                        <a:ext cx="4638675" cy="928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8922" name="矩形 11"/>
          <p:cNvSpPr>
            <a:spLocks noChangeArrowheads="1"/>
          </p:cNvSpPr>
          <p:nvPr/>
        </p:nvSpPr>
        <p:spPr bwMode="auto">
          <a:xfrm>
            <a:off x="571500" y="3548063"/>
            <a:ext cx="1266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加速度</a:t>
            </a:r>
          </a:p>
        </p:txBody>
      </p:sp>
      <p:sp>
        <p:nvSpPr>
          <p:cNvPr id="38923" name="矩形 12"/>
          <p:cNvSpPr>
            <a:spLocks noChangeArrowheads="1"/>
          </p:cNvSpPr>
          <p:nvPr/>
        </p:nvSpPr>
        <p:spPr bwMode="auto">
          <a:xfrm>
            <a:off x="571500" y="4476750"/>
            <a:ext cx="1266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物理量</a:t>
            </a:r>
          </a:p>
        </p:txBody>
      </p:sp>
      <p:sp>
        <p:nvSpPr>
          <p:cNvPr id="38924" name="矩形 13"/>
          <p:cNvSpPr>
            <a:spLocks noChangeArrowheads="1"/>
          </p:cNvSpPr>
          <p:nvPr/>
        </p:nvSpPr>
        <p:spPr bwMode="auto">
          <a:xfrm>
            <a:off x="2357438" y="4476750"/>
            <a:ext cx="66770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振幅；周期、频率、角频率；相位、初相</a:t>
            </a:r>
          </a:p>
        </p:txBody>
      </p:sp>
      <p:sp>
        <p:nvSpPr>
          <p:cNvPr id="38925" name="矩形 14"/>
          <p:cNvSpPr>
            <a:spLocks noChangeArrowheads="1"/>
          </p:cNvSpPr>
          <p:nvPr/>
        </p:nvSpPr>
        <p:spPr bwMode="auto">
          <a:xfrm>
            <a:off x="571500" y="5334000"/>
            <a:ext cx="16271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描述方法</a:t>
            </a:r>
          </a:p>
        </p:txBody>
      </p:sp>
      <p:sp>
        <p:nvSpPr>
          <p:cNvPr id="38926" name="矩形 15"/>
          <p:cNvSpPr>
            <a:spLocks noChangeArrowheads="1"/>
          </p:cNvSpPr>
          <p:nvPr/>
        </p:nvSpPr>
        <p:spPr bwMode="auto">
          <a:xfrm>
            <a:off x="2357438" y="5334000"/>
            <a:ext cx="60991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振动方程        振动曲线       旋转矢量图</a:t>
            </a:r>
          </a:p>
        </p:txBody>
      </p:sp>
      <p:sp>
        <p:nvSpPr>
          <p:cNvPr id="17" name="左右箭头 16"/>
          <p:cNvSpPr/>
          <p:nvPr/>
        </p:nvSpPr>
        <p:spPr>
          <a:xfrm>
            <a:off x="3929063" y="5500688"/>
            <a:ext cx="500062" cy="142875"/>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8" name="左右箭头 17"/>
          <p:cNvSpPr/>
          <p:nvPr/>
        </p:nvSpPr>
        <p:spPr>
          <a:xfrm>
            <a:off x="6000750" y="5500688"/>
            <a:ext cx="500063" cy="142875"/>
          </a:xfrm>
          <a:prstGeom prst="leftRightArrow">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38929" name="矩形 18"/>
          <p:cNvSpPr>
            <a:spLocks noChangeArrowheads="1"/>
          </p:cNvSpPr>
          <p:nvPr/>
        </p:nvSpPr>
        <p:spPr bwMode="auto">
          <a:xfrm>
            <a:off x="571500" y="6119813"/>
            <a:ext cx="1266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相位差</a:t>
            </a:r>
          </a:p>
        </p:txBody>
      </p:sp>
      <p:sp>
        <p:nvSpPr>
          <p:cNvPr id="38930" name="矩形 19"/>
          <p:cNvSpPr>
            <a:spLocks noChangeArrowheads="1"/>
          </p:cNvSpPr>
          <p:nvPr/>
        </p:nvSpPr>
        <p:spPr bwMode="auto">
          <a:xfrm>
            <a:off x="2357438" y="6119813"/>
            <a:ext cx="41513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同相、反相、超前、落后</a:t>
            </a:r>
          </a:p>
        </p:txBody>
      </p:sp>
    </p:spTree>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3" name="TextBox 3"/>
          <p:cNvSpPr txBox="1">
            <a:spLocks noChangeArrowheads="1"/>
          </p:cNvSpPr>
          <p:nvPr/>
        </p:nvSpPr>
        <p:spPr bwMode="auto">
          <a:xfrm>
            <a:off x="357188" y="428625"/>
            <a:ext cx="32527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latin typeface="Calibri" panose="020F0502020204030204" pitchFamily="34" charset="0"/>
              </a:rPr>
              <a:t>1.2 </a:t>
            </a:r>
            <a:r>
              <a:rPr lang="zh-CN" altLang="en-US" sz="2800" b="1">
                <a:latin typeface="Calibri" panose="020F0502020204030204" pitchFamily="34" charset="0"/>
              </a:rPr>
              <a:t>简谐振动的能量</a:t>
            </a:r>
          </a:p>
        </p:txBody>
      </p:sp>
      <p:sp>
        <p:nvSpPr>
          <p:cNvPr id="39944" name="Text Box 4"/>
          <p:cNvSpPr txBox="1">
            <a:spLocks noChangeArrowheads="1"/>
          </p:cNvSpPr>
          <p:nvPr/>
        </p:nvSpPr>
        <p:spPr bwMode="auto">
          <a:xfrm>
            <a:off x="642938" y="1333500"/>
            <a:ext cx="1981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t>势能</a:t>
            </a:r>
          </a:p>
        </p:txBody>
      </p:sp>
      <p:graphicFrame>
        <p:nvGraphicFramePr>
          <p:cNvPr id="27653" name="Object 5"/>
          <p:cNvGraphicFramePr>
            <a:graphicFrameLocks noChangeAspect="1"/>
          </p:cNvGraphicFramePr>
          <p:nvPr/>
        </p:nvGraphicFramePr>
        <p:xfrm>
          <a:off x="2259013" y="1143000"/>
          <a:ext cx="4670425" cy="901700"/>
        </p:xfrm>
        <a:graphic>
          <a:graphicData uri="http://schemas.openxmlformats.org/presentationml/2006/ole">
            <mc:AlternateContent xmlns:mc="http://schemas.openxmlformats.org/markup-compatibility/2006">
              <mc:Choice xmlns:v="urn:schemas-microsoft-com:vml" Requires="v">
                <p:oleObj spid="_x0000_s39998" name="Equation" r:id="rId3" imgW="2031840" imgH="393480" progId="Equation.DSMT4">
                  <p:embed/>
                </p:oleObj>
              </mc:Choice>
              <mc:Fallback>
                <p:oleObj name="Equation" r:id="rId3" imgW="2031840" imgH="393480" progId="Equation.DSMT4">
                  <p:embed/>
                  <p:pic>
                    <p:nvPicPr>
                      <p:cNvPr id="0" name="Object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59013" y="1143000"/>
                        <a:ext cx="4670425" cy="901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45" name="Text Box 14"/>
          <p:cNvSpPr txBox="1">
            <a:spLocks noChangeArrowheads="1"/>
          </p:cNvSpPr>
          <p:nvPr/>
        </p:nvSpPr>
        <p:spPr bwMode="auto">
          <a:xfrm>
            <a:off x="646113" y="2322513"/>
            <a:ext cx="19970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t>动能</a:t>
            </a:r>
          </a:p>
        </p:txBody>
      </p:sp>
      <p:graphicFrame>
        <p:nvGraphicFramePr>
          <p:cNvPr id="27663" name="Object 15"/>
          <p:cNvGraphicFramePr>
            <a:graphicFrameLocks noChangeAspect="1"/>
          </p:cNvGraphicFramePr>
          <p:nvPr/>
        </p:nvGraphicFramePr>
        <p:xfrm>
          <a:off x="2236788" y="2143125"/>
          <a:ext cx="5478462" cy="968375"/>
        </p:xfrm>
        <a:graphic>
          <a:graphicData uri="http://schemas.openxmlformats.org/presentationml/2006/ole">
            <mc:AlternateContent xmlns:mc="http://schemas.openxmlformats.org/markup-compatibility/2006">
              <mc:Choice xmlns:v="urn:schemas-microsoft-com:vml" Requires="v">
                <p:oleObj spid="_x0000_s39999" name="Equation" r:id="rId5" imgW="2095200" imgH="406080" progId="Equation.DSMT4">
                  <p:embed/>
                </p:oleObj>
              </mc:Choice>
              <mc:Fallback>
                <p:oleObj name="Equation" r:id="rId5" imgW="2095200" imgH="406080" progId="Equation.DSMT4">
                  <p:embed/>
                  <p:pic>
                    <p:nvPicPr>
                      <p:cNvPr id="0" name="Object 1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36788" y="2143125"/>
                        <a:ext cx="5478462" cy="968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673" name="Object 25"/>
          <p:cNvGraphicFramePr>
            <a:graphicFrameLocks noChangeAspect="1"/>
          </p:cNvGraphicFramePr>
          <p:nvPr/>
        </p:nvGraphicFramePr>
        <p:xfrm>
          <a:off x="1000125" y="4740275"/>
          <a:ext cx="7604125" cy="942975"/>
        </p:xfrm>
        <a:graphic>
          <a:graphicData uri="http://schemas.openxmlformats.org/presentationml/2006/ole">
            <mc:AlternateContent xmlns:mc="http://schemas.openxmlformats.org/markup-compatibility/2006">
              <mc:Choice xmlns:v="urn:schemas-microsoft-com:vml" Requires="v">
                <p:oleObj spid="_x0000_s40000" name="Equation" r:id="rId7" imgW="3276360" imgH="406080" progId="Equation.DSMT4">
                  <p:embed/>
                </p:oleObj>
              </mc:Choice>
              <mc:Fallback>
                <p:oleObj name="Equation" r:id="rId7" imgW="3276360" imgH="406080" progId="Equation.DSMT4">
                  <p:embed/>
                  <p:pic>
                    <p:nvPicPr>
                      <p:cNvPr id="0" name="Object 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00125" y="4740275"/>
                        <a:ext cx="7604125" cy="942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674" name="Object 26"/>
          <p:cNvGraphicFramePr>
            <a:graphicFrameLocks noChangeAspect="1"/>
          </p:cNvGraphicFramePr>
          <p:nvPr/>
        </p:nvGraphicFramePr>
        <p:xfrm>
          <a:off x="966788" y="5683250"/>
          <a:ext cx="7677150" cy="960438"/>
        </p:xfrm>
        <a:graphic>
          <a:graphicData uri="http://schemas.openxmlformats.org/presentationml/2006/ole">
            <mc:AlternateContent xmlns:mc="http://schemas.openxmlformats.org/markup-compatibility/2006">
              <mc:Choice xmlns:v="urn:schemas-microsoft-com:vml" Requires="v">
                <p:oleObj spid="_x0000_s40001" name="Equation" r:id="rId9" imgW="3251160" imgH="406080" progId="Equation.DSMT4">
                  <p:embed/>
                </p:oleObj>
              </mc:Choice>
              <mc:Fallback>
                <p:oleObj name="Equation" r:id="rId9" imgW="3251160" imgH="406080" progId="Equation.DSMT4">
                  <p:embed/>
                  <p:pic>
                    <p:nvPicPr>
                      <p:cNvPr id="0" name="Object 2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66788" y="5683250"/>
                        <a:ext cx="7677150" cy="960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46" name="Text Box 14"/>
          <p:cNvSpPr txBox="1">
            <a:spLocks noChangeArrowheads="1"/>
          </p:cNvSpPr>
          <p:nvPr/>
        </p:nvSpPr>
        <p:spPr bwMode="auto">
          <a:xfrm>
            <a:off x="642938" y="4232275"/>
            <a:ext cx="3500437" cy="522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t>平均值（一般理解）</a:t>
            </a:r>
          </a:p>
        </p:txBody>
      </p:sp>
      <p:graphicFrame>
        <p:nvGraphicFramePr>
          <p:cNvPr id="28676" name="Object 4"/>
          <p:cNvGraphicFramePr>
            <a:graphicFrameLocks noChangeAspect="1"/>
          </p:cNvGraphicFramePr>
          <p:nvPr/>
        </p:nvGraphicFramePr>
        <p:xfrm>
          <a:off x="4357688" y="3143250"/>
          <a:ext cx="3240087" cy="952500"/>
        </p:xfrm>
        <a:graphic>
          <a:graphicData uri="http://schemas.openxmlformats.org/presentationml/2006/ole">
            <mc:AlternateContent xmlns:mc="http://schemas.openxmlformats.org/markup-compatibility/2006">
              <mc:Choice xmlns:v="urn:schemas-microsoft-com:vml" Requires="v">
                <p:oleObj spid="_x0000_s40002" name="Equation" r:id="rId11" imgW="1333440" imgH="393480" progId="Equation.DSMT4">
                  <p:embed/>
                </p:oleObj>
              </mc:Choice>
              <mc:Fallback>
                <p:oleObj name="Equation" r:id="rId11" imgW="1333440" imgH="393480" progId="Equation.DSMT4">
                  <p:embed/>
                  <p:pic>
                    <p:nvPicPr>
                      <p:cNvPr id="0" name="Object 4"/>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357688" y="3143250"/>
                        <a:ext cx="3240087" cy="952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9947" name="Text Box 5"/>
          <p:cNvSpPr txBox="1">
            <a:spLocks noChangeArrowheads="1"/>
          </p:cNvSpPr>
          <p:nvPr/>
        </p:nvSpPr>
        <p:spPr bwMode="auto">
          <a:xfrm>
            <a:off x="614363" y="3333750"/>
            <a:ext cx="38862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t>总能量不随时间变化</a:t>
            </a:r>
          </a:p>
        </p:txBody>
      </p:sp>
    </p:spTree>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4" name="TextBox 3"/>
          <p:cNvSpPr txBox="1">
            <a:spLocks noChangeArrowheads="1"/>
          </p:cNvSpPr>
          <p:nvPr/>
        </p:nvSpPr>
        <p:spPr bwMode="auto">
          <a:xfrm>
            <a:off x="357188" y="428625"/>
            <a:ext cx="32527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latin typeface="Calibri" panose="020F0502020204030204" pitchFamily="34" charset="0"/>
              </a:rPr>
              <a:t>1.3 </a:t>
            </a:r>
            <a:r>
              <a:rPr lang="zh-CN" altLang="en-US" sz="2800" b="1">
                <a:latin typeface="Calibri" panose="020F0502020204030204" pitchFamily="34" charset="0"/>
              </a:rPr>
              <a:t>简谐振动的合成</a:t>
            </a:r>
          </a:p>
        </p:txBody>
      </p:sp>
      <p:sp>
        <p:nvSpPr>
          <p:cNvPr id="40965" name="Text Box 4"/>
          <p:cNvSpPr txBox="1">
            <a:spLocks noChangeArrowheads="1"/>
          </p:cNvSpPr>
          <p:nvPr/>
        </p:nvSpPr>
        <p:spPr bwMode="auto">
          <a:xfrm>
            <a:off x="642938" y="1214438"/>
            <a:ext cx="54292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t>同方向同频率简谐运动的合成</a:t>
            </a:r>
          </a:p>
        </p:txBody>
      </p:sp>
      <p:graphicFrame>
        <p:nvGraphicFramePr>
          <p:cNvPr id="30733" name="Object 13"/>
          <p:cNvGraphicFramePr>
            <a:graphicFrameLocks noChangeAspect="1"/>
          </p:cNvGraphicFramePr>
          <p:nvPr/>
        </p:nvGraphicFramePr>
        <p:xfrm>
          <a:off x="1219200" y="1884363"/>
          <a:ext cx="5040313" cy="633412"/>
        </p:xfrm>
        <a:graphic>
          <a:graphicData uri="http://schemas.openxmlformats.org/presentationml/2006/ole">
            <mc:AlternateContent xmlns:mc="http://schemas.openxmlformats.org/markup-compatibility/2006">
              <mc:Choice xmlns:v="urn:schemas-microsoft-com:vml" Requires="v">
                <p:oleObj spid="_x0000_s40990" name="Equation" r:id="rId3" imgW="2222280" imgH="279360" progId="Equation.DSMT4">
                  <p:embed/>
                </p:oleObj>
              </mc:Choice>
              <mc:Fallback>
                <p:oleObj name="Equation" r:id="rId3" imgW="2222280" imgH="279360" progId="Equation.DSMT4">
                  <p:embed/>
                  <p:pic>
                    <p:nvPicPr>
                      <p:cNvPr id="0" name="Object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19200" y="1884363"/>
                        <a:ext cx="5040313" cy="633412"/>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0734" name="Object 14"/>
          <p:cNvGraphicFramePr>
            <a:graphicFrameLocks noChangeAspect="1"/>
          </p:cNvGraphicFramePr>
          <p:nvPr/>
        </p:nvGraphicFramePr>
        <p:xfrm>
          <a:off x="1214438" y="2670175"/>
          <a:ext cx="4556125" cy="1087438"/>
        </p:xfrm>
        <a:graphic>
          <a:graphicData uri="http://schemas.openxmlformats.org/presentationml/2006/ole">
            <mc:AlternateContent xmlns:mc="http://schemas.openxmlformats.org/markup-compatibility/2006">
              <mc:Choice xmlns:v="urn:schemas-microsoft-com:vml" Requires="v">
                <p:oleObj spid="_x0000_s40991" name="Equation" r:id="rId5" imgW="1803240" imgH="431640" progId="Equation.DSMT4">
                  <p:embed/>
                </p:oleObj>
              </mc:Choice>
              <mc:Fallback>
                <p:oleObj name="Equation" r:id="rId5" imgW="1803240" imgH="431640" progId="Equation.DSMT4">
                  <p:embed/>
                  <p:pic>
                    <p:nvPicPr>
                      <p:cNvPr id="0" name="Object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214438" y="2670175"/>
                        <a:ext cx="4556125" cy="1087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966" name="Text Box 16"/>
          <p:cNvSpPr txBox="1">
            <a:spLocks noChangeArrowheads="1"/>
          </p:cNvSpPr>
          <p:nvPr/>
        </p:nvSpPr>
        <p:spPr bwMode="auto">
          <a:xfrm>
            <a:off x="5715000" y="1214438"/>
            <a:ext cx="3429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800" b="1"/>
              <a:t>合振动仍是简谐运动</a:t>
            </a:r>
          </a:p>
        </p:txBody>
      </p:sp>
      <p:sp>
        <p:nvSpPr>
          <p:cNvPr id="40967" name="Text Box 4"/>
          <p:cNvSpPr txBox="1">
            <a:spLocks noChangeArrowheads="1"/>
          </p:cNvSpPr>
          <p:nvPr/>
        </p:nvSpPr>
        <p:spPr bwMode="auto">
          <a:xfrm>
            <a:off x="642938" y="4405313"/>
            <a:ext cx="73580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t>同方向不同频率简谐运动的合成（一般理解）</a:t>
            </a:r>
          </a:p>
        </p:txBody>
      </p:sp>
      <p:sp>
        <p:nvSpPr>
          <p:cNvPr id="40968" name="Text Box 16"/>
          <p:cNvSpPr txBox="1">
            <a:spLocks noChangeArrowheads="1"/>
          </p:cNvSpPr>
          <p:nvPr/>
        </p:nvSpPr>
        <p:spPr bwMode="auto">
          <a:xfrm>
            <a:off x="6000750" y="2571750"/>
            <a:ext cx="31432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2800" b="1"/>
              <a:t>合振动加强、减弱</a:t>
            </a:r>
          </a:p>
        </p:txBody>
      </p:sp>
      <p:sp>
        <p:nvSpPr>
          <p:cNvPr id="40969" name="Text Box 4"/>
          <p:cNvSpPr txBox="1">
            <a:spLocks noChangeArrowheads="1"/>
          </p:cNvSpPr>
          <p:nvPr/>
        </p:nvSpPr>
        <p:spPr bwMode="auto">
          <a:xfrm>
            <a:off x="642938" y="5476875"/>
            <a:ext cx="73580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t>相互垂直的简谐运动的合成（一般理解）</a:t>
            </a:r>
          </a:p>
        </p:txBody>
      </p:sp>
    </p:spTree>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1988" name="Group 25"/>
          <p:cNvGrpSpPr>
            <a:grpSpLocks/>
          </p:cNvGrpSpPr>
          <p:nvPr/>
        </p:nvGrpSpPr>
        <p:grpSpPr bwMode="auto">
          <a:xfrm>
            <a:off x="4932363" y="765175"/>
            <a:ext cx="4119562" cy="2303463"/>
            <a:chOff x="3016" y="482"/>
            <a:chExt cx="2595" cy="1451"/>
          </a:xfrm>
        </p:grpSpPr>
        <p:sp>
          <p:nvSpPr>
            <p:cNvPr id="42013" name="Line 5"/>
            <p:cNvSpPr>
              <a:spLocks noChangeShapeType="1"/>
            </p:cNvSpPr>
            <p:nvPr/>
          </p:nvSpPr>
          <p:spPr bwMode="auto">
            <a:xfrm>
              <a:off x="3205" y="1304"/>
              <a:ext cx="2307" cy="0"/>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14" name="Line 6"/>
            <p:cNvSpPr>
              <a:spLocks noChangeShapeType="1"/>
            </p:cNvSpPr>
            <p:nvPr/>
          </p:nvSpPr>
          <p:spPr bwMode="auto">
            <a:xfrm flipV="1">
              <a:off x="3301" y="627"/>
              <a:ext cx="0" cy="1306"/>
            </a:xfrm>
            <a:prstGeom prst="line">
              <a:avLst/>
            </a:prstGeom>
            <a:noFill/>
            <a:ln w="2857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15" name="Line 7"/>
            <p:cNvSpPr>
              <a:spLocks noChangeShapeType="1"/>
            </p:cNvSpPr>
            <p:nvPr/>
          </p:nvSpPr>
          <p:spPr bwMode="auto">
            <a:xfrm>
              <a:off x="3295" y="852"/>
              <a:ext cx="331" cy="0"/>
            </a:xfrm>
            <a:prstGeom prst="line">
              <a:avLst/>
            </a:prstGeom>
            <a:noFill/>
            <a:ln w="9525">
              <a:solidFill>
                <a:srgbClr val="CC00FF"/>
              </a:solidFill>
              <a:prstDash val="dash"/>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16" name="Text Box 8"/>
            <p:cNvSpPr txBox="1">
              <a:spLocks noChangeArrowheads="1"/>
            </p:cNvSpPr>
            <p:nvPr/>
          </p:nvSpPr>
          <p:spPr bwMode="auto">
            <a:xfrm>
              <a:off x="3061" y="709"/>
              <a:ext cx="330"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latin typeface="Calibri" panose="020F0502020204030204" pitchFamily="34" charset="0"/>
                </a:rPr>
                <a:t>4</a:t>
              </a:r>
            </a:p>
          </p:txBody>
        </p:sp>
        <p:sp>
          <p:nvSpPr>
            <p:cNvPr id="42017" name="Text Box 9"/>
            <p:cNvSpPr txBox="1">
              <a:spLocks noChangeArrowheads="1"/>
            </p:cNvSpPr>
            <p:nvPr/>
          </p:nvSpPr>
          <p:spPr bwMode="auto">
            <a:xfrm>
              <a:off x="3016" y="1509"/>
              <a:ext cx="384"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latin typeface="Calibri" panose="020F0502020204030204" pitchFamily="34" charset="0"/>
                </a:rPr>
                <a:t>-2</a:t>
              </a:r>
            </a:p>
          </p:txBody>
        </p:sp>
        <p:sp>
          <p:nvSpPr>
            <p:cNvPr id="42018" name="Text Box 10"/>
            <p:cNvSpPr txBox="1">
              <a:spLocks noChangeArrowheads="1"/>
            </p:cNvSpPr>
            <p:nvPr/>
          </p:nvSpPr>
          <p:spPr bwMode="auto">
            <a:xfrm>
              <a:off x="3334" y="482"/>
              <a:ext cx="58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i="1">
                  <a:latin typeface="Calibri" panose="020F0502020204030204" pitchFamily="34" charset="0"/>
                </a:rPr>
                <a:t>x</a:t>
              </a:r>
              <a:r>
                <a:rPr lang="en-US" altLang="zh-CN" sz="2400">
                  <a:latin typeface="Calibri" panose="020F0502020204030204" pitchFamily="34" charset="0"/>
                </a:rPr>
                <a:t>(cm)</a:t>
              </a:r>
            </a:p>
          </p:txBody>
        </p:sp>
        <p:sp>
          <p:nvSpPr>
            <p:cNvPr id="42019" name="Text Box 11"/>
            <p:cNvSpPr txBox="1">
              <a:spLocks noChangeArrowheads="1"/>
            </p:cNvSpPr>
            <p:nvPr/>
          </p:nvSpPr>
          <p:spPr bwMode="auto">
            <a:xfrm>
              <a:off x="5239" y="1282"/>
              <a:ext cx="37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i="1">
                  <a:latin typeface="Calibri" panose="020F0502020204030204" pitchFamily="34" charset="0"/>
                </a:rPr>
                <a:t>t</a:t>
              </a:r>
              <a:r>
                <a:rPr lang="en-US" altLang="zh-CN" sz="2400">
                  <a:latin typeface="Calibri" panose="020F0502020204030204" pitchFamily="34" charset="0"/>
                </a:rPr>
                <a:t>(s)</a:t>
              </a:r>
            </a:p>
          </p:txBody>
        </p:sp>
        <p:sp>
          <p:nvSpPr>
            <p:cNvPr id="42020" name="Text Box 12"/>
            <p:cNvSpPr txBox="1">
              <a:spLocks noChangeArrowheads="1"/>
            </p:cNvSpPr>
            <p:nvPr/>
          </p:nvSpPr>
          <p:spPr bwMode="auto">
            <a:xfrm>
              <a:off x="3061" y="1248"/>
              <a:ext cx="265"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latin typeface="Calibri" panose="020F0502020204030204" pitchFamily="34" charset="0"/>
                </a:rPr>
                <a:t>O</a:t>
              </a:r>
            </a:p>
          </p:txBody>
        </p:sp>
        <p:sp>
          <p:nvSpPr>
            <p:cNvPr id="42021" name="Text Box 13"/>
            <p:cNvSpPr txBox="1">
              <a:spLocks noChangeArrowheads="1"/>
            </p:cNvSpPr>
            <p:nvPr/>
          </p:nvSpPr>
          <p:spPr bwMode="auto">
            <a:xfrm>
              <a:off x="3714" y="125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latin typeface="Calibri" panose="020F0502020204030204" pitchFamily="34" charset="0"/>
                </a:rPr>
                <a:t>2</a:t>
              </a:r>
            </a:p>
          </p:txBody>
        </p:sp>
        <p:sp>
          <p:nvSpPr>
            <p:cNvPr id="42022" name="Freeform 14"/>
            <p:cNvSpPr>
              <a:spLocks/>
            </p:cNvSpPr>
            <p:nvPr/>
          </p:nvSpPr>
          <p:spPr bwMode="auto">
            <a:xfrm>
              <a:off x="3301" y="821"/>
              <a:ext cx="1346" cy="967"/>
            </a:xfrm>
            <a:custGeom>
              <a:avLst/>
              <a:gdLst>
                <a:gd name="T0" fmla="*/ 0 w 1152"/>
                <a:gd name="T1" fmla="*/ 18488 h 648"/>
                <a:gd name="T2" fmla="*/ 389 w 1152"/>
                <a:gd name="T3" fmla="*/ 13196 h 648"/>
                <a:gd name="T4" fmla="*/ 1168 w 1152"/>
                <a:gd name="T5" fmla="*/ 897 h 648"/>
                <a:gd name="T6" fmla="*/ 1948 w 1152"/>
                <a:gd name="T7" fmla="*/ 13196 h 648"/>
                <a:gd name="T8" fmla="*/ 2725 w 1152"/>
                <a:gd name="T9" fmla="*/ 23781 h 648"/>
                <a:gd name="T10" fmla="*/ 3505 w 1152"/>
                <a:gd name="T11" fmla="*/ 13196 h 648"/>
                <a:gd name="T12" fmla="*/ 4288 w 1152"/>
                <a:gd name="T13" fmla="*/ 897 h 648"/>
                <a:gd name="T14" fmla="*/ 4678 w 1152"/>
                <a:gd name="T15" fmla="*/ 7926 h 648"/>
                <a:gd name="T16" fmla="*/ 0 60000 65536"/>
                <a:gd name="T17" fmla="*/ 0 60000 65536"/>
                <a:gd name="T18" fmla="*/ 0 60000 65536"/>
                <a:gd name="T19" fmla="*/ 0 60000 65536"/>
                <a:gd name="T20" fmla="*/ 0 60000 65536"/>
                <a:gd name="T21" fmla="*/ 0 60000 65536"/>
                <a:gd name="T22" fmla="*/ 0 60000 65536"/>
                <a:gd name="T23" fmla="*/ 0 60000 65536"/>
                <a:gd name="T24" fmla="*/ 0 w 1152"/>
                <a:gd name="T25" fmla="*/ 0 h 648"/>
                <a:gd name="T26" fmla="*/ 1152 w 1152"/>
                <a:gd name="T27" fmla="*/ 648 h 648"/>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152" h="648">
                  <a:moveTo>
                    <a:pt x="0" y="504"/>
                  </a:moveTo>
                  <a:cubicBezTo>
                    <a:pt x="24" y="472"/>
                    <a:pt x="48" y="440"/>
                    <a:pt x="96" y="360"/>
                  </a:cubicBezTo>
                  <a:cubicBezTo>
                    <a:pt x="144" y="280"/>
                    <a:pt x="224" y="24"/>
                    <a:pt x="288" y="24"/>
                  </a:cubicBezTo>
                  <a:cubicBezTo>
                    <a:pt x="352" y="24"/>
                    <a:pt x="416" y="256"/>
                    <a:pt x="480" y="360"/>
                  </a:cubicBezTo>
                  <a:cubicBezTo>
                    <a:pt x="544" y="464"/>
                    <a:pt x="608" y="648"/>
                    <a:pt x="672" y="648"/>
                  </a:cubicBezTo>
                  <a:cubicBezTo>
                    <a:pt x="736" y="648"/>
                    <a:pt x="800" y="464"/>
                    <a:pt x="864" y="360"/>
                  </a:cubicBezTo>
                  <a:cubicBezTo>
                    <a:pt x="928" y="256"/>
                    <a:pt x="1008" y="48"/>
                    <a:pt x="1056" y="24"/>
                  </a:cubicBezTo>
                  <a:cubicBezTo>
                    <a:pt x="1104" y="0"/>
                    <a:pt x="1136" y="184"/>
                    <a:pt x="1152" y="216"/>
                  </a:cubicBezTo>
                </a:path>
              </a:pathLst>
            </a:custGeom>
            <a:noFill/>
            <a:ln w="38100">
              <a:pattFill prst="sphere">
                <a:fgClr>
                  <a:schemeClr val="accent2"/>
                </a:fgClr>
                <a:bgClr>
                  <a:schemeClr val="tx1"/>
                </a:bgClr>
              </a:patt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grpSp>
      <p:sp>
        <p:nvSpPr>
          <p:cNvPr id="41989" name="Text Box 16"/>
          <p:cNvSpPr txBox="1">
            <a:spLocks noChangeArrowheads="1"/>
          </p:cNvSpPr>
          <p:nvPr/>
        </p:nvSpPr>
        <p:spPr bwMode="auto">
          <a:xfrm>
            <a:off x="1100138" y="214313"/>
            <a:ext cx="52578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己知振动图写出振动方程</a:t>
            </a:r>
          </a:p>
        </p:txBody>
      </p:sp>
      <p:grpSp>
        <p:nvGrpSpPr>
          <p:cNvPr id="3" name="Group 27"/>
          <p:cNvGrpSpPr>
            <a:grpSpLocks/>
          </p:cNvGrpSpPr>
          <p:nvPr/>
        </p:nvGrpSpPr>
        <p:grpSpPr bwMode="auto">
          <a:xfrm>
            <a:off x="3132138" y="739775"/>
            <a:ext cx="1944687" cy="2327275"/>
            <a:chOff x="1973" y="466"/>
            <a:chExt cx="1225" cy="1466"/>
          </a:xfrm>
        </p:grpSpPr>
        <p:sp>
          <p:nvSpPr>
            <p:cNvPr id="42008" name="Oval 18"/>
            <p:cNvSpPr>
              <a:spLocks noChangeArrowheads="1"/>
            </p:cNvSpPr>
            <p:nvPr/>
          </p:nvSpPr>
          <p:spPr bwMode="auto">
            <a:xfrm>
              <a:off x="2078" y="824"/>
              <a:ext cx="952" cy="952"/>
            </a:xfrm>
            <a:prstGeom prst="ellipse">
              <a:avLst/>
            </a:prstGeom>
            <a:solidFill>
              <a:srgbClr val="CCFFFF"/>
            </a:solidFill>
            <a:ln w="9525">
              <a:solidFill>
                <a:schemeClr val="tx1"/>
              </a:solidFill>
              <a:round/>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endParaRPr lang="zh-CN" altLang="zh-CN">
                <a:latin typeface="Calibri" panose="020F0502020204030204" pitchFamily="34" charset="0"/>
              </a:endParaRPr>
            </a:p>
          </p:txBody>
        </p:sp>
        <p:sp>
          <p:nvSpPr>
            <p:cNvPr id="42009" name="Line 19"/>
            <p:cNvSpPr>
              <a:spLocks noChangeShapeType="1"/>
            </p:cNvSpPr>
            <p:nvPr/>
          </p:nvSpPr>
          <p:spPr bwMode="auto">
            <a:xfrm flipV="1">
              <a:off x="2562" y="572"/>
              <a:ext cx="0" cy="1360"/>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10" name="Text Box 20"/>
            <p:cNvSpPr txBox="1">
              <a:spLocks noChangeArrowheads="1"/>
            </p:cNvSpPr>
            <p:nvPr/>
          </p:nvSpPr>
          <p:spPr bwMode="auto">
            <a:xfrm>
              <a:off x="2336" y="1238"/>
              <a:ext cx="241"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a:latin typeface="Calibri" panose="020F0502020204030204" pitchFamily="34" charset="0"/>
                </a:rPr>
                <a:t>O</a:t>
              </a:r>
            </a:p>
          </p:txBody>
        </p:sp>
        <p:sp>
          <p:nvSpPr>
            <p:cNvPr id="42011" name="Text Box 22"/>
            <p:cNvSpPr txBox="1">
              <a:spLocks noChangeArrowheads="1"/>
            </p:cNvSpPr>
            <p:nvPr/>
          </p:nvSpPr>
          <p:spPr bwMode="auto">
            <a:xfrm>
              <a:off x="2562" y="466"/>
              <a:ext cx="212"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i="1">
                  <a:latin typeface="Calibri" panose="020F0502020204030204" pitchFamily="34" charset="0"/>
                </a:rPr>
                <a:t>x</a:t>
              </a:r>
            </a:p>
          </p:txBody>
        </p:sp>
        <p:sp>
          <p:nvSpPr>
            <p:cNvPr id="42012" name="Line 23"/>
            <p:cNvSpPr>
              <a:spLocks noChangeShapeType="1"/>
            </p:cNvSpPr>
            <p:nvPr/>
          </p:nvSpPr>
          <p:spPr bwMode="auto">
            <a:xfrm flipH="1">
              <a:off x="1973" y="1305"/>
              <a:ext cx="1225"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grpSp>
        <p:nvGrpSpPr>
          <p:cNvPr id="4" name="Group 37"/>
          <p:cNvGrpSpPr>
            <a:grpSpLocks/>
          </p:cNvGrpSpPr>
          <p:nvPr/>
        </p:nvGrpSpPr>
        <p:grpSpPr bwMode="auto">
          <a:xfrm>
            <a:off x="3441700" y="2492375"/>
            <a:ext cx="1922463" cy="0"/>
            <a:chOff x="2168" y="1570"/>
            <a:chExt cx="1211" cy="0"/>
          </a:xfrm>
        </p:grpSpPr>
        <p:sp>
          <p:nvSpPr>
            <p:cNvPr id="42006" name="Line 21"/>
            <p:cNvSpPr>
              <a:spLocks noChangeShapeType="1"/>
            </p:cNvSpPr>
            <p:nvPr/>
          </p:nvSpPr>
          <p:spPr bwMode="auto">
            <a:xfrm>
              <a:off x="2168" y="1570"/>
              <a:ext cx="771" cy="0"/>
            </a:xfrm>
            <a:prstGeom prst="line">
              <a:avLst/>
            </a:prstGeom>
            <a:noFill/>
            <a:ln w="9525">
              <a:solidFill>
                <a:schemeClr val="tx1"/>
              </a:solidFill>
              <a:prstDash val="dash"/>
              <a:round/>
              <a:headEnd type="oval" w="med" len="med"/>
              <a:tailEnd type="oval"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2007" name="Line 24"/>
            <p:cNvSpPr>
              <a:spLocks noChangeShapeType="1"/>
            </p:cNvSpPr>
            <p:nvPr/>
          </p:nvSpPr>
          <p:spPr bwMode="auto">
            <a:xfrm flipH="1">
              <a:off x="2971" y="1570"/>
              <a:ext cx="408" cy="0"/>
            </a:xfrm>
            <a:prstGeom prst="line">
              <a:avLst/>
            </a:prstGeom>
            <a:noFill/>
            <a:ln w="9525">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97308" name="Text Box 28"/>
          <p:cNvSpPr txBox="1">
            <a:spLocks noChangeArrowheads="1"/>
          </p:cNvSpPr>
          <p:nvPr/>
        </p:nvSpPr>
        <p:spPr bwMode="auto">
          <a:xfrm>
            <a:off x="179388" y="909638"/>
            <a:ext cx="34290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latin typeface="Calibri" panose="020F0502020204030204" pitchFamily="34" charset="0"/>
              </a:rPr>
              <a:t>解</a:t>
            </a:r>
            <a:r>
              <a:rPr lang="en-US" altLang="zh-CN" sz="2800" b="1">
                <a:latin typeface="Calibri" panose="020F0502020204030204" pitchFamily="34" charset="0"/>
              </a:rPr>
              <a:t>: </a:t>
            </a:r>
            <a:r>
              <a:rPr lang="zh-CN" altLang="en-US" sz="2800" b="1">
                <a:latin typeface="Calibri" panose="020F0502020204030204" pitchFamily="34" charset="0"/>
              </a:rPr>
              <a:t>设振动方程为</a:t>
            </a:r>
          </a:p>
        </p:txBody>
      </p:sp>
      <p:graphicFrame>
        <p:nvGraphicFramePr>
          <p:cNvPr id="97309" name="Object 29"/>
          <p:cNvGraphicFramePr>
            <a:graphicFrameLocks noChangeAspect="1"/>
          </p:cNvGraphicFramePr>
          <p:nvPr/>
        </p:nvGraphicFramePr>
        <p:xfrm>
          <a:off x="300038" y="1484313"/>
          <a:ext cx="2781300" cy="509587"/>
        </p:xfrm>
        <a:graphic>
          <a:graphicData uri="http://schemas.openxmlformats.org/presentationml/2006/ole">
            <mc:AlternateContent xmlns:mc="http://schemas.openxmlformats.org/markup-compatibility/2006">
              <mc:Choice xmlns:v="urn:schemas-microsoft-com:vml" Requires="v">
                <p:oleObj spid="_x0000_s42045" name="Equation" r:id="rId4" imgW="1079280" imgH="203040" progId="Equation.DSMT4">
                  <p:embed/>
                </p:oleObj>
              </mc:Choice>
              <mc:Fallback>
                <p:oleObj name="Equation" r:id="rId4" imgW="1079280" imgH="203040" progId="Equation.DSMT4">
                  <p:embed/>
                  <p:pic>
                    <p:nvPicPr>
                      <p:cNvPr id="0" name="Object 2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0038" y="1484313"/>
                        <a:ext cx="2781300" cy="509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7310" name="Text Box 30"/>
          <p:cNvSpPr txBox="1">
            <a:spLocks noChangeArrowheads="1"/>
          </p:cNvSpPr>
          <p:nvPr/>
        </p:nvSpPr>
        <p:spPr bwMode="auto">
          <a:xfrm>
            <a:off x="179388" y="2549525"/>
            <a:ext cx="320040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latin typeface="Calibri" panose="020F0502020204030204" pitchFamily="34" charset="0"/>
              </a:rPr>
              <a:t>如图可知</a:t>
            </a:r>
            <a:r>
              <a:rPr lang="en-US" altLang="zh-CN" sz="2800" b="1">
                <a:latin typeface="Calibri" panose="020F0502020204030204" pitchFamily="34" charset="0"/>
              </a:rPr>
              <a:t>:</a:t>
            </a:r>
            <a:r>
              <a:rPr lang="en-US" altLang="zh-CN" sz="2800" b="1" i="1">
                <a:latin typeface="Calibri" panose="020F0502020204030204" pitchFamily="34" charset="0"/>
              </a:rPr>
              <a:t>A</a:t>
            </a:r>
            <a:r>
              <a:rPr lang="en-US" altLang="zh-CN" sz="2800" b="1">
                <a:latin typeface="Calibri" panose="020F0502020204030204" pitchFamily="34" charset="0"/>
              </a:rPr>
              <a:t>= 4cm</a:t>
            </a:r>
          </a:p>
        </p:txBody>
      </p:sp>
      <p:sp>
        <p:nvSpPr>
          <p:cNvPr id="97311" name="Text Box 31"/>
          <p:cNvSpPr txBox="1">
            <a:spLocks noChangeArrowheads="1"/>
          </p:cNvSpPr>
          <p:nvPr/>
        </p:nvSpPr>
        <p:spPr bwMode="auto">
          <a:xfrm>
            <a:off x="179388" y="3141663"/>
            <a:ext cx="8240712"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latin typeface="Calibri" panose="020F0502020204030204" pitchFamily="34" charset="0"/>
              </a:rPr>
              <a:t>初相位</a:t>
            </a:r>
            <a:r>
              <a:rPr lang="zh-CN" altLang="en-US" sz="2800" b="1" i="1">
                <a:latin typeface="Calibri" panose="020F0502020204030204" pitchFamily="34" charset="0"/>
                <a:sym typeface="Symbol" panose="05050102010706020507" pitchFamily="18" charset="2"/>
              </a:rPr>
              <a:t></a:t>
            </a:r>
            <a:r>
              <a:rPr lang="zh-CN" altLang="en-US" sz="2800" b="1">
                <a:latin typeface="Calibri" panose="020F0502020204030204" pitchFamily="34" charset="0"/>
              </a:rPr>
              <a:t>和角频率</a:t>
            </a:r>
            <a:r>
              <a:rPr lang="zh-CN" altLang="en-US" sz="2800" b="1" i="1">
                <a:latin typeface="Calibri" panose="020F0502020204030204" pitchFamily="34" charset="0"/>
                <a:cs typeface="Times New Roman" panose="02020603050405020304" pitchFamily="18" charset="0"/>
                <a:sym typeface="Symbol" panose="05050102010706020507" pitchFamily="18" charset="2"/>
              </a:rPr>
              <a:t></a:t>
            </a:r>
            <a:r>
              <a:rPr lang="zh-CN" altLang="en-US" sz="2800" b="1">
                <a:latin typeface="Calibri" panose="020F0502020204030204" pitchFamily="34" charset="0"/>
              </a:rPr>
              <a:t>可利用旋转矢量法来求</a:t>
            </a:r>
          </a:p>
        </p:txBody>
      </p:sp>
      <p:sp>
        <p:nvSpPr>
          <p:cNvPr id="97312" name="Text Box 32"/>
          <p:cNvSpPr txBox="1">
            <a:spLocks noChangeArrowheads="1"/>
          </p:cNvSpPr>
          <p:nvPr/>
        </p:nvSpPr>
        <p:spPr bwMode="auto">
          <a:xfrm>
            <a:off x="147638" y="3716338"/>
            <a:ext cx="4495800" cy="519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zh-CN" altLang="en-US" sz="2800" b="1">
                <a:latin typeface="Calibri" panose="020F0502020204030204" pitchFamily="34" charset="0"/>
              </a:rPr>
              <a:t>图中可知</a:t>
            </a:r>
            <a:r>
              <a:rPr lang="zh-CN" altLang="en-US" sz="2800" b="1" i="1">
                <a:latin typeface="Calibri" panose="020F0502020204030204" pitchFamily="34" charset="0"/>
                <a:sym typeface="Symbol" panose="05050102010706020507" pitchFamily="18" charset="2"/>
              </a:rPr>
              <a:t></a:t>
            </a:r>
            <a:r>
              <a:rPr lang="zh-CN" altLang="en-US" sz="2800" b="1">
                <a:latin typeface="Calibri" panose="020F0502020204030204" pitchFamily="34" charset="0"/>
              </a:rPr>
              <a:t> </a:t>
            </a:r>
            <a:r>
              <a:rPr lang="en-US" altLang="zh-CN" sz="2800" b="1">
                <a:latin typeface="Calibri" panose="020F0502020204030204" pitchFamily="34" charset="0"/>
              </a:rPr>
              <a:t>= 4</a:t>
            </a:r>
            <a:r>
              <a:rPr lang="en-US" altLang="zh-CN" sz="2800" b="1">
                <a:latin typeface="Calibri" panose="020F0502020204030204" pitchFamily="34" charset="0"/>
                <a:cs typeface="Times New Roman" panose="02020603050405020304" pitchFamily="18" charset="0"/>
                <a:sym typeface="Symbol" panose="05050102010706020507" pitchFamily="18" charset="2"/>
              </a:rPr>
              <a:t></a:t>
            </a:r>
            <a:r>
              <a:rPr lang="en-US" altLang="zh-CN" sz="2800" b="1">
                <a:latin typeface="Calibri" panose="020F0502020204030204" pitchFamily="34" charset="0"/>
              </a:rPr>
              <a:t>/3</a:t>
            </a:r>
            <a:r>
              <a:rPr lang="zh-CN" altLang="en-US" sz="2800" b="1">
                <a:latin typeface="Calibri" panose="020F0502020204030204" pitchFamily="34" charset="0"/>
              </a:rPr>
              <a:t>或 </a:t>
            </a:r>
            <a:r>
              <a:rPr lang="zh-CN" altLang="en-US" sz="2800" b="1" i="1">
                <a:latin typeface="Calibri" panose="020F0502020204030204" pitchFamily="34" charset="0"/>
              </a:rPr>
              <a:t>－</a:t>
            </a:r>
            <a:r>
              <a:rPr lang="en-US" altLang="zh-CN" sz="2800" b="1">
                <a:latin typeface="Calibri" panose="020F0502020204030204" pitchFamily="34" charset="0"/>
              </a:rPr>
              <a:t>2</a:t>
            </a:r>
            <a:r>
              <a:rPr lang="en-US" altLang="zh-CN" sz="2800" b="1">
                <a:latin typeface="Calibri" panose="020F0502020204030204" pitchFamily="34" charset="0"/>
                <a:cs typeface="Times New Roman" panose="02020603050405020304" pitchFamily="18" charset="0"/>
                <a:sym typeface="Symbol" panose="05050102010706020507" pitchFamily="18" charset="2"/>
              </a:rPr>
              <a:t></a:t>
            </a:r>
            <a:r>
              <a:rPr lang="en-US" altLang="zh-CN" sz="2800" b="1">
                <a:latin typeface="Calibri" panose="020F0502020204030204" pitchFamily="34" charset="0"/>
              </a:rPr>
              <a:t>/3</a:t>
            </a:r>
          </a:p>
        </p:txBody>
      </p:sp>
      <p:sp>
        <p:nvSpPr>
          <p:cNvPr id="97313" name="Text Box 33"/>
          <p:cNvSpPr txBox="1">
            <a:spLocks noChangeArrowheads="1"/>
          </p:cNvSpPr>
          <p:nvPr/>
        </p:nvSpPr>
        <p:spPr bwMode="auto">
          <a:xfrm>
            <a:off x="107950" y="4235450"/>
            <a:ext cx="8785225" cy="946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ts val="1200"/>
              </a:spcBef>
            </a:pPr>
            <a:r>
              <a:rPr lang="zh-CN" altLang="en-US" sz="2800" b="1">
                <a:latin typeface="Calibri" panose="020F0502020204030204" pitchFamily="34" charset="0"/>
              </a:rPr>
              <a:t>图中知</a:t>
            </a:r>
            <a:r>
              <a:rPr lang="en-US" altLang="zh-CN" sz="2800" b="1" i="1">
                <a:latin typeface="Calibri" panose="020F0502020204030204" pitchFamily="34" charset="0"/>
              </a:rPr>
              <a:t>t </a:t>
            </a:r>
            <a:r>
              <a:rPr lang="en-US" altLang="zh-CN" sz="2800" b="1">
                <a:latin typeface="Calibri" panose="020F0502020204030204" pitchFamily="34" charset="0"/>
              </a:rPr>
              <a:t>=</a:t>
            </a:r>
            <a:r>
              <a:rPr lang="en-US" altLang="zh-CN" sz="2800" b="1">
                <a:latin typeface="Calibri" panose="020F0502020204030204" pitchFamily="34" charset="0"/>
                <a:sym typeface="Symbol" panose="05050102010706020507" pitchFamily="18" charset="2"/>
              </a:rPr>
              <a:t>2s</a:t>
            </a:r>
            <a:r>
              <a:rPr lang="zh-CN" altLang="en-US" sz="2800" b="1">
                <a:latin typeface="Calibri" panose="020F0502020204030204" pitchFamily="34" charset="0"/>
                <a:sym typeface="Symbol" panose="05050102010706020507" pitchFamily="18" charset="2"/>
              </a:rPr>
              <a:t>时</a:t>
            </a:r>
            <a:r>
              <a:rPr lang="en-US" altLang="zh-CN" sz="2800" b="1">
                <a:latin typeface="Calibri" panose="020F0502020204030204" pitchFamily="34" charset="0"/>
                <a:sym typeface="Symbol" panose="05050102010706020507" pitchFamily="18" charset="2"/>
              </a:rPr>
              <a:t>,</a:t>
            </a:r>
            <a:r>
              <a:rPr lang="zh-CN" altLang="en-US" sz="2800" b="1">
                <a:latin typeface="Calibri" panose="020F0502020204030204" pitchFamily="34" charset="0"/>
              </a:rPr>
              <a:t>旋转矢量位于</a:t>
            </a:r>
            <a:r>
              <a:rPr lang="en-US" altLang="zh-CN" sz="2800" b="1">
                <a:latin typeface="Calibri" panose="020F0502020204030204" pitchFamily="34" charset="0"/>
              </a:rPr>
              <a:t>p</a:t>
            </a:r>
            <a:r>
              <a:rPr lang="en-US" altLang="zh-CN" sz="2800" b="1" baseline="-25000">
                <a:latin typeface="Calibri" panose="020F0502020204030204" pitchFamily="34" charset="0"/>
              </a:rPr>
              <a:t>2</a:t>
            </a:r>
            <a:r>
              <a:rPr lang="en-US" altLang="zh-CN" sz="2800" b="1">
                <a:latin typeface="Calibri" panose="020F0502020204030204" pitchFamily="34" charset="0"/>
              </a:rPr>
              <a:t>, </a:t>
            </a:r>
            <a:r>
              <a:rPr lang="zh-CN" altLang="en-US" sz="2800" b="1">
                <a:latin typeface="Calibri" panose="020F0502020204030204" pitchFamily="34" charset="0"/>
                <a:sym typeface="Symbol" panose="05050102010706020507" pitchFamily="18" charset="2"/>
              </a:rPr>
              <a:t>旋转矢量由</a:t>
            </a:r>
            <a:r>
              <a:rPr lang="en-US" altLang="zh-CN" sz="2800" b="1">
                <a:latin typeface="Calibri" panose="020F0502020204030204" pitchFamily="34" charset="0"/>
                <a:sym typeface="Symbol" panose="05050102010706020507" pitchFamily="18" charset="2"/>
              </a:rPr>
              <a:t>p</a:t>
            </a:r>
            <a:r>
              <a:rPr lang="en-US" altLang="zh-CN" sz="2800" b="1" baseline="-25000">
                <a:latin typeface="Calibri" panose="020F0502020204030204" pitchFamily="34" charset="0"/>
                <a:sym typeface="Symbol" panose="05050102010706020507" pitchFamily="18" charset="2"/>
              </a:rPr>
              <a:t>1</a:t>
            </a:r>
            <a:r>
              <a:rPr lang="zh-CN" altLang="en-US" sz="2800" b="1">
                <a:latin typeface="Calibri" panose="020F0502020204030204" pitchFamily="34" charset="0"/>
                <a:sym typeface="Symbol" panose="05050102010706020507" pitchFamily="18" charset="2"/>
              </a:rPr>
              <a:t>到</a:t>
            </a:r>
            <a:r>
              <a:rPr lang="en-US" altLang="zh-CN" sz="2800" b="1">
                <a:latin typeface="Calibri" panose="020F0502020204030204" pitchFamily="34" charset="0"/>
                <a:sym typeface="Symbol" panose="05050102010706020507" pitchFamily="18" charset="2"/>
              </a:rPr>
              <a:t>p</a:t>
            </a:r>
            <a:r>
              <a:rPr lang="en-US" altLang="zh-CN" sz="2800" b="1" baseline="-25000">
                <a:latin typeface="Calibri" panose="020F0502020204030204" pitchFamily="34" charset="0"/>
                <a:sym typeface="Symbol" panose="05050102010706020507" pitchFamily="18" charset="2"/>
              </a:rPr>
              <a:t>2</a:t>
            </a:r>
            <a:r>
              <a:rPr lang="zh-CN" altLang="en-US" sz="2800" b="1">
                <a:latin typeface="Calibri" panose="020F0502020204030204" pitchFamily="34" charset="0"/>
                <a:sym typeface="Symbol" panose="05050102010706020507" pitchFamily="18" charset="2"/>
              </a:rPr>
              <a:t>转过的弧度为</a:t>
            </a:r>
            <a:r>
              <a:rPr lang="en-US" altLang="zh-CN" sz="2800" b="1">
                <a:latin typeface="Calibri" panose="020F0502020204030204" pitchFamily="34" charset="0"/>
              </a:rPr>
              <a:t>7</a:t>
            </a:r>
            <a:r>
              <a:rPr lang="en-US" altLang="zh-CN" sz="2800" b="1">
                <a:latin typeface="Calibri" panose="020F0502020204030204" pitchFamily="34" charset="0"/>
                <a:cs typeface="Times New Roman" panose="02020603050405020304" pitchFamily="18" charset="0"/>
                <a:sym typeface="Symbol" panose="05050102010706020507" pitchFamily="18" charset="2"/>
              </a:rPr>
              <a:t></a:t>
            </a:r>
            <a:r>
              <a:rPr lang="en-US" altLang="zh-CN" sz="2800" b="1">
                <a:latin typeface="Calibri" panose="020F0502020204030204" pitchFamily="34" charset="0"/>
              </a:rPr>
              <a:t>/6, </a:t>
            </a:r>
            <a:r>
              <a:rPr lang="zh-CN" altLang="en-US" sz="2800" b="1">
                <a:latin typeface="Calibri" panose="020F0502020204030204" pitchFamily="34" charset="0"/>
              </a:rPr>
              <a:t>历时</a:t>
            </a:r>
            <a:r>
              <a:rPr lang="en-US" altLang="zh-CN" sz="2800" b="1">
                <a:latin typeface="Calibri" panose="020F0502020204030204" pitchFamily="34" charset="0"/>
              </a:rPr>
              <a:t>2s,</a:t>
            </a:r>
          </a:p>
        </p:txBody>
      </p:sp>
      <p:graphicFrame>
        <p:nvGraphicFramePr>
          <p:cNvPr id="97314" name="Object 34"/>
          <p:cNvGraphicFramePr>
            <a:graphicFrameLocks noChangeAspect="1"/>
          </p:cNvGraphicFramePr>
          <p:nvPr/>
        </p:nvGraphicFramePr>
        <p:xfrm>
          <a:off x="1817688" y="5748338"/>
          <a:ext cx="3125787" cy="898525"/>
        </p:xfrm>
        <a:graphic>
          <a:graphicData uri="http://schemas.openxmlformats.org/presentationml/2006/ole">
            <mc:AlternateContent xmlns:mc="http://schemas.openxmlformats.org/markup-compatibility/2006">
              <mc:Choice xmlns:v="urn:schemas-microsoft-com:vml" Requires="v">
                <p:oleObj spid="_x0000_s42046" name="Equation" r:id="rId6" imgW="1371600" imgH="393480" progId="Equation.DSMT4">
                  <p:embed/>
                </p:oleObj>
              </mc:Choice>
              <mc:Fallback>
                <p:oleObj name="Equation" r:id="rId6" imgW="1371600" imgH="393480" progId="Equation.DSMT4">
                  <p:embed/>
                  <p:pic>
                    <p:nvPicPr>
                      <p:cNvPr id="0" name="Object 3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817688" y="5748338"/>
                        <a:ext cx="3125787" cy="898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7315" name="Text Box 35"/>
          <p:cNvSpPr txBox="1">
            <a:spLocks noChangeArrowheads="1"/>
          </p:cNvSpPr>
          <p:nvPr/>
        </p:nvSpPr>
        <p:spPr bwMode="auto">
          <a:xfrm>
            <a:off x="1173163" y="5229225"/>
            <a:ext cx="6542087"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sq">
                <a:solidFill>
                  <a:srgbClr val="000000"/>
                </a:solidFill>
                <a:miter lim="800000"/>
                <a:headEnd type="none" w="sm" len="sm"/>
                <a:tailEnd type="none" w="sm" len="sm"/>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spcBef>
                <a:spcPts val="1200"/>
              </a:spcBef>
            </a:pPr>
            <a:r>
              <a:rPr lang="en-US" altLang="zh-CN" sz="2800" b="1">
                <a:latin typeface="Calibri" panose="020F0502020204030204" pitchFamily="34" charset="0"/>
                <a:sym typeface="Symbol" panose="05050102010706020507" pitchFamily="18" charset="2"/>
              </a:rPr>
              <a:t></a:t>
            </a:r>
            <a:r>
              <a:rPr lang="en-US" altLang="zh-CN" sz="2800" b="1" i="1">
                <a:latin typeface="Calibri" panose="020F0502020204030204" pitchFamily="34" charset="0"/>
                <a:cs typeface="Times New Roman" panose="02020603050405020304" pitchFamily="18" charset="0"/>
                <a:sym typeface="Symbol" panose="05050102010706020507" pitchFamily="18" charset="2"/>
              </a:rPr>
              <a:t></a:t>
            </a:r>
            <a:r>
              <a:rPr lang="en-US" altLang="zh-CN" sz="2800" b="1">
                <a:latin typeface="Calibri" panose="020F0502020204030204" pitchFamily="34" charset="0"/>
                <a:cs typeface="Times New Roman" panose="02020603050405020304" pitchFamily="18" charset="0"/>
                <a:sym typeface="Symbol" panose="05050102010706020507" pitchFamily="18" charset="2"/>
              </a:rPr>
              <a:t></a:t>
            </a:r>
            <a:r>
              <a:rPr lang="en-US" altLang="zh-CN" sz="2800" b="1" i="1">
                <a:latin typeface="Calibri" panose="020F0502020204030204" pitchFamily="34" charset="0"/>
                <a:sym typeface="Symbol" panose="05050102010706020507" pitchFamily="18" charset="2"/>
              </a:rPr>
              <a:t>t </a:t>
            </a:r>
            <a:r>
              <a:rPr lang="en-US" altLang="zh-CN" sz="2800" b="1">
                <a:latin typeface="Calibri" panose="020F0502020204030204" pitchFamily="34" charset="0"/>
                <a:sym typeface="Symbol" panose="05050102010706020507" pitchFamily="18" charset="2"/>
              </a:rPr>
              <a:t>= </a:t>
            </a:r>
            <a:r>
              <a:rPr lang="en-US" altLang="zh-CN" sz="2800" b="1">
                <a:latin typeface="Calibri" panose="020F0502020204030204" pitchFamily="34" charset="0"/>
              </a:rPr>
              <a:t>7</a:t>
            </a:r>
            <a:r>
              <a:rPr lang="en-US" altLang="zh-CN" sz="2800" b="1">
                <a:latin typeface="Calibri" panose="020F0502020204030204" pitchFamily="34" charset="0"/>
                <a:cs typeface="Times New Roman" panose="02020603050405020304" pitchFamily="18" charset="0"/>
                <a:sym typeface="Symbol" panose="05050102010706020507" pitchFamily="18" charset="2"/>
              </a:rPr>
              <a:t></a:t>
            </a:r>
            <a:r>
              <a:rPr lang="en-US" altLang="zh-CN" sz="2800" b="1">
                <a:latin typeface="Calibri" panose="020F0502020204030204" pitchFamily="34" charset="0"/>
              </a:rPr>
              <a:t>/6   </a:t>
            </a:r>
            <a:r>
              <a:rPr lang="en-US" altLang="zh-CN" sz="2800" b="1">
                <a:latin typeface="Calibri" panose="020F0502020204030204" pitchFamily="34" charset="0"/>
                <a:sym typeface="Symbol" panose="05050102010706020507" pitchFamily="18" charset="2"/>
              </a:rPr>
              <a:t> </a:t>
            </a:r>
            <a:r>
              <a:rPr lang="en-US" altLang="zh-CN" sz="2800" b="1" i="1">
                <a:latin typeface="Calibri" panose="020F0502020204030204" pitchFamily="34" charset="0"/>
                <a:cs typeface="Times New Roman" panose="02020603050405020304" pitchFamily="18" charset="0"/>
                <a:sym typeface="Symbol" panose="05050102010706020507" pitchFamily="18" charset="2"/>
              </a:rPr>
              <a:t> </a:t>
            </a:r>
            <a:r>
              <a:rPr lang="en-US" altLang="zh-CN" sz="2800" b="1">
                <a:latin typeface="Calibri" panose="020F0502020204030204" pitchFamily="34" charset="0"/>
                <a:sym typeface="Symbol" panose="05050102010706020507" pitchFamily="18" charset="2"/>
              </a:rPr>
              <a:t>= </a:t>
            </a:r>
            <a:r>
              <a:rPr lang="en-US" altLang="zh-CN" sz="2800" b="1">
                <a:latin typeface="Calibri" panose="020F0502020204030204" pitchFamily="34" charset="0"/>
              </a:rPr>
              <a:t>7</a:t>
            </a:r>
            <a:r>
              <a:rPr lang="en-US" altLang="zh-CN" sz="2800" b="1">
                <a:latin typeface="Calibri" panose="020F0502020204030204" pitchFamily="34" charset="0"/>
                <a:cs typeface="Times New Roman" panose="02020603050405020304" pitchFamily="18" charset="0"/>
                <a:sym typeface="Symbol" panose="05050102010706020507" pitchFamily="18" charset="2"/>
              </a:rPr>
              <a:t></a:t>
            </a:r>
            <a:r>
              <a:rPr lang="en-US" altLang="zh-CN" sz="2800" b="1">
                <a:latin typeface="Calibri" panose="020F0502020204030204" pitchFamily="34" charset="0"/>
              </a:rPr>
              <a:t>/12 [rad/s]</a:t>
            </a:r>
          </a:p>
        </p:txBody>
      </p:sp>
      <p:sp>
        <p:nvSpPr>
          <p:cNvPr id="97316" name="Line 36"/>
          <p:cNvSpPr>
            <a:spLocks noChangeShapeType="1"/>
          </p:cNvSpPr>
          <p:nvPr/>
        </p:nvSpPr>
        <p:spPr bwMode="auto">
          <a:xfrm>
            <a:off x="4067175" y="2060575"/>
            <a:ext cx="598488" cy="43180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7318" name="Text Box 38"/>
          <p:cNvSpPr txBox="1">
            <a:spLocks noChangeArrowheads="1"/>
          </p:cNvSpPr>
          <p:nvPr/>
        </p:nvSpPr>
        <p:spPr bwMode="auto">
          <a:xfrm>
            <a:off x="4500563" y="2420938"/>
            <a:ext cx="838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a:latin typeface="Calibri" panose="020F0502020204030204" pitchFamily="34" charset="0"/>
              </a:rPr>
              <a:t>p</a:t>
            </a:r>
            <a:r>
              <a:rPr lang="en-US" altLang="zh-CN" sz="2400" baseline="-25000">
                <a:latin typeface="Calibri" panose="020F0502020204030204" pitchFamily="34" charset="0"/>
              </a:rPr>
              <a:t>1</a:t>
            </a:r>
            <a:endParaRPr lang="en-US" altLang="zh-CN" sz="2400">
              <a:latin typeface="Calibri" panose="020F0502020204030204" pitchFamily="34" charset="0"/>
            </a:endParaRPr>
          </a:p>
        </p:txBody>
      </p:sp>
      <p:grpSp>
        <p:nvGrpSpPr>
          <p:cNvPr id="5" name="Group 42"/>
          <p:cNvGrpSpPr>
            <a:grpSpLocks/>
          </p:cNvGrpSpPr>
          <p:nvPr/>
        </p:nvGrpSpPr>
        <p:grpSpPr bwMode="auto">
          <a:xfrm>
            <a:off x="3590925" y="1628775"/>
            <a:ext cx="714375" cy="598488"/>
            <a:chOff x="2262" y="1026"/>
            <a:chExt cx="450" cy="377"/>
          </a:xfrm>
        </p:grpSpPr>
        <p:sp>
          <p:nvSpPr>
            <p:cNvPr id="42004" name="Freeform 40"/>
            <p:cNvSpPr>
              <a:spLocks/>
            </p:cNvSpPr>
            <p:nvPr/>
          </p:nvSpPr>
          <p:spPr bwMode="auto">
            <a:xfrm rot="-4763910">
              <a:off x="2459" y="1150"/>
              <a:ext cx="233" cy="273"/>
            </a:xfrm>
            <a:custGeom>
              <a:avLst/>
              <a:gdLst>
                <a:gd name="T0" fmla="*/ 20 w 317"/>
                <a:gd name="T1" fmla="*/ 156 h 258"/>
                <a:gd name="T2" fmla="*/ 11 w 317"/>
                <a:gd name="T3" fmla="*/ 20 h 258"/>
                <a:gd name="T4" fmla="*/ 9 w 317"/>
                <a:gd name="T5" fmla="*/ 0 h 258"/>
                <a:gd name="T6" fmla="*/ 2 w 317"/>
                <a:gd name="T7" fmla="*/ 57 h 258"/>
                <a:gd name="T8" fmla="*/ 1 w 317"/>
                <a:gd name="T9" fmla="*/ 175 h 258"/>
                <a:gd name="T10" fmla="*/ 0 w 317"/>
                <a:gd name="T11" fmla="*/ 235 h 258"/>
                <a:gd name="T12" fmla="*/ 2 w 317"/>
                <a:gd name="T13" fmla="*/ 430 h 258"/>
                <a:gd name="T14" fmla="*/ 0 60000 65536"/>
                <a:gd name="T15" fmla="*/ 0 60000 65536"/>
                <a:gd name="T16" fmla="*/ 0 60000 65536"/>
                <a:gd name="T17" fmla="*/ 0 60000 65536"/>
                <a:gd name="T18" fmla="*/ 0 60000 65536"/>
                <a:gd name="T19" fmla="*/ 0 60000 65536"/>
                <a:gd name="T20" fmla="*/ 0 60000 65536"/>
                <a:gd name="T21" fmla="*/ 0 w 317"/>
                <a:gd name="T22" fmla="*/ 0 h 258"/>
                <a:gd name="T23" fmla="*/ 317 w 317"/>
                <a:gd name="T24" fmla="*/ 258 h 258"/>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17" h="258">
                  <a:moveTo>
                    <a:pt x="317" y="94"/>
                  </a:moveTo>
                  <a:cubicBezTo>
                    <a:pt x="269" y="45"/>
                    <a:pt x="244" y="33"/>
                    <a:pt x="176" y="11"/>
                  </a:cubicBezTo>
                  <a:cubicBezTo>
                    <a:pt x="164" y="7"/>
                    <a:pt x="141" y="0"/>
                    <a:pt x="141" y="0"/>
                  </a:cubicBezTo>
                  <a:cubicBezTo>
                    <a:pt x="115" y="4"/>
                    <a:pt x="55" y="3"/>
                    <a:pt x="35" y="35"/>
                  </a:cubicBezTo>
                  <a:cubicBezTo>
                    <a:pt x="22" y="56"/>
                    <a:pt x="20" y="82"/>
                    <a:pt x="12" y="105"/>
                  </a:cubicBezTo>
                  <a:cubicBezTo>
                    <a:pt x="8" y="117"/>
                    <a:pt x="0" y="141"/>
                    <a:pt x="0" y="141"/>
                  </a:cubicBezTo>
                  <a:cubicBezTo>
                    <a:pt x="6" y="175"/>
                    <a:pt x="6" y="231"/>
                    <a:pt x="35" y="258"/>
                  </a:cubicBezTo>
                </a:path>
              </a:pathLst>
            </a:custGeom>
            <a:noFill/>
            <a:ln w="9525">
              <a:solidFill>
                <a:schemeClr val="tx1"/>
              </a:solidFill>
              <a:round/>
              <a:headEnd/>
              <a:tailEnd type="triangle" w="med" len="me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latin typeface="Calibri" panose="020F0502020204030204" pitchFamily="34" charset="0"/>
              </a:endParaRPr>
            </a:p>
          </p:txBody>
        </p:sp>
        <p:sp>
          <p:nvSpPr>
            <p:cNvPr id="42005" name="Text Box 41"/>
            <p:cNvSpPr txBox="1">
              <a:spLocks noChangeArrowheads="1"/>
            </p:cNvSpPr>
            <p:nvPr/>
          </p:nvSpPr>
          <p:spPr bwMode="auto">
            <a:xfrm>
              <a:off x="2262" y="1026"/>
              <a:ext cx="346"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i="1">
                  <a:latin typeface="Calibri" panose="020F0502020204030204" pitchFamily="34" charset="0"/>
                  <a:sym typeface="Symbol" panose="05050102010706020507" pitchFamily="18" charset="2"/>
                </a:rPr>
                <a:t></a:t>
              </a:r>
            </a:p>
          </p:txBody>
        </p:sp>
      </p:grpSp>
      <p:sp>
        <p:nvSpPr>
          <p:cNvPr id="97323" name="Line 43"/>
          <p:cNvSpPr>
            <a:spLocks noChangeShapeType="1"/>
          </p:cNvSpPr>
          <p:nvPr/>
        </p:nvSpPr>
        <p:spPr bwMode="auto">
          <a:xfrm flipH="1" flipV="1">
            <a:off x="3276600" y="2060575"/>
            <a:ext cx="790575" cy="0"/>
          </a:xfrm>
          <a:prstGeom prst="line">
            <a:avLst/>
          </a:prstGeom>
          <a:noFill/>
          <a:ln w="38100">
            <a:solidFill>
              <a:srgbClr val="FF3300"/>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97324" name="Text Box 44"/>
          <p:cNvSpPr txBox="1">
            <a:spLocks noChangeArrowheads="1"/>
          </p:cNvSpPr>
          <p:nvPr/>
        </p:nvSpPr>
        <p:spPr bwMode="auto">
          <a:xfrm>
            <a:off x="2916238" y="1916113"/>
            <a:ext cx="528637"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a:latin typeface="Calibri" panose="020F0502020204030204" pitchFamily="34" charset="0"/>
              </a:rPr>
              <a:t>p</a:t>
            </a:r>
            <a:r>
              <a:rPr lang="en-US" altLang="zh-CN" sz="2400" baseline="-25000">
                <a:latin typeface="Calibri" panose="020F0502020204030204" pitchFamily="34" charset="0"/>
              </a:rPr>
              <a:t>2</a:t>
            </a:r>
            <a:endParaRPr lang="en-US" altLang="zh-CN" sz="2400">
              <a:latin typeface="Calibri" panose="020F0502020204030204" pitchFamily="34" charset="0"/>
            </a:endParaRPr>
          </a:p>
        </p:txBody>
      </p:sp>
      <p:sp>
        <p:nvSpPr>
          <p:cNvPr id="42003" name="文本框 199"/>
          <p:cNvSpPr txBox="1">
            <a:spLocks noChangeArrowheads="1"/>
          </p:cNvSpPr>
          <p:nvPr/>
        </p:nvSpPr>
        <p:spPr bwMode="auto">
          <a:xfrm>
            <a:off x="0" y="214313"/>
            <a:ext cx="12620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solidFill>
                  <a:srgbClr val="3333FF"/>
                </a:solidFill>
              </a:rPr>
              <a:t>【</a:t>
            </a:r>
            <a:r>
              <a:rPr lang="zh-CN" altLang="en-US" sz="2800" b="1">
                <a:solidFill>
                  <a:srgbClr val="3333FF"/>
                </a:solidFill>
              </a:rPr>
              <a:t>例</a:t>
            </a:r>
            <a:r>
              <a:rPr lang="en-US" altLang="zh-CN" sz="2800" b="1">
                <a:solidFill>
                  <a:srgbClr val="3333FF"/>
                </a:solidFill>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7308"/>
                                        </p:tgtEl>
                                        <p:attrNameLst>
                                          <p:attrName>style.visibility</p:attrName>
                                        </p:attrNameLst>
                                      </p:cBhvr>
                                      <p:to>
                                        <p:strVal val="visible"/>
                                      </p:to>
                                    </p:set>
                                    <p:animEffect transition="in" filter="wipe(left)">
                                      <p:cBhvr>
                                        <p:cTn id="7" dur="500"/>
                                        <p:tgtEl>
                                          <p:spTgt spid="9730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97309"/>
                                        </p:tgtEl>
                                        <p:attrNameLst>
                                          <p:attrName>style.visibility</p:attrName>
                                        </p:attrNameLst>
                                      </p:cBhvr>
                                      <p:to>
                                        <p:strVal val="visible"/>
                                      </p:to>
                                    </p:set>
                                    <p:animEffect transition="in" filter="wipe(left)">
                                      <p:cBhvr>
                                        <p:cTn id="12" dur="500"/>
                                        <p:tgtEl>
                                          <p:spTgt spid="9730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97310"/>
                                        </p:tgtEl>
                                        <p:attrNameLst>
                                          <p:attrName>style.visibility</p:attrName>
                                        </p:attrNameLst>
                                      </p:cBhvr>
                                      <p:to>
                                        <p:strVal val="visible"/>
                                      </p:to>
                                    </p:set>
                                    <p:animEffect transition="in" filter="wipe(left)">
                                      <p:cBhvr>
                                        <p:cTn id="17" dur="500"/>
                                        <p:tgtEl>
                                          <p:spTgt spid="9731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7311"/>
                                        </p:tgtEl>
                                        <p:attrNameLst>
                                          <p:attrName>style.visibility</p:attrName>
                                        </p:attrNameLst>
                                      </p:cBhvr>
                                      <p:to>
                                        <p:strVal val="visible"/>
                                      </p:to>
                                    </p:set>
                                    <p:animEffect transition="in" filter="wipe(left)">
                                      <p:cBhvr>
                                        <p:cTn id="22" dur="500"/>
                                        <p:tgtEl>
                                          <p:spTgt spid="97311"/>
                                        </p:tgtEl>
                                      </p:cBhvr>
                                    </p:animEffect>
                                  </p:childTnLst>
                                </p:cTn>
                              </p:par>
                              <p:par>
                                <p:cTn id="23" presetID="4" presetClass="entr" presetSubtype="16" fill="hold" nodeType="withEffect">
                                  <p:stCondLst>
                                    <p:cond delay="0"/>
                                  </p:stCondLst>
                                  <p:childTnLst>
                                    <p:set>
                                      <p:cBhvr>
                                        <p:cTn id="24" dur="1" fill="hold">
                                          <p:stCondLst>
                                            <p:cond delay="0"/>
                                          </p:stCondLst>
                                        </p:cTn>
                                        <p:tgtEl>
                                          <p:spTgt spid="3"/>
                                        </p:tgtEl>
                                        <p:attrNameLst>
                                          <p:attrName>style.visibility</p:attrName>
                                        </p:attrNameLst>
                                      </p:cBhvr>
                                      <p:to>
                                        <p:strVal val="visible"/>
                                      </p:to>
                                    </p:set>
                                    <p:animEffect transition="in" filter="box(in)">
                                      <p:cBhvr>
                                        <p:cTn id="25" dur="500"/>
                                        <p:tgtEl>
                                          <p:spTgt spid="3"/>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2" fill="hold"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wipe(right)">
                                      <p:cBhvr>
                                        <p:cTn id="30" dur="1000"/>
                                        <p:tgtEl>
                                          <p:spTgt spid="4"/>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97316"/>
                                        </p:tgtEl>
                                        <p:attrNameLst>
                                          <p:attrName>style.visibility</p:attrName>
                                        </p:attrNameLst>
                                      </p:cBhvr>
                                      <p:to>
                                        <p:strVal val="visible"/>
                                      </p:to>
                                    </p:set>
                                    <p:animEffect transition="in" filter="wipe(left)">
                                      <p:cBhvr>
                                        <p:cTn id="35" dur="1000"/>
                                        <p:tgtEl>
                                          <p:spTgt spid="97316"/>
                                        </p:tgtEl>
                                      </p:cBhvr>
                                    </p:animEffect>
                                  </p:childTnLst>
                                </p:cTn>
                              </p:par>
                            </p:childTnLst>
                          </p:cTn>
                        </p:par>
                        <p:par>
                          <p:cTn id="36" fill="hold" nodeType="afterGroup">
                            <p:stCondLst>
                              <p:cond delay="1000"/>
                            </p:stCondLst>
                            <p:childTnLst>
                              <p:par>
                                <p:cTn id="37" presetID="1" presetClass="entr" presetSubtype="0" fill="hold" grpId="0" nodeType="afterEffect">
                                  <p:stCondLst>
                                    <p:cond delay="0"/>
                                  </p:stCondLst>
                                  <p:childTnLst>
                                    <p:set>
                                      <p:cBhvr>
                                        <p:cTn id="38" dur="1" fill="hold">
                                          <p:stCondLst>
                                            <p:cond delay="499"/>
                                          </p:stCondLst>
                                        </p:cTn>
                                        <p:tgtEl>
                                          <p:spTgt spid="97318"/>
                                        </p:tgtEl>
                                        <p:attrNameLst>
                                          <p:attrName>style.visibility</p:attrName>
                                        </p:attrNameLst>
                                      </p:cBhvr>
                                      <p:to>
                                        <p:strVal val="visible"/>
                                      </p:to>
                                    </p:se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1" fill="hold" nodeType="click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wipe(up)">
                                      <p:cBhvr>
                                        <p:cTn id="43" dur="1000"/>
                                        <p:tgtEl>
                                          <p:spTgt spid="5"/>
                                        </p:tgtEl>
                                      </p:cBhvr>
                                    </p:animEffect>
                                  </p:childTnLst>
                                </p:cTn>
                              </p:par>
                              <p:par>
                                <p:cTn id="44" presetID="22" presetClass="entr" presetSubtype="8" fill="hold" grpId="0" nodeType="withEffect">
                                  <p:stCondLst>
                                    <p:cond delay="0"/>
                                  </p:stCondLst>
                                  <p:childTnLst>
                                    <p:set>
                                      <p:cBhvr>
                                        <p:cTn id="45" dur="1" fill="hold">
                                          <p:stCondLst>
                                            <p:cond delay="0"/>
                                          </p:stCondLst>
                                        </p:cTn>
                                        <p:tgtEl>
                                          <p:spTgt spid="97312"/>
                                        </p:tgtEl>
                                        <p:attrNameLst>
                                          <p:attrName>style.visibility</p:attrName>
                                        </p:attrNameLst>
                                      </p:cBhvr>
                                      <p:to>
                                        <p:strVal val="visible"/>
                                      </p:to>
                                    </p:set>
                                    <p:animEffect transition="in" filter="wipe(left)">
                                      <p:cBhvr>
                                        <p:cTn id="46" dur="500"/>
                                        <p:tgtEl>
                                          <p:spTgt spid="97312"/>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grpId="0" nodeType="clickEffect">
                                  <p:stCondLst>
                                    <p:cond delay="0"/>
                                  </p:stCondLst>
                                  <p:childTnLst>
                                    <p:set>
                                      <p:cBhvr>
                                        <p:cTn id="50" dur="1" fill="hold">
                                          <p:stCondLst>
                                            <p:cond delay="0"/>
                                          </p:stCondLst>
                                        </p:cTn>
                                        <p:tgtEl>
                                          <p:spTgt spid="97313"/>
                                        </p:tgtEl>
                                        <p:attrNameLst>
                                          <p:attrName>style.visibility</p:attrName>
                                        </p:attrNameLst>
                                      </p:cBhvr>
                                      <p:to>
                                        <p:strVal val="visible"/>
                                      </p:to>
                                    </p:set>
                                    <p:animEffect transition="in" filter="wipe(left)">
                                      <p:cBhvr>
                                        <p:cTn id="51" dur="500"/>
                                        <p:tgtEl>
                                          <p:spTgt spid="97313"/>
                                        </p:tgtEl>
                                      </p:cBhvr>
                                    </p:animEffect>
                                  </p:childTnLst>
                                </p:cTn>
                              </p:par>
                            </p:childTnLst>
                          </p:cTn>
                        </p:par>
                        <p:par>
                          <p:cTn id="52" fill="hold" nodeType="afterGroup">
                            <p:stCondLst>
                              <p:cond delay="500"/>
                            </p:stCondLst>
                            <p:childTnLst>
                              <p:par>
                                <p:cTn id="53" presetID="22" presetClass="entr" presetSubtype="2" fill="hold" nodeType="afterEffect">
                                  <p:stCondLst>
                                    <p:cond delay="0"/>
                                  </p:stCondLst>
                                  <p:childTnLst>
                                    <p:set>
                                      <p:cBhvr>
                                        <p:cTn id="54" dur="1" fill="hold">
                                          <p:stCondLst>
                                            <p:cond delay="0"/>
                                          </p:stCondLst>
                                        </p:cTn>
                                        <p:tgtEl>
                                          <p:spTgt spid="97323"/>
                                        </p:tgtEl>
                                        <p:attrNameLst>
                                          <p:attrName>style.visibility</p:attrName>
                                        </p:attrNameLst>
                                      </p:cBhvr>
                                      <p:to>
                                        <p:strVal val="visible"/>
                                      </p:to>
                                    </p:set>
                                    <p:animEffect transition="in" filter="wipe(right)">
                                      <p:cBhvr>
                                        <p:cTn id="55" dur="1000"/>
                                        <p:tgtEl>
                                          <p:spTgt spid="97323"/>
                                        </p:tgtEl>
                                      </p:cBhvr>
                                    </p:animEffect>
                                  </p:childTnLst>
                                </p:cTn>
                              </p:par>
                            </p:childTnLst>
                          </p:cTn>
                        </p:par>
                        <p:par>
                          <p:cTn id="56" fill="hold" nodeType="afterGroup">
                            <p:stCondLst>
                              <p:cond delay="1500"/>
                            </p:stCondLst>
                            <p:childTnLst>
                              <p:par>
                                <p:cTn id="57" presetID="1" presetClass="entr" presetSubtype="0" fill="hold" grpId="0" nodeType="afterEffect">
                                  <p:stCondLst>
                                    <p:cond delay="0"/>
                                  </p:stCondLst>
                                  <p:childTnLst>
                                    <p:set>
                                      <p:cBhvr>
                                        <p:cTn id="58" dur="1" fill="hold">
                                          <p:stCondLst>
                                            <p:cond delay="499"/>
                                          </p:stCondLst>
                                        </p:cTn>
                                        <p:tgtEl>
                                          <p:spTgt spid="97324"/>
                                        </p:tgtEl>
                                        <p:attrNameLst>
                                          <p:attrName>style.visibility</p:attrName>
                                        </p:attrNameLst>
                                      </p:cBhvr>
                                      <p:to>
                                        <p:strVal val="visible"/>
                                      </p:to>
                                    </p:se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97315"/>
                                        </p:tgtEl>
                                        <p:attrNameLst>
                                          <p:attrName>style.visibility</p:attrName>
                                        </p:attrNameLst>
                                      </p:cBhvr>
                                      <p:to>
                                        <p:strVal val="visible"/>
                                      </p:to>
                                    </p:set>
                                    <p:animEffect transition="in" filter="wipe(left)">
                                      <p:cBhvr>
                                        <p:cTn id="63" dur="500"/>
                                        <p:tgtEl>
                                          <p:spTgt spid="97315"/>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nodeType="clickEffect">
                                  <p:stCondLst>
                                    <p:cond delay="0"/>
                                  </p:stCondLst>
                                  <p:childTnLst>
                                    <p:set>
                                      <p:cBhvr>
                                        <p:cTn id="67" dur="1" fill="hold">
                                          <p:stCondLst>
                                            <p:cond delay="0"/>
                                          </p:stCondLst>
                                        </p:cTn>
                                        <p:tgtEl>
                                          <p:spTgt spid="97314"/>
                                        </p:tgtEl>
                                        <p:attrNameLst>
                                          <p:attrName>style.visibility</p:attrName>
                                        </p:attrNameLst>
                                      </p:cBhvr>
                                      <p:to>
                                        <p:strVal val="visible"/>
                                      </p:to>
                                    </p:set>
                                    <p:animEffect transition="in" filter="wipe(left)">
                                      <p:cBhvr>
                                        <p:cTn id="68" dur="500"/>
                                        <p:tgtEl>
                                          <p:spTgt spid="973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7308" grpId="0" autoUpdateAnimBg="0"/>
      <p:bldP spid="97310" grpId="0" autoUpdateAnimBg="0"/>
      <p:bldP spid="97311" grpId="0" autoUpdateAnimBg="0"/>
      <p:bldP spid="97312" grpId="0" autoUpdateAnimBg="0"/>
      <p:bldP spid="97313" grpId="0" autoUpdateAnimBg="0"/>
      <p:bldP spid="97315" grpId="0" autoUpdateAnimBg="0"/>
      <p:bldP spid="97318" grpId="0" autoUpdateAnimBg="0"/>
      <p:bldP spid="97324" grpId="0" autoUpdateAnimBg="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1" name="TextBox 3"/>
          <p:cNvSpPr txBox="1">
            <a:spLocks noChangeArrowheads="1"/>
          </p:cNvSpPr>
          <p:nvPr/>
        </p:nvSpPr>
        <p:spPr bwMode="auto">
          <a:xfrm>
            <a:off x="3071813" y="428625"/>
            <a:ext cx="19732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第</a:t>
            </a:r>
            <a:r>
              <a:rPr lang="en-US" altLang="zh-CN" sz="2800" b="1">
                <a:latin typeface="Calibri" panose="020F0502020204030204" pitchFamily="34" charset="0"/>
              </a:rPr>
              <a:t>2</a:t>
            </a:r>
            <a:r>
              <a:rPr lang="zh-CN" altLang="en-US" sz="2800" b="1">
                <a:latin typeface="Calibri" panose="020F0502020204030204" pitchFamily="34" charset="0"/>
              </a:rPr>
              <a:t>章  波动</a:t>
            </a:r>
          </a:p>
        </p:txBody>
      </p:sp>
      <p:sp>
        <p:nvSpPr>
          <p:cNvPr id="43012" name="TextBox 5"/>
          <p:cNvSpPr txBox="1">
            <a:spLocks noChangeArrowheads="1"/>
          </p:cNvSpPr>
          <p:nvPr/>
        </p:nvSpPr>
        <p:spPr bwMode="auto">
          <a:xfrm>
            <a:off x="357188" y="1143000"/>
            <a:ext cx="76438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latin typeface="Calibri" panose="020F0502020204030204" pitchFamily="34" charset="0"/>
              </a:rPr>
              <a:t>2.1 </a:t>
            </a:r>
            <a:r>
              <a:rPr lang="zh-CN" altLang="en-US" sz="2800" b="1">
                <a:latin typeface="Calibri" panose="020F0502020204030204" pitchFamily="34" charset="0"/>
              </a:rPr>
              <a:t>波动的基本特征 平面简谐波的波函数</a:t>
            </a:r>
          </a:p>
        </p:txBody>
      </p:sp>
      <p:sp>
        <p:nvSpPr>
          <p:cNvPr id="43013" name="TextBox 6"/>
          <p:cNvSpPr txBox="1">
            <a:spLocks noChangeArrowheads="1"/>
          </p:cNvSpPr>
          <p:nvPr/>
        </p:nvSpPr>
        <p:spPr bwMode="auto">
          <a:xfrm>
            <a:off x="571500" y="1905000"/>
            <a:ext cx="48736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波的产生与传播（一般理解）</a:t>
            </a:r>
          </a:p>
        </p:txBody>
      </p:sp>
      <p:sp>
        <p:nvSpPr>
          <p:cNvPr id="43014" name="TextBox 7"/>
          <p:cNvSpPr txBox="1">
            <a:spLocks noChangeArrowheads="1"/>
          </p:cNvSpPr>
          <p:nvPr/>
        </p:nvSpPr>
        <p:spPr bwMode="auto">
          <a:xfrm>
            <a:off x="571500" y="2690813"/>
            <a:ext cx="41513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横波与纵波（一般理解）</a:t>
            </a:r>
          </a:p>
        </p:txBody>
      </p:sp>
      <p:sp>
        <p:nvSpPr>
          <p:cNvPr id="43015" name="TextBox 8"/>
          <p:cNvSpPr txBox="1">
            <a:spLocks noChangeArrowheads="1"/>
          </p:cNvSpPr>
          <p:nvPr/>
        </p:nvSpPr>
        <p:spPr bwMode="auto">
          <a:xfrm>
            <a:off x="571500" y="3476625"/>
            <a:ext cx="45132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波的几何描述（一般理解）</a:t>
            </a:r>
          </a:p>
        </p:txBody>
      </p:sp>
      <p:sp>
        <p:nvSpPr>
          <p:cNvPr id="43016" name="TextBox 9"/>
          <p:cNvSpPr txBox="1">
            <a:spLocks noChangeArrowheads="1"/>
          </p:cNvSpPr>
          <p:nvPr/>
        </p:nvSpPr>
        <p:spPr bwMode="auto">
          <a:xfrm>
            <a:off x="571500" y="4333875"/>
            <a:ext cx="19875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波的特征量</a:t>
            </a:r>
          </a:p>
        </p:txBody>
      </p:sp>
      <p:sp>
        <p:nvSpPr>
          <p:cNvPr id="43017" name="TextBox 10"/>
          <p:cNvSpPr txBox="1">
            <a:spLocks noChangeArrowheads="1"/>
          </p:cNvSpPr>
          <p:nvPr/>
        </p:nvSpPr>
        <p:spPr bwMode="auto">
          <a:xfrm>
            <a:off x="857250" y="4857750"/>
            <a:ext cx="81200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波长、波数、角波数；周期、频率、角频率；波速</a:t>
            </a:r>
          </a:p>
        </p:txBody>
      </p:sp>
      <p:graphicFrame>
        <p:nvGraphicFramePr>
          <p:cNvPr id="12386" name="Object 98"/>
          <p:cNvGraphicFramePr>
            <a:graphicFrameLocks noChangeAspect="1"/>
          </p:cNvGraphicFramePr>
          <p:nvPr/>
        </p:nvGraphicFramePr>
        <p:xfrm>
          <a:off x="3071813" y="5357813"/>
          <a:ext cx="2444750" cy="466725"/>
        </p:xfrm>
        <a:graphic>
          <a:graphicData uri="http://schemas.openxmlformats.org/presentationml/2006/ole">
            <mc:AlternateContent xmlns:mc="http://schemas.openxmlformats.org/markup-compatibility/2006">
              <mc:Choice xmlns:v="urn:schemas-microsoft-com:vml" Requires="v">
                <p:oleObj spid="_x0000_s43030" name="Equation" r:id="rId4" imgW="927000" imgH="177480" progId="Equation.DSMT4">
                  <p:embed/>
                </p:oleObj>
              </mc:Choice>
              <mc:Fallback>
                <p:oleObj name="Equation" r:id="rId4" imgW="927000" imgH="177480" progId="Equation.DSMT4">
                  <p:embed/>
                  <p:pic>
                    <p:nvPicPr>
                      <p:cNvPr id="0" name="Object 98"/>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71813" y="5357813"/>
                        <a:ext cx="2444750" cy="466725"/>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3018" name="TextBox 13"/>
          <p:cNvSpPr txBox="1">
            <a:spLocks noChangeArrowheads="1"/>
          </p:cNvSpPr>
          <p:nvPr/>
        </p:nvSpPr>
        <p:spPr bwMode="auto">
          <a:xfrm>
            <a:off x="571500" y="6143625"/>
            <a:ext cx="57578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惠更斯原理  波的衍射（一般理解）</a:t>
            </a:r>
          </a:p>
        </p:txBody>
      </p:sp>
    </p:spTree>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6" name="TextBox 3"/>
          <p:cNvSpPr txBox="1">
            <a:spLocks noChangeArrowheads="1"/>
          </p:cNvSpPr>
          <p:nvPr/>
        </p:nvSpPr>
        <p:spPr bwMode="auto">
          <a:xfrm>
            <a:off x="571500" y="500063"/>
            <a:ext cx="1266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简谐波</a:t>
            </a:r>
          </a:p>
        </p:txBody>
      </p:sp>
      <p:sp>
        <p:nvSpPr>
          <p:cNvPr id="44037" name="TextBox 4"/>
          <p:cNvSpPr txBox="1">
            <a:spLocks noChangeArrowheads="1"/>
          </p:cNvSpPr>
          <p:nvPr/>
        </p:nvSpPr>
        <p:spPr bwMode="auto">
          <a:xfrm>
            <a:off x="571500" y="1262063"/>
            <a:ext cx="34305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平面简谐波的波函数</a:t>
            </a:r>
          </a:p>
        </p:txBody>
      </p:sp>
      <p:graphicFrame>
        <p:nvGraphicFramePr>
          <p:cNvPr id="19680" name="Object 224"/>
          <p:cNvGraphicFramePr>
            <a:graphicFrameLocks noChangeAspect="1"/>
          </p:cNvGraphicFramePr>
          <p:nvPr/>
        </p:nvGraphicFramePr>
        <p:xfrm>
          <a:off x="4286250" y="1000125"/>
          <a:ext cx="4298950" cy="981075"/>
        </p:xfrm>
        <a:graphic>
          <a:graphicData uri="http://schemas.openxmlformats.org/presentationml/2006/ole">
            <mc:AlternateContent xmlns:mc="http://schemas.openxmlformats.org/markup-compatibility/2006">
              <mc:Choice xmlns:v="urn:schemas-microsoft-com:vml" Requires="v">
                <p:oleObj spid="_x0000_s44063" name="Equation" r:id="rId3" imgW="1777680" imgH="406080" progId="Equation.DSMT4">
                  <p:embed/>
                </p:oleObj>
              </mc:Choice>
              <mc:Fallback>
                <p:oleObj name="Equation" r:id="rId3" imgW="1777680" imgH="406080" progId="Equation.DSMT4">
                  <p:embed/>
                  <p:pic>
                    <p:nvPicPr>
                      <p:cNvPr id="0" name="Object 22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86250" y="1000125"/>
                        <a:ext cx="4298950" cy="981075"/>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4038" name="TextBox 7"/>
          <p:cNvSpPr txBox="1">
            <a:spLocks noChangeArrowheads="1"/>
          </p:cNvSpPr>
          <p:nvPr/>
        </p:nvSpPr>
        <p:spPr bwMode="auto">
          <a:xfrm>
            <a:off x="571500" y="6072188"/>
            <a:ext cx="37909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波动方程（一般理解）</a:t>
            </a:r>
          </a:p>
        </p:txBody>
      </p:sp>
      <p:sp>
        <p:nvSpPr>
          <p:cNvPr id="44039" name="Text Box 5"/>
          <p:cNvSpPr txBox="1">
            <a:spLocks noChangeArrowheads="1"/>
          </p:cNvSpPr>
          <p:nvPr/>
        </p:nvSpPr>
        <p:spPr bwMode="auto">
          <a:xfrm>
            <a:off x="1162050" y="1836738"/>
            <a:ext cx="6553200" cy="1385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solidFill>
                  <a:schemeClr val="accent2"/>
                </a:solidFill>
              </a:rPr>
              <a:t>1.</a:t>
            </a:r>
            <a:r>
              <a:rPr lang="zh-CN" altLang="en-US" sz="2800" b="1"/>
              <a:t>己知</a:t>
            </a:r>
            <a:r>
              <a:rPr lang="zh-CN" altLang="en-US" sz="2800" b="1">
                <a:solidFill>
                  <a:schemeClr val="accent2"/>
                </a:solidFill>
              </a:rPr>
              <a:t>波函数  </a:t>
            </a:r>
            <a:r>
              <a:rPr lang="en-US" altLang="zh-CN" sz="2800" b="1"/>
              <a:t>1)</a:t>
            </a:r>
            <a:r>
              <a:rPr lang="zh-CN" altLang="en-US" sz="2800" b="1"/>
              <a:t>求</a:t>
            </a:r>
            <a:r>
              <a:rPr lang="en-US" altLang="zh-CN" sz="2800" b="1"/>
              <a:t>: </a:t>
            </a:r>
            <a:r>
              <a:rPr lang="en-US" altLang="zh-CN" sz="2800" b="1" i="1"/>
              <a:t>A</a:t>
            </a:r>
            <a:r>
              <a:rPr lang="zh-CN" altLang="en-US" sz="2800" b="1"/>
              <a:t>、</a:t>
            </a:r>
            <a:r>
              <a:rPr lang="zh-CN" altLang="en-US" sz="2800" b="1" i="1">
                <a:cs typeface="Times New Roman" panose="02020603050405020304" pitchFamily="18" charset="0"/>
                <a:sym typeface="Symbol" panose="05050102010706020507" pitchFamily="18" charset="2"/>
              </a:rPr>
              <a:t></a:t>
            </a:r>
            <a:r>
              <a:rPr lang="zh-CN" altLang="en-US" sz="2800" b="1">
                <a:cs typeface="Times New Roman" panose="02020603050405020304" pitchFamily="18" charset="0"/>
              </a:rPr>
              <a:t>、</a:t>
            </a:r>
            <a:r>
              <a:rPr lang="zh-CN" altLang="en-US" sz="2800" b="1" i="1">
                <a:cs typeface="Times New Roman" panose="02020603050405020304" pitchFamily="18" charset="0"/>
                <a:sym typeface="Symbol" panose="05050102010706020507" pitchFamily="18" charset="2"/>
              </a:rPr>
              <a:t></a:t>
            </a:r>
            <a:r>
              <a:rPr lang="zh-CN" altLang="en-US" sz="2800" b="1">
                <a:cs typeface="Times New Roman" panose="02020603050405020304" pitchFamily="18" charset="0"/>
              </a:rPr>
              <a:t>、</a:t>
            </a:r>
            <a:r>
              <a:rPr lang="en-US" altLang="zh-CN" sz="2800" b="1" i="1"/>
              <a:t>u</a:t>
            </a:r>
            <a:r>
              <a:rPr lang="en-US" altLang="zh-CN" sz="2800" b="1"/>
              <a:t>;</a:t>
            </a:r>
          </a:p>
          <a:p>
            <a:pPr eaLnBrk="1" hangingPunct="1"/>
            <a:r>
              <a:rPr lang="en-US" altLang="zh-CN" sz="2800" b="1"/>
              <a:t>                       2)</a:t>
            </a:r>
            <a:r>
              <a:rPr lang="zh-CN" altLang="zh-CN" sz="2800" b="1"/>
              <a:t>画任一时刻波形图</a:t>
            </a:r>
            <a:r>
              <a:rPr lang="en-US" altLang="zh-CN" sz="2800" b="1"/>
              <a:t>;</a:t>
            </a:r>
            <a:r>
              <a:rPr lang="zh-CN" altLang="zh-CN" sz="2800" b="1"/>
              <a:t> </a:t>
            </a:r>
            <a:endParaRPr lang="en-US" altLang="zh-CN" sz="2800" b="1"/>
          </a:p>
          <a:p>
            <a:pPr eaLnBrk="1" hangingPunct="1"/>
            <a:r>
              <a:rPr lang="en-US" altLang="zh-CN" sz="2800" b="1"/>
              <a:t>                       </a:t>
            </a:r>
            <a:r>
              <a:rPr lang="zh-CN" altLang="zh-CN" sz="2800" b="1"/>
              <a:t>3)画任一质</a:t>
            </a:r>
            <a:r>
              <a:rPr lang="zh-CN" altLang="en-US" sz="2800" b="1"/>
              <a:t>元</a:t>
            </a:r>
            <a:r>
              <a:rPr lang="zh-CN" altLang="zh-CN" sz="2800" b="1"/>
              <a:t>振动图</a:t>
            </a:r>
            <a:r>
              <a:rPr lang="zh-CN" altLang="en-US" sz="2800" b="1"/>
              <a:t>。      </a:t>
            </a:r>
          </a:p>
        </p:txBody>
      </p:sp>
      <p:sp>
        <p:nvSpPr>
          <p:cNvPr id="44040" name="Text Box 7"/>
          <p:cNvSpPr txBox="1">
            <a:spLocks noChangeArrowheads="1"/>
          </p:cNvSpPr>
          <p:nvPr/>
        </p:nvSpPr>
        <p:spPr bwMode="auto">
          <a:xfrm>
            <a:off x="1162050" y="3254375"/>
            <a:ext cx="76962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solidFill>
                  <a:schemeClr val="accent2"/>
                </a:solidFill>
              </a:rPr>
              <a:t>2.</a:t>
            </a:r>
            <a:r>
              <a:rPr lang="zh-CN" altLang="en-US" sz="2800" b="1"/>
              <a:t>己知</a:t>
            </a:r>
            <a:r>
              <a:rPr lang="zh-CN" altLang="en-US" sz="2800" b="1">
                <a:solidFill>
                  <a:schemeClr val="accent2"/>
                </a:solidFill>
              </a:rPr>
              <a:t>某时刻波形图</a:t>
            </a:r>
            <a:r>
              <a:rPr lang="zh-CN" altLang="en-US" sz="2800" b="1"/>
              <a:t>  </a:t>
            </a:r>
            <a:r>
              <a:rPr lang="en-US" altLang="zh-CN" sz="2800" b="1"/>
              <a:t>1)</a:t>
            </a:r>
            <a:r>
              <a:rPr lang="zh-CN" altLang="en-US" sz="2800" b="1"/>
              <a:t>能写出波函数</a:t>
            </a:r>
            <a:r>
              <a:rPr lang="en-US" altLang="zh-CN" sz="2800" b="1"/>
              <a:t>;</a:t>
            </a:r>
          </a:p>
          <a:p>
            <a:pPr eaLnBrk="1" hangingPunct="1"/>
            <a:r>
              <a:rPr lang="en-US" altLang="zh-CN" sz="2800" b="1"/>
              <a:t>                                  2)</a:t>
            </a:r>
            <a:r>
              <a:rPr lang="zh-CN" altLang="en-US" sz="2800" b="1"/>
              <a:t>画出另一时刻波形图。</a:t>
            </a:r>
          </a:p>
        </p:txBody>
      </p:sp>
      <p:sp>
        <p:nvSpPr>
          <p:cNvPr id="44041" name="Text Box 8"/>
          <p:cNvSpPr txBox="1">
            <a:spLocks noChangeArrowheads="1"/>
          </p:cNvSpPr>
          <p:nvPr/>
        </p:nvSpPr>
        <p:spPr bwMode="auto">
          <a:xfrm>
            <a:off x="1162050" y="4244975"/>
            <a:ext cx="76200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solidFill>
                  <a:schemeClr val="accent2"/>
                </a:solidFill>
              </a:rPr>
              <a:t>3.</a:t>
            </a:r>
            <a:r>
              <a:rPr lang="zh-CN" altLang="en-US" sz="2800" b="1"/>
              <a:t>己知</a:t>
            </a:r>
            <a:r>
              <a:rPr lang="zh-CN" altLang="en-US" sz="2800" b="1">
                <a:solidFill>
                  <a:schemeClr val="accent2"/>
                </a:solidFill>
              </a:rPr>
              <a:t>某质元振动图 </a:t>
            </a:r>
            <a:r>
              <a:rPr lang="zh-CN" altLang="en-US" sz="2800" b="1"/>
              <a:t> </a:t>
            </a:r>
            <a:r>
              <a:rPr lang="en-US" altLang="zh-CN" sz="2800" b="1"/>
              <a:t>1)</a:t>
            </a:r>
            <a:r>
              <a:rPr lang="zh-CN" altLang="en-US" sz="2800" b="1"/>
              <a:t>可写出该质元振动方程</a:t>
            </a:r>
            <a:r>
              <a:rPr lang="en-US" altLang="zh-CN" sz="2800" b="1"/>
              <a:t>;</a:t>
            </a:r>
          </a:p>
          <a:p>
            <a:pPr eaLnBrk="1" hangingPunct="1"/>
            <a:r>
              <a:rPr lang="en-US" altLang="zh-CN" sz="2800" b="1"/>
              <a:t>                                  2)</a:t>
            </a:r>
            <a:r>
              <a:rPr lang="zh-CN" altLang="en-US" sz="2800" b="1"/>
              <a:t>写出波函数。</a:t>
            </a:r>
          </a:p>
        </p:txBody>
      </p:sp>
      <p:sp>
        <p:nvSpPr>
          <p:cNvPr id="44042" name="Text Box 24"/>
          <p:cNvSpPr txBox="1">
            <a:spLocks noChangeArrowheads="1"/>
          </p:cNvSpPr>
          <p:nvPr/>
        </p:nvSpPr>
        <p:spPr bwMode="auto">
          <a:xfrm>
            <a:off x="1169988" y="5191125"/>
            <a:ext cx="2667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800" b="1">
                <a:solidFill>
                  <a:schemeClr val="accent2"/>
                </a:solidFill>
              </a:rPr>
              <a:t>4.</a:t>
            </a:r>
            <a:r>
              <a:rPr lang="zh-CN" altLang="en-US" sz="2800" b="1"/>
              <a:t>求相位差</a:t>
            </a:r>
          </a:p>
        </p:txBody>
      </p:sp>
      <p:graphicFrame>
        <p:nvGraphicFramePr>
          <p:cNvPr id="117765" name="Object 5"/>
          <p:cNvGraphicFramePr>
            <a:graphicFrameLocks noChangeAspect="1"/>
          </p:cNvGraphicFramePr>
          <p:nvPr/>
        </p:nvGraphicFramePr>
        <p:xfrm>
          <a:off x="4837113" y="5786438"/>
          <a:ext cx="1855787" cy="979487"/>
        </p:xfrm>
        <a:graphic>
          <a:graphicData uri="http://schemas.openxmlformats.org/presentationml/2006/ole">
            <mc:AlternateContent xmlns:mc="http://schemas.openxmlformats.org/markup-compatibility/2006">
              <mc:Choice xmlns:v="urn:schemas-microsoft-com:vml" Requires="v">
                <p:oleObj spid="_x0000_s44064" name="Equation" r:id="rId5" imgW="863280" imgH="419040" progId="Equation.DSMT4">
                  <p:embed/>
                </p:oleObj>
              </mc:Choice>
              <mc:Fallback>
                <p:oleObj name="Equation" r:id="rId5" imgW="863280" imgH="419040" progId="Equation.DSMT4">
                  <p:embed/>
                  <p:pic>
                    <p:nvPicPr>
                      <p:cNvPr id="0" name="Object 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837113" y="5786438"/>
                        <a:ext cx="1855787" cy="9794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extBox 3"/>
          <p:cNvSpPr txBox="1">
            <a:spLocks noChangeArrowheads="1"/>
          </p:cNvSpPr>
          <p:nvPr/>
        </p:nvSpPr>
        <p:spPr bwMode="auto">
          <a:xfrm>
            <a:off x="357188" y="357188"/>
            <a:ext cx="76438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latin typeface="Calibri" panose="020F0502020204030204" pitchFamily="34" charset="0"/>
              </a:rPr>
              <a:t>2.2 </a:t>
            </a:r>
            <a:r>
              <a:rPr lang="zh-CN" altLang="en-US" sz="2800" b="1">
                <a:latin typeface="Calibri" panose="020F0502020204030204" pitchFamily="34" charset="0"/>
              </a:rPr>
              <a:t>波的能量</a:t>
            </a:r>
          </a:p>
        </p:txBody>
      </p:sp>
      <p:sp>
        <p:nvSpPr>
          <p:cNvPr id="61443" name="TextBox 4"/>
          <p:cNvSpPr txBox="1">
            <a:spLocks noChangeArrowheads="1"/>
          </p:cNvSpPr>
          <p:nvPr/>
        </p:nvSpPr>
        <p:spPr bwMode="auto">
          <a:xfrm>
            <a:off x="571500" y="1071563"/>
            <a:ext cx="52339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波的能量传播特征（一般理解）</a:t>
            </a:r>
          </a:p>
        </p:txBody>
      </p:sp>
      <p:sp>
        <p:nvSpPr>
          <p:cNvPr id="61444" name="TextBox 5"/>
          <p:cNvSpPr txBox="1">
            <a:spLocks noChangeArrowheads="1"/>
          </p:cNvSpPr>
          <p:nvPr/>
        </p:nvSpPr>
        <p:spPr bwMode="auto">
          <a:xfrm>
            <a:off x="571500" y="1785938"/>
            <a:ext cx="55943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波的能流与能流密度（一般理解）</a:t>
            </a:r>
          </a:p>
        </p:txBody>
      </p:sp>
      <p:sp>
        <p:nvSpPr>
          <p:cNvPr id="61445" name="TextBox 6"/>
          <p:cNvSpPr txBox="1">
            <a:spLocks noChangeArrowheads="1"/>
          </p:cNvSpPr>
          <p:nvPr/>
        </p:nvSpPr>
        <p:spPr bwMode="auto">
          <a:xfrm>
            <a:off x="357188" y="2690813"/>
            <a:ext cx="76438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latin typeface="Calibri" panose="020F0502020204030204" pitchFamily="34" charset="0"/>
              </a:rPr>
              <a:t>2.3 </a:t>
            </a:r>
            <a:r>
              <a:rPr lang="zh-CN" altLang="en-US" sz="2800" b="1">
                <a:latin typeface="Calibri" panose="020F0502020204030204" pitchFamily="34" charset="0"/>
              </a:rPr>
              <a:t>波的叠加</a:t>
            </a:r>
          </a:p>
        </p:txBody>
      </p:sp>
      <p:sp>
        <p:nvSpPr>
          <p:cNvPr id="61446" name="TextBox 7"/>
          <p:cNvSpPr txBox="1">
            <a:spLocks noChangeArrowheads="1"/>
          </p:cNvSpPr>
          <p:nvPr/>
        </p:nvSpPr>
        <p:spPr bwMode="auto">
          <a:xfrm>
            <a:off x="571500" y="3548063"/>
            <a:ext cx="23479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波的叠加原理</a:t>
            </a:r>
          </a:p>
        </p:txBody>
      </p:sp>
      <p:sp>
        <p:nvSpPr>
          <p:cNvPr id="61447" name="TextBox 8"/>
          <p:cNvSpPr txBox="1">
            <a:spLocks noChangeArrowheads="1"/>
          </p:cNvSpPr>
          <p:nvPr/>
        </p:nvSpPr>
        <p:spPr bwMode="auto">
          <a:xfrm>
            <a:off x="571500" y="4476750"/>
            <a:ext cx="16271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波的干涉</a:t>
            </a:r>
          </a:p>
        </p:txBody>
      </p:sp>
      <p:sp>
        <p:nvSpPr>
          <p:cNvPr id="61448" name="TextBox 9"/>
          <p:cNvSpPr txBox="1">
            <a:spLocks noChangeArrowheads="1"/>
          </p:cNvSpPr>
          <p:nvPr/>
        </p:nvSpPr>
        <p:spPr bwMode="auto">
          <a:xfrm>
            <a:off x="2587625" y="4476750"/>
            <a:ext cx="16271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干涉条件</a:t>
            </a:r>
          </a:p>
        </p:txBody>
      </p:sp>
      <p:pic>
        <p:nvPicPr>
          <p:cNvPr id="61449" name="Picture 249" descr="图片1"/>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4143375" y="4216400"/>
            <a:ext cx="438150" cy="107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1450" name="Text Box 82"/>
          <p:cNvSpPr txBox="1">
            <a:spLocks noChangeArrowheads="1"/>
          </p:cNvSpPr>
          <p:nvPr/>
        </p:nvSpPr>
        <p:spPr bwMode="auto">
          <a:xfrm>
            <a:off x="4400550" y="4000500"/>
            <a:ext cx="2622550"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t>频率相同</a:t>
            </a:r>
          </a:p>
          <a:p>
            <a:pPr eaLnBrk="1" hangingPunct="1"/>
            <a:r>
              <a:rPr lang="zh-CN" altLang="en-US" sz="2800" b="1"/>
              <a:t>振动方向平行</a:t>
            </a:r>
          </a:p>
          <a:p>
            <a:pPr eaLnBrk="1" hangingPunct="1"/>
            <a:r>
              <a:rPr lang="zh-CN" altLang="en-US" sz="2800" b="1"/>
              <a:t>相位差恒定</a:t>
            </a:r>
          </a:p>
        </p:txBody>
      </p:sp>
      <p:sp>
        <p:nvSpPr>
          <p:cNvPr id="61451" name="TextBox 12"/>
          <p:cNvSpPr txBox="1">
            <a:spLocks noChangeArrowheads="1"/>
          </p:cNvSpPr>
          <p:nvPr/>
        </p:nvSpPr>
        <p:spPr bwMode="auto">
          <a:xfrm>
            <a:off x="7072313" y="4260850"/>
            <a:ext cx="198755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相长、相消</a:t>
            </a:r>
            <a:endParaRPr lang="en-US" altLang="zh-CN" sz="2800" b="1">
              <a:latin typeface="Calibri" panose="020F0502020204030204" pitchFamily="34" charset="0"/>
            </a:endParaRPr>
          </a:p>
          <a:p>
            <a:pPr eaLnBrk="1" hangingPunct="1"/>
            <a:r>
              <a:rPr lang="en-US" altLang="zh-CN" sz="2800" b="1">
                <a:latin typeface="Calibri" panose="020F0502020204030204" pitchFamily="34" charset="0"/>
              </a:rPr>
              <a:t>     </a:t>
            </a:r>
            <a:r>
              <a:rPr lang="zh-CN" altLang="en-US" sz="2800" b="1">
                <a:latin typeface="Calibri" panose="020F0502020204030204" pitchFamily="34" charset="0"/>
              </a:rPr>
              <a:t>相位差</a:t>
            </a:r>
          </a:p>
        </p:txBody>
      </p:sp>
      <p:sp>
        <p:nvSpPr>
          <p:cNvPr id="61452" name="TextBox 13"/>
          <p:cNvSpPr txBox="1">
            <a:spLocks noChangeArrowheads="1"/>
          </p:cNvSpPr>
          <p:nvPr/>
        </p:nvSpPr>
        <p:spPr bwMode="auto">
          <a:xfrm>
            <a:off x="571500" y="5476875"/>
            <a:ext cx="66770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驻波，半波损失，简正模式（一般理解）</a:t>
            </a:r>
          </a:p>
        </p:txBody>
      </p:sp>
      <p:sp>
        <p:nvSpPr>
          <p:cNvPr id="61453" name="TextBox 15"/>
          <p:cNvSpPr txBox="1">
            <a:spLocks noChangeArrowheads="1"/>
          </p:cNvSpPr>
          <p:nvPr/>
        </p:nvSpPr>
        <p:spPr bwMode="auto">
          <a:xfrm>
            <a:off x="357188" y="6262688"/>
            <a:ext cx="76438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latin typeface="Calibri" panose="020F0502020204030204" pitchFamily="34" charset="0"/>
              </a:rPr>
              <a:t>2.4 </a:t>
            </a:r>
            <a:r>
              <a:rPr lang="zh-CN" altLang="en-US" sz="2800" b="1">
                <a:latin typeface="Calibri" panose="020F0502020204030204" pitchFamily="34" charset="0"/>
              </a:rPr>
              <a:t>多普勒效应（不要求）</a:t>
            </a:r>
          </a:p>
        </p:txBody>
      </p:sp>
    </p:spTree>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4" name="Text Box 2"/>
          <p:cNvSpPr txBox="1">
            <a:spLocks noChangeArrowheads="1"/>
          </p:cNvSpPr>
          <p:nvPr/>
        </p:nvSpPr>
        <p:spPr bwMode="auto">
          <a:xfrm>
            <a:off x="642938" y="214313"/>
            <a:ext cx="8001000"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med" len="lg"/>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lang="zh-CN" altLang="en-US" sz="2800" b="1"/>
              <a:t>    已知 </a:t>
            </a:r>
            <a:r>
              <a:rPr lang="en-US" altLang="zh-CN" sz="2800" b="1" i="1"/>
              <a:t>t</a:t>
            </a:r>
            <a:r>
              <a:rPr lang="en-US" altLang="zh-CN" sz="2800" b="1"/>
              <a:t> = 2 s </a:t>
            </a:r>
            <a:r>
              <a:rPr lang="zh-CN" altLang="en-US" sz="2800" b="1"/>
              <a:t>时一列简谐波的波形如图，求波函数及 </a:t>
            </a:r>
            <a:r>
              <a:rPr lang="en-US" altLang="zh-CN" sz="2800" b="1" i="1"/>
              <a:t>O</a:t>
            </a:r>
            <a:r>
              <a:rPr lang="en-US" altLang="zh-CN" sz="2800" b="1"/>
              <a:t> </a:t>
            </a:r>
            <a:r>
              <a:rPr lang="zh-CN" altLang="en-US" sz="2800" b="1"/>
              <a:t>点的振动函数。</a:t>
            </a:r>
          </a:p>
        </p:txBody>
      </p:sp>
      <p:sp>
        <p:nvSpPr>
          <p:cNvPr id="45065" name="Freeform 3"/>
          <p:cNvSpPr>
            <a:spLocks/>
          </p:cNvSpPr>
          <p:nvPr/>
        </p:nvSpPr>
        <p:spPr bwMode="auto">
          <a:xfrm>
            <a:off x="4287838" y="1776413"/>
            <a:ext cx="4591050" cy="1066800"/>
          </a:xfrm>
          <a:custGeom>
            <a:avLst/>
            <a:gdLst>
              <a:gd name="T0" fmla="*/ 2147483647 w 2892"/>
              <a:gd name="T1" fmla="*/ 2147483647 h 878"/>
              <a:gd name="T2" fmla="*/ 2147483647 w 2892"/>
              <a:gd name="T3" fmla="*/ 2147483647 h 878"/>
              <a:gd name="T4" fmla="*/ 2147483647 w 2892"/>
              <a:gd name="T5" fmla="*/ 2147483647 h 878"/>
              <a:gd name="T6" fmla="*/ 2147483647 w 2892"/>
              <a:gd name="T7" fmla="*/ 2147483647 h 878"/>
              <a:gd name="T8" fmla="*/ 2147483647 w 2892"/>
              <a:gd name="T9" fmla="*/ 2147483647 h 878"/>
              <a:gd name="T10" fmla="*/ 2147483647 w 2892"/>
              <a:gd name="T11" fmla="*/ 2147483647 h 878"/>
              <a:gd name="T12" fmla="*/ 2147483647 w 2892"/>
              <a:gd name="T13" fmla="*/ 2147483647 h 878"/>
              <a:gd name="T14" fmla="*/ 2147483647 w 2892"/>
              <a:gd name="T15" fmla="*/ 2147483647 h 878"/>
              <a:gd name="T16" fmla="*/ 2147483647 w 2892"/>
              <a:gd name="T17" fmla="*/ 0 h 878"/>
              <a:gd name="T18" fmla="*/ 2147483647 w 2892"/>
              <a:gd name="T19" fmla="*/ 2147483647 h 878"/>
              <a:gd name="T20" fmla="*/ 2147483647 w 2892"/>
              <a:gd name="T21" fmla="*/ 2147483647 h 878"/>
              <a:gd name="T22" fmla="*/ 2147483647 w 2892"/>
              <a:gd name="T23" fmla="*/ 2147483647 h 878"/>
              <a:gd name="T24" fmla="*/ 2147483647 w 2892"/>
              <a:gd name="T25" fmla="*/ 2147483647 h 878"/>
              <a:gd name="T26" fmla="*/ 2147483647 w 2892"/>
              <a:gd name="T27" fmla="*/ 2147483647 h 878"/>
              <a:gd name="T28" fmla="*/ 2147483647 w 2892"/>
              <a:gd name="T29" fmla="*/ 2147483647 h 878"/>
              <a:gd name="T30" fmla="*/ 2147483647 w 2892"/>
              <a:gd name="T31" fmla="*/ 2147483647 h 878"/>
              <a:gd name="T32" fmla="*/ 2147483647 w 2892"/>
              <a:gd name="T33" fmla="*/ 2147483647 h 878"/>
              <a:gd name="T34" fmla="*/ 2147483647 w 2892"/>
              <a:gd name="T35" fmla="*/ 2147483647 h 878"/>
              <a:gd name="T36" fmla="*/ 2147483647 w 2892"/>
              <a:gd name="T37" fmla="*/ 2147483647 h 878"/>
              <a:gd name="T38" fmla="*/ 2147483647 w 2892"/>
              <a:gd name="T39" fmla="*/ 2147483647 h 878"/>
              <a:gd name="T40" fmla="*/ 2147483647 w 2892"/>
              <a:gd name="T41" fmla="*/ 2147483647 h 878"/>
              <a:gd name="T42" fmla="*/ 0 w 2892"/>
              <a:gd name="T43" fmla="*/ 2147483647 h 878"/>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w 2892"/>
              <a:gd name="T67" fmla="*/ 0 h 878"/>
              <a:gd name="T68" fmla="*/ 2892 w 2892"/>
              <a:gd name="T69" fmla="*/ 878 h 878"/>
            </a:gdLst>
            <a:ahLst/>
            <a:cxnLst>
              <a:cxn ang="T44">
                <a:pos x="T0" y="T1"/>
              </a:cxn>
              <a:cxn ang="T45">
                <a:pos x="T2" y="T3"/>
              </a:cxn>
              <a:cxn ang="T46">
                <a:pos x="T4" y="T5"/>
              </a:cxn>
              <a:cxn ang="T47">
                <a:pos x="T6" y="T7"/>
              </a:cxn>
              <a:cxn ang="T48">
                <a:pos x="T8" y="T9"/>
              </a:cxn>
              <a:cxn ang="T49">
                <a:pos x="T10" y="T11"/>
              </a:cxn>
              <a:cxn ang="T50">
                <a:pos x="T12" y="T13"/>
              </a:cxn>
              <a:cxn ang="T51">
                <a:pos x="T14" y="T15"/>
              </a:cxn>
              <a:cxn ang="T52">
                <a:pos x="T16" y="T17"/>
              </a:cxn>
              <a:cxn ang="T53">
                <a:pos x="T18" y="T19"/>
              </a:cxn>
              <a:cxn ang="T54">
                <a:pos x="T20" y="T21"/>
              </a:cxn>
              <a:cxn ang="T55">
                <a:pos x="T22" y="T23"/>
              </a:cxn>
              <a:cxn ang="T56">
                <a:pos x="T24" y="T25"/>
              </a:cxn>
              <a:cxn ang="T57">
                <a:pos x="T26" y="T27"/>
              </a:cxn>
              <a:cxn ang="T58">
                <a:pos x="T28" y="T29"/>
              </a:cxn>
              <a:cxn ang="T59">
                <a:pos x="T30" y="T31"/>
              </a:cxn>
              <a:cxn ang="T60">
                <a:pos x="T32" y="T33"/>
              </a:cxn>
              <a:cxn ang="T61">
                <a:pos x="T34" y="T35"/>
              </a:cxn>
              <a:cxn ang="T62">
                <a:pos x="T36" y="T37"/>
              </a:cxn>
              <a:cxn ang="T63">
                <a:pos x="T38" y="T39"/>
              </a:cxn>
              <a:cxn ang="T64">
                <a:pos x="T40" y="T41"/>
              </a:cxn>
              <a:cxn ang="T65">
                <a:pos x="T42" y="T43"/>
              </a:cxn>
            </a:cxnLst>
            <a:rect l="T66" t="T67" r="T68" b="T69"/>
            <a:pathLst>
              <a:path w="2892" h="878">
                <a:moveTo>
                  <a:pt x="2892" y="4"/>
                </a:moveTo>
                <a:cubicBezTo>
                  <a:pt x="2868" y="25"/>
                  <a:pt x="2795" y="59"/>
                  <a:pt x="2749" y="130"/>
                </a:cubicBezTo>
                <a:cubicBezTo>
                  <a:pt x="2703" y="202"/>
                  <a:pt x="2660" y="333"/>
                  <a:pt x="2616" y="434"/>
                </a:cubicBezTo>
                <a:cubicBezTo>
                  <a:pt x="2571" y="536"/>
                  <a:pt x="2524" y="667"/>
                  <a:pt x="2478" y="738"/>
                </a:cubicBezTo>
                <a:cubicBezTo>
                  <a:pt x="2432" y="810"/>
                  <a:pt x="2385" y="863"/>
                  <a:pt x="2339" y="863"/>
                </a:cubicBezTo>
                <a:cubicBezTo>
                  <a:pt x="2293" y="863"/>
                  <a:pt x="2243" y="809"/>
                  <a:pt x="2197" y="738"/>
                </a:cubicBezTo>
                <a:cubicBezTo>
                  <a:pt x="2151" y="668"/>
                  <a:pt x="2108" y="537"/>
                  <a:pt x="2063" y="437"/>
                </a:cubicBezTo>
                <a:cubicBezTo>
                  <a:pt x="2019" y="337"/>
                  <a:pt x="1971" y="206"/>
                  <a:pt x="1925" y="134"/>
                </a:cubicBezTo>
                <a:cubicBezTo>
                  <a:pt x="1879" y="62"/>
                  <a:pt x="1834" y="0"/>
                  <a:pt x="1787" y="0"/>
                </a:cubicBezTo>
                <a:cubicBezTo>
                  <a:pt x="1740" y="0"/>
                  <a:pt x="1686" y="61"/>
                  <a:pt x="1640" y="133"/>
                </a:cubicBezTo>
                <a:cubicBezTo>
                  <a:pt x="1594" y="205"/>
                  <a:pt x="1557" y="330"/>
                  <a:pt x="1511" y="432"/>
                </a:cubicBezTo>
                <a:cubicBezTo>
                  <a:pt x="1465" y="533"/>
                  <a:pt x="1413" y="669"/>
                  <a:pt x="1367" y="742"/>
                </a:cubicBezTo>
                <a:cubicBezTo>
                  <a:pt x="1321" y="814"/>
                  <a:pt x="1281" y="864"/>
                  <a:pt x="1235" y="863"/>
                </a:cubicBezTo>
                <a:cubicBezTo>
                  <a:pt x="1189" y="862"/>
                  <a:pt x="1139" y="809"/>
                  <a:pt x="1092" y="738"/>
                </a:cubicBezTo>
                <a:cubicBezTo>
                  <a:pt x="1045" y="667"/>
                  <a:pt x="1000" y="537"/>
                  <a:pt x="954" y="436"/>
                </a:cubicBezTo>
                <a:cubicBezTo>
                  <a:pt x="908" y="335"/>
                  <a:pt x="861" y="202"/>
                  <a:pt x="815" y="130"/>
                </a:cubicBezTo>
                <a:cubicBezTo>
                  <a:pt x="769" y="58"/>
                  <a:pt x="722" y="5"/>
                  <a:pt x="677" y="5"/>
                </a:cubicBezTo>
                <a:cubicBezTo>
                  <a:pt x="632" y="5"/>
                  <a:pt x="589" y="58"/>
                  <a:pt x="544" y="130"/>
                </a:cubicBezTo>
                <a:cubicBezTo>
                  <a:pt x="499" y="202"/>
                  <a:pt x="453" y="331"/>
                  <a:pt x="408" y="436"/>
                </a:cubicBezTo>
                <a:cubicBezTo>
                  <a:pt x="363" y="541"/>
                  <a:pt x="322" y="687"/>
                  <a:pt x="276" y="760"/>
                </a:cubicBezTo>
                <a:cubicBezTo>
                  <a:pt x="230" y="833"/>
                  <a:pt x="175" y="878"/>
                  <a:pt x="129" y="877"/>
                </a:cubicBezTo>
                <a:cubicBezTo>
                  <a:pt x="83" y="876"/>
                  <a:pt x="27" y="780"/>
                  <a:pt x="0" y="754"/>
                </a:cubicBezTo>
              </a:path>
            </a:pathLst>
          </a:custGeom>
          <a:noFill/>
          <a:ln w="254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39" name="Line 5"/>
          <p:cNvSpPr>
            <a:spLocks noChangeShapeType="1"/>
          </p:cNvSpPr>
          <p:nvPr/>
        </p:nvSpPr>
        <p:spPr bwMode="auto">
          <a:xfrm>
            <a:off x="4335463" y="2309813"/>
            <a:ext cx="4724400" cy="0"/>
          </a:xfrm>
          <a:prstGeom prst="line">
            <a:avLst/>
          </a:prstGeom>
          <a:noFill/>
          <a:ln w="19050">
            <a:solidFill>
              <a:schemeClr val="tx1">
                <a:lumMod val="95000"/>
                <a:lumOff val="5000"/>
              </a:schemeClr>
            </a:solidFill>
            <a:round/>
            <a:headEnd/>
            <a:tailEnd type="triangle" w="med" len="lg"/>
          </a:ln>
        </p:spPr>
        <p:txBody>
          <a:bodyPr/>
          <a:lstStyle/>
          <a:p>
            <a:pPr>
              <a:defRPr/>
            </a:pPr>
            <a:endParaRPr lang="zh-CN" altLang="en-US">
              <a:latin typeface="Arial" charset="0"/>
              <a:ea typeface="宋体" charset="-122"/>
            </a:endParaRPr>
          </a:p>
        </p:txBody>
      </p:sp>
      <p:sp>
        <p:nvSpPr>
          <p:cNvPr id="45067" name="Text Box 6"/>
          <p:cNvSpPr txBox="1">
            <a:spLocks noChangeArrowheads="1"/>
          </p:cNvSpPr>
          <p:nvPr/>
        </p:nvSpPr>
        <p:spPr bwMode="auto">
          <a:xfrm>
            <a:off x="8450263" y="2316163"/>
            <a:ext cx="622300"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med" len="lg"/>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i="1"/>
              <a:t>x</a:t>
            </a:r>
            <a:r>
              <a:rPr lang="en-US" altLang="zh-CN" b="1"/>
              <a:t>(m)</a:t>
            </a:r>
          </a:p>
        </p:txBody>
      </p:sp>
      <p:grpSp>
        <p:nvGrpSpPr>
          <p:cNvPr id="45068" name="Group 7"/>
          <p:cNvGrpSpPr>
            <a:grpSpLocks/>
          </p:cNvGrpSpPr>
          <p:nvPr/>
        </p:nvGrpSpPr>
        <p:grpSpPr bwMode="auto">
          <a:xfrm>
            <a:off x="4306888" y="1519238"/>
            <a:ext cx="677862" cy="369887"/>
            <a:chOff x="2208" y="990"/>
            <a:chExt cx="427" cy="233"/>
          </a:xfrm>
        </p:grpSpPr>
        <p:sp>
          <p:nvSpPr>
            <p:cNvPr id="45089" name="Line 8"/>
            <p:cNvSpPr>
              <a:spLocks noChangeShapeType="1"/>
            </p:cNvSpPr>
            <p:nvPr/>
          </p:nvSpPr>
          <p:spPr bwMode="auto">
            <a:xfrm>
              <a:off x="2565" y="1152"/>
              <a:ext cx="70" cy="0"/>
            </a:xfrm>
            <a:prstGeom prst="line">
              <a:avLst/>
            </a:prstGeom>
            <a:noFill/>
            <a:ln w="19050">
              <a:solidFill>
                <a:schemeClr val="tx1"/>
              </a:solidFill>
              <a:round/>
              <a:headEnd/>
              <a:tailEnd type="none" w="med" len="lg"/>
            </a:ln>
            <a:extLst>
              <a:ext uri="{909E8E84-426E-40DD-AFC4-6F175D3DCCD1}">
                <a14:hiddenFill xmlns:a14="http://schemas.microsoft.com/office/drawing/2010/main">
                  <a:noFill/>
                </a14:hiddenFill>
              </a:ext>
            </a:extLst>
          </p:spPr>
          <p:txBody>
            <a:bodyPr/>
            <a:lstStyle/>
            <a:p>
              <a:endParaRPr lang="zh-CN" altLang="en-US"/>
            </a:p>
          </p:txBody>
        </p:sp>
        <p:sp>
          <p:nvSpPr>
            <p:cNvPr id="45090" name="Text Box 9"/>
            <p:cNvSpPr txBox="1">
              <a:spLocks noChangeArrowheads="1"/>
            </p:cNvSpPr>
            <p:nvPr/>
          </p:nvSpPr>
          <p:spPr bwMode="auto">
            <a:xfrm>
              <a:off x="2208" y="990"/>
              <a:ext cx="302"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med" len="lg"/>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0.5</a:t>
              </a:r>
            </a:p>
          </p:txBody>
        </p:sp>
      </p:grpSp>
      <p:grpSp>
        <p:nvGrpSpPr>
          <p:cNvPr id="45069" name="Group 10"/>
          <p:cNvGrpSpPr>
            <a:grpSpLocks/>
          </p:cNvGrpSpPr>
          <p:nvPr/>
        </p:nvGrpSpPr>
        <p:grpSpPr bwMode="auto">
          <a:xfrm>
            <a:off x="4886325" y="1166813"/>
            <a:ext cx="700088" cy="1752600"/>
            <a:chOff x="1835" y="816"/>
            <a:chExt cx="441" cy="1104"/>
          </a:xfrm>
        </p:grpSpPr>
        <p:sp>
          <p:nvSpPr>
            <p:cNvPr id="45086" name="Line 11"/>
            <p:cNvSpPr>
              <a:spLocks noChangeShapeType="1"/>
            </p:cNvSpPr>
            <p:nvPr/>
          </p:nvSpPr>
          <p:spPr bwMode="auto">
            <a:xfrm flipH="1" flipV="1">
              <a:off x="1866" y="912"/>
              <a:ext cx="0" cy="1008"/>
            </a:xfrm>
            <a:prstGeom prst="line">
              <a:avLst/>
            </a:prstGeom>
            <a:noFill/>
            <a:ln w="19050">
              <a:solidFill>
                <a:schemeClr val="tx1"/>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45087" name="Text Box 12"/>
            <p:cNvSpPr txBox="1">
              <a:spLocks noChangeArrowheads="1"/>
            </p:cNvSpPr>
            <p:nvPr/>
          </p:nvSpPr>
          <p:spPr bwMode="auto">
            <a:xfrm>
              <a:off x="1882" y="816"/>
              <a:ext cx="394"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med" len="lg"/>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i="1"/>
                <a:t>y</a:t>
              </a:r>
              <a:r>
                <a:rPr lang="en-US" altLang="zh-CN" b="1"/>
                <a:t>(m)</a:t>
              </a:r>
            </a:p>
          </p:txBody>
        </p:sp>
        <p:sp>
          <p:nvSpPr>
            <p:cNvPr id="45088" name="Text Box 13"/>
            <p:cNvSpPr txBox="1">
              <a:spLocks noChangeArrowheads="1"/>
            </p:cNvSpPr>
            <p:nvPr/>
          </p:nvSpPr>
          <p:spPr bwMode="auto">
            <a:xfrm>
              <a:off x="1835" y="1501"/>
              <a:ext cx="213"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med" len="lg"/>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i="1"/>
                <a:t>O</a:t>
              </a:r>
            </a:p>
          </p:txBody>
        </p:sp>
      </p:grpSp>
      <p:grpSp>
        <p:nvGrpSpPr>
          <p:cNvPr id="45070" name="Group 14"/>
          <p:cNvGrpSpPr>
            <a:grpSpLocks/>
          </p:cNvGrpSpPr>
          <p:nvPr/>
        </p:nvGrpSpPr>
        <p:grpSpPr bwMode="auto">
          <a:xfrm>
            <a:off x="6440488" y="1249363"/>
            <a:ext cx="2232025" cy="369887"/>
            <a:chOff x="3552" y="820"/>
            <a:chExt cx="1406" cy="233"/>
          </a:xfrm>
        </p:grpSpPr>
        <p:sp>
          <p:nvSpPr>
            <p:cNvPr id="49" name="Line 15"/>
            <p:cNvSpPr>
              <a:spLocks noChangeShapeType="1"/>
            </p:cNvSpPr>
            <p:nvPr/>
          </p:nvSpPr>
          <p:spPr bwMode="auto">
            <a:xfrm flipH="1">
              <a:off x="3552" y="1008"/>
              <a:ext cx="624" cy="0"/>
            </a:xfrm>
            <a:prstGeom prst="line">
              <a:avLst/>
            </a:prstGeom>
            <a:noFill/>
            <a:ln w="19050">
              <a:solidFill>
                <a:schemeClr val="tx1"/>
              </a:solidFill>
              <a:round/>
              <a:headEnd/>
              <a:tailEnd type="triangle" w="med" len="lg"/>
            </a:ln>
          </p:spPr>
          <p:txBody>
            <a:bodyPr/>
            <a:lstStyle/>
            <a:p>
              <a:pPr>
                <a:defRPr/>
              </a:pPr>
              <a:endParaRPr lang="zh-CN" altLang="en-US">
                <a:ln>
                  <a:solidFill>
                    <a:sysClr val="windowText" lastClr="000000"/>
                  </a:solidFill>
                </a:ln>
                <a:latin typeface="Arial" charset="0"/>
                <a:ea typeface="宋体" charset="-122"/>
              </a:endParaRPr>
            </a:p>
          </p:txBody>
        </p:sp>
        <p:sp>
          <p:nvSpPr>
            <p:cNvPr id="45085" name="Text Box 16"/>
            <p:cNvSpPr txBox="1">
              <a:spLocks noChangeArrowheads="1"/>
            </p:cNvSpPr>
            <p:nvPr/>
          </p:nvSpPr>
          <p:spPr bwMode="auto">
            <a:xfrm>
              <a:off x="4157" y="820"/>
              <a:ext cx="801"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med" len="lg"/>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i="1"/>
                <a:t>u</a:t>
              </a:r>
              <a:r>
                <a:rPr lang="en-US" altLang="zh-CN" b="1"/>
                <a:t> = 0.5 m</a:t>
              </a:r>
              <a:r>
                <a:rPr lang="en-US" altLang="zh-CN" b="1">
                  <a:latin typeface="宋体" panose="02010600030101010101" pitchFamily="2" charset="-122"/>
                </a:rPr>
                <a:t>/</a:t>
              </a:r>
              <a:r>
                <a:rPr lang="en-US" altLang="zh-CN" b="1"/>
                <a:t>s</a:t>
              </a:r>
            </a:p>
          </p:txBody>
        </p:sp>
      </p:grpSp>
      <p:grpSp>
        <p:nvGrpSpPr>
          <p:cNvPr id="45071" name="Group 17"/>
          <p:cNvGrpSpPr>
            <a:grpSpLocks/>
          </p:cNvGrpSpPr>
          <p:nvPr/>
        </p:nvGrpSpPr>
        <p:grpSpPr bwMode="auto">
          <a:xfrm>
            <a:off x="5595938" y="2268538"/>
            <a:ext cx="2030412" cy="374650"/>
            <a:chOff x="3194" y="1483"/>
            <a:chExt cx="1279" cy="236"/>
          </a:xfrm>
        </p:grpSpPr>
        <p:sp>
          <p:nvSpPr>
            <p:cNvPr id="45081" name="Text Box 18"/>
            <p:cNvSpPr txBox="1">
              <a:spLocks noChangeArrowheads="1"/>
            </p:cNvSpPr>
            <p:nvPr/>
          </p:nvSpPr>
          <p:spPr bwMode="auto">
            <a:xfrm>
              <a:off x="3194" y="1483"/>
              <a:ext cx="19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med" len="lg"/>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1</a:t>
              </a:r>
            </a:p>
          </p:txBody>
        </p:sp>
        <p:sp>
          <p:nvSpPr>
            <p:cNvPr id="45082" name="Text Box 19"/>
            <p:cNvSpPr txBox="1">
              <a:spLocks noChangeArrowheads="1"/>
            </p:cNvSpPr>
            <p:nvPr/>
          </p:nvSpPr>
          <p:spPr bwMode="auto">
            <a:xfrm>
              <a:off x="3803" y="1486"/>
              <a:ext cx="19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med" len="lg"/>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2</a:t>
              </a:r>
            </a:p>
          </p:txBody>
        </p:sp>
        <p:sp>
          <p:nvSpPr>
            <p:cNvPr id="45083" name="Text Box 20"/>
            <p:cNvSpPr txBox="1">
              <a:spLocks noChangeArrowheads="1"/>
            </p:cNvSpPr>
            <p:nvPr/>
          </p:nvSpPr>
          <p:spPr bwMode="auto">
            <a:xfrm>
              <a:off x="4283" y="1483"/>
              <a:ext cx="190" cy="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med" len="lg"/>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3</a:t>
              </a:r>
            </a:p>
          </p:txBody>
        </p:sp>
      </p:grpSp>
      <p:sp>
        <p:nvSpPr>
          <p:cNvPr id="55" name="Text Box 21"/>
          <p:cNvSpPr txBox="1">
            <a:spLocks noChangeArrowheads="1"/>
          </p:cNvSpPr>
          <p:nvPr/>
        </p:nvSpPr>
        <p:spPr bwMode="auto">
          <a:xfrm>
            <a:off x="179388" y="1466850"/>
            <a:ext cx="34305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med" len="lg"/>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t>解：波函数标准方程</a:t>
            </a:r>
          </a:p>
        </p:txBody>
      </p:sp>
      <p:sp>
        <p:nvSpPr>
          <p:cNvPr id="57" name="Text Box 24"/>
          <p:cNvSpPr txBox="1">
            <a:spLocks noChangeArrowheads="1"/>
          </p:cNvSpPr>
          <p:nvPr/>
        </p:nvSpPr>
        <p:spPr bwMode="auto">
          <a:xfrm>
            <a:off x="928688" y="3619500"/>
            <a:ext cx="5461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med" len="lg"/>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t>由</a:t>
            </a:r>
          </a:p>
        </p:txBody>
      </p:sp>
      <p:sp>
        <p:nvSpPr>
          <p:cNvPr id="59" name="Text Box 26"/>
          <p:cNvSpPr txBox="1">
            <a:spLocks noChangeArrowheads="1"/>
          </p:cNvSpPr>
          <p:nvPr/>
        </p:nvSpPr>
        <p:spPr bwMode="auto">
          <a:xfrm>
            <a:off x="928688" y="4456113"/>
            <a:ext cx="5461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med" len="lg"/>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t>得</a:t>
            </a:r>
          </a:p>
        </p:txBody>
      </p:sp>
      <p:sp>
        <p:nvSpPr>
          <p:cNvPr id="61" name="Text Box 28"/>
          <p:cNvSpPr txBox="1">
            <a:spLocks noChangeArrowheads="1"/>
          </p:cNvSpPr>
          <p:nvPr/>
        </p:nvSpPr>
        <p:spPr bwMode="auto">
          <a:xfrm>
            <a:off x="4025900" y="4465638"/>
            <a:ext cx="5461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med" len="lg"/>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t>即</a:t>
            </a:r>
          </a:p>
        </p:txBody>
      </p:sp>
      <p:sp>
        <p:nvSpPr>
          <p:cNvPr id="63" name="Text Box 30"/>
          <p:cNvSpPr txBox="1">
            <a:spLocks noChangeArrowheads="1"/>
          </p:cNvSpPr>
          <p:nvPr/>
        </p:nvSpPr>
        <p:spPr bwMode="auto">
          <a:xfrm>
            <a:off x="1071563" y="5286375"/>
            <a:ext cx="23479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med" len="lg"/>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t>所以波函数为</a:t>
            </a:r>
          </a:p>
        </p:txBody>
      </p:sp>
      <p:sp>
        <p:nvSpPr>
          <p:cNvPr id="65" name="Text Box 32"/>
          <p:cNvSpPr txBox="1">
            <a:spLocks noChangeArrowheads="1"/>
          </p:cNvSpPr>
          <p:nvPr/>
        </p:nvSpPr>
        <p:spPr bwMode="auto">
          <a:xfrm>
            <a:off x="904875" y="6078538"/>
            <a:ext cx="30876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med" len="lg"/>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i="1"/>
              <a:t>O</a:t>
            </a:r>
            <a:r>
              <a:rPr lang="en-US" altLang="zh-CN" sz="2800" b="1"/>
              <a:t> </a:t>
            </a:r>
            <a:r>
              <a:rPr lang="zh-CN" altLang="en-US" sz="2800" b="1"/>
              <a:t>点的振动函数为</a:t>
            </a:r>
          </a:p>
        </p:txBody>
      </p:sp>
      <p:sp>
        <p:nvSpPr>
          <p:cNvPr id="45078" name="Line 35"/>
          <p:cNvSpPr>
            <a:spLocks noChangeShapeType="1"/>
          </p:cNvSpPr>
          <p:nvPr/>
        </p:nvSpPr>
        <p:spPr bwMode="auto">
          <a:xfrm>
            <a:off x="4954588" y="1773238"/>
            <a:ext cx="503237" cy="0"/>
          </a:xfrm>
          <a:prstGeom prst="line">
            <a:avLst/>
          </a:prstGeom>
          <a:noFill/>
          <a:ln w="19050">
            <a:solidFill>
              <a:schemeClr val="tx1"/>
            </a:solidFill>
            <a:prstDash val="sysDot"/>
            <a:round/>
            <a:headEnd/>
            <a:tailEnd/>
          </a:ln>
          <a:extLst>
            <a:ext uri="{909E8E84-426E-40DD-AFC4-6F175D3DCCD1}">
              <a14:hiddenFill xmlns:a14="http://schemas.microsoft.com/office/drawing/2010/main">
                <a:noFill/>
              </a14:hiddenFill>
            </a:ext>
          </a:extLst>
        </p:spPr>
        <p:txBody>
          <a:bodyPr wrap="none" anchor="ctr">
            <a:spAutoFit/>
          </a:bodyPr>
          <a:lstStyle/>
          <a:p>
            <a:endParaRPr lang="zh-CN" altLang="en-US"/>
          </a:p>
        </p:txBody>
      </p:sp>
      <p:sp>
        <p:nvSpPr>
          <p:cNvPr id="45079" name="文本框 199"/>
          <p:cNvSpPr txBox="1">
            <a:spLocks noChangeArrowheads="1"/>
          </p:cNvSpPr>
          <p:nvPr/>
        </p:nvSpPr>
        <p:spPr bwMode="auto">
          <a:xfrm>
            <a:off x="0" y="214313"/>
            <a:ext cx="12620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solidFill>
                  <a:srgbClr val="3333FF"/>
                </a:solidFill>
              </a:rPr>
              <a:t>【</a:t>
            </a:r>
            <a:r>
              <a:rPr lang="zh-CN" altLang="en-US" sz="2800" b="1">
                <a:solidFill>
                  <a:srgbClr val="3333FF"/>
                </a:solidFill>
              </a:rPr>
              <a:t>例</a:t>
            </a:r>
            <a:r>
              <a:rPr lang="en-US" altLang="zh-CN" sz="2800" b="1">
                <a:solidFill>
                  <a:srgbClr val="3333FF"/>
                </a:solidFill>
              </a:rPr>
              <a:t>】</a:t>
            </a:r>
          </a:p>
        </p:txBody>
      </p:sp>
      <p:sp>
        <p:nvSpPr>
          <p:cNvPr id="34" name="Text Box 24"/>
          <p:cNvSpPr txBox="1">
            <a:spLocks noChangeArrowheads="1"/>
          </p:cNvSpPr>
          <p:nvPr/>
        </p:nvSpPr>
        <p:spPr bwMode="auto">
          <a:xfrm>
            <a:off x="373063" y="3000375"/>
            <a:ext cx="32702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solidFill>
                  <a:srgbClr val="000000"/>
                </a:solidFill>
                <a:miter lim="800000"/>
                <a:headEnd/>
                <a:tailEnd type="none" w="med" len="lg"/>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t>由图可知，波长为</a:t>
            </a:r>
            <a:r>
              <a:rPr lang="en-US" altLang="zh-CN" sz="2800" b="1"/>
              <a:t>2</a:t>
            </a:r>
            <a:endParaRPr lang="zh-CN" altLang="en-US" sz="2800" b="1"/>
          </a:p>
        </p:txBody>
      </p:sp>
      <p:graphicFrame>
        <p:nvGraphicFramePr>
          <p:cNvPr id="36" name="Object 5"/>
          <p:cNvGraphicFramePr>
            <a:graphicFrameLocks noChangeAspect="1"/>
          </p:cNvGraphicFramePr>
          <p:nvPr/>
        </p:nvGraphicFramePr>
        <p:xfrm>
          <a:off x="207963" y="2058988"/>
          <a:ext cx="4078287" cy="941387"/>
        </p:xfrm>
        <a:graphic>
          <a:graphicData uri="http://schemas.openxmlformats.org/presentationml/2006/ole">
            <mc:AlternateContent xmlns:mc="http://schemas.openxmlformats.org/markup-compatibility/2006">
              <mc:Choice xmlns:v="urn:schemas-microsoft-com:vml" Requires="v">
                <p:oleObj spid="_x0000_s45157" name="Equation" r:id="rId4" imgW="1714320" imgH="431640" progId="Equation.DSMT4">
                  <p:embed/>
                </p:oleObj>
              </mc:Choice>
              <mc:Fallback>
                <p:oleObj name="Equation" r:id="rId4" imgW="1714320" imgH="43164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7963" y="2058988"/>
                        <a:ext cx="4078287" cy="941387"/>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93" name="Object 5"/>
          <p:cNvGraphicFramePr>
            <a:graphicFrameLocks noChangeAspect="1"/>
          </p:cNvGraphicFramePr>
          <p:nvPr/>
        </p:nvGraphicFramePr>
        <p:xfrm>
          <a:off x="1571625" y="3487738"/>
          <a:ext cx="7310438" cy="941387"/>
        </p:xfrm>
        <a:graphic>
          <a:graphicData uri="http://schemas.openxmlformats.org/presentationml/2006/ole">
            <mc:AlternateContent xmlns:mc="http://schemas.openxmlformats.org/markup-compatibility/2006">
              <mc:Choice xmlns:v="urn:schemas-microsoft-com:vml" Requires="v">
                <p:oleObj spid="_x0000_s45158" name="Equation" r:id="rId6" imgW="3073320" imgH="431640" progId="Equation.DSMT4">
                  <p:embed/>
                </p:oleObj>
              </mc:Choice>
              <mc:Fallback>
                <p:oleObj name="Equation" r:id="rId6" imgW="3073320" imgH="431640" progId="Equation.DSMT4">
                  <p:embed/>
                  <p:pic>
                    <p:nvPicPr>
                      <p:cNvPr id="0" name="Object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571625" y="3487738"/>
                        <a:ext cx="7310438" cy="941387"/>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94" name="Object 5"/>
          <p:cNvGraphicFramePr>
            <a:graphicFrameLocks noChangeAspect="1"/>
          </p:cNvGraphicFramePr>
          <p:nvPr/>
        </p:nvGraphicFramePr>
        <p:xfrm>
          <a:off x="1643063" y="4286250"/>
          <a:ext cx="2084387" cy="858838"/>
        </p:xfrm>
        <a:graphic>
          <a:graphicData uri="http://schemas.openxmlformats.org/presentationml/2006/ole">
            <mc:AlternateContent xmlns:mc="http://schemas.openxmlformats.org/markup-compatibility/2006">
              <mc:Choice xmlns:v="urn:schemas-microsoft-com:vml" Requires="v">
                <p:oleObj spid="_x0000_s45159" name="Equation" r:id="rId8" imgW="876240" imgH="393480" progId="Equation.DSMT4">
                  <p:embed/>
                </p:oleObj>
              </mc:Choice>
              <mc:Fallback>
                <p:oleObj name="Equation" r:id="rId8" imgW="876240" imgH="393480" progId="Equation.DSMT4">
                  <p:embed/>
                  <p:pic>
                    <p:nvPicPr>
                      <p:cNvPr id="0" name="Object 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643063" y="4286250"/>
                        <a:ext cx="2084387" cy="85883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95" name="Object 5"/>
          <p:cNvGraphicFramePr>
            <a:graphicFrameLocks noChangeAspect="1"/>
          </p:cNvGraphicFramePr>
          <p:nvPr/>
        </p:nvGraphicFramePr>
        <p:xfrm>
          <a:off x="4643438" y="4286250"/>
          <a:ext cx="1117600" cy="858838"/>
        </p:xfrm>
        <a:graphic>
          <a:graphicData uri="http://schemas.openxmlformats.org/presentationml/2006/ole">
            <mc:AlternateContent xmlns:mc="http://schemas.openxmlformats.org/markup-compatibility/2006">
              <mc:Choice xmlns:v="urn:schemas-microsoft-com:vml" Requires="v">
                <p:oleObj spid="_x0000_s45160" name="Equation" r:id="rId10" imgW="469800" imgH="393480" progId="Equation.DSMT4">
                  <p:embed/>
                </p:oleObj>
              </mc:Choice>
              <mc:Fallback>
                <p:oleObj name="Equation" r:id="rId10" imgW="469800" imgH="393480" progId="Equation.DSMT4">
                  <p:embed/>
                  <p:pic>
                    <p:nvPicPr>
                      <p:cNvPr id="0" name="Object 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643438" y="4286250"/>
                        <a:ext cx="1117600" cy="85883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96" name="Object 5"/>
          <p:cNvGraphicFramePr>
            <a:graphicFrameLocks noChangeAspect="1"/>
          </p:cNvGraphicFramePr>
          <p:nvPr/>
        </p:nvGraphicFramePr>
        <p:xfrm>
          <a:off x="3929063" y="5072063"/>
          <a:ext cx="3625850" cy="858837"/>
        </p:xfrm>
        <a:graphic>
          <a:graphicData uri="http://schemas.openxmlformats.org/presentationml/2006/ole">
            <mc:AlternateContent xmlns:mc="http://schemas.openxmlformats.org/markup-compatibility/2006">
              <mc:Choice xmlns:v="urn:schemas-microsoft-com:vml" Requires="v">
                <p:oleObj spid="_x0000_s45161" name="Equation" r:id="rId12" imgW="1523880" imgH="393480" progId="Equation.DSMT4">
                  <p:embed/>
                </p:oleObj>
              </mc:Choice>
              <mc:Fallback>
                <p:oleObj name="Equation" r:id="rId12" imgW="1523880" imgH="393480" progId="Equation.DSMT4">
                  <p:embed/>
                  <p:pic>
                    <p:nvPicPr>
                      <p:cNvPr id="0" name="Object 5"/>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3929063" y="5072063"/>
                        <a:ext cx="3625850" cy="858837"/>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097" name="Object 5"/>
          <p:cNvGraphicFramePr>
            <a:graphicFrameLocks noChangeAspect="1"/>
          </p:cNvGraphicFramePr>
          <p:nvPr/>
        </p:nvGraphicFramePr>
        <p:xfrm>
          <a:off x="4143375" y="5927725"/>
          <a:ext cx="3141663" cy="858838"/>
        </p:xfrm>
        <a:graphic>
          <a:graphicData uri="http://schemas.openxmlformats.org/presentationml/2006/ole">
            <mc:AlternateContent xmlns:mc="http://schemas.openxmlformats.org/markup-compatibility/2006">
              <mc:Choice xmlns:v="urn:schemas-microsoft-com:vml" Requires="v">
                <p:oleObj spid="_x0000_s45162" name="Equation" r:id="rId14" imgW="1320480" imgH="393480" progId="Equation.DSMT4">
                  <p:embed/>
                </p:oleObj>
              </mc:Choice>
              <mc:Fallback>
                <p:oleObj name="Equation" r:id="rId14" imgW="1320480" imgH="393480" progId="Equation.DSMT4">
                  <p:embed/>
                  <p:pic>
                    <p:nvPicPr>
                      <p:cNvPr id="0" name="Object 5"/>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143375" y="5927725"/>
                        <a:ext cx="3141663" cy="85883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blinds(horizontal)">
                                      <p:cBhvr>
                                        <p:cTn id="7" dur="500"/>
                                        <p:tgtEl>
                                          <p:spTgt spid="55"/>
                                        </p:tgtEl>
                                      </p:cBhvr>
                                    </p:animEffect>
                                  </p:childTnLst>
                                </p:cTn>
                              </p:par>
                              <p:par>
                                <p:cTn id="8" presetID="3" presetClass="entr" presetSubtype="10" fill="hold" nodeType="withEffect">
                                  <p:stCondLst>
                                    <p:cond delay="0"/>
                                  </p:stCondLst>
                                  <p:childTnLst>
                                    <p:set>
                                      <p:cBhvr>
                                        <p:cTn id="9" dur="1" fill="hold">
                                          <p:stCondLst>
                                            <p:cond delay="0"/>
                                          </p:stCondLst>
                                        </p:cTn>
                                        <p:tgtEl>
                                          <p:spTgt spid="36"/>
                                        </p:tgtEl>
                                        <p:attrNameLst>
                                          <p:attrName>style.visibility</p:attrName>
                                        </p:attrNameLst>
                                      </p:cBhvr>
                                      <p:to>
                                        <p:strVal val="visible"/>
                                      </p:to>
                                    </p:set>
                                    <p:animEffect transition="in" filter="blinds(horizontal)">
                                      <p:cBhvr>
                                        <p:cTn id="10" dur="500"/>
                                        <p:tgtEl>
                                          <p:spTgt spid="36"/>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34"/>
                                        </p:tgtEl>
                                        <p:attrNameLst>
                                          <p:attrName>style.visibility</p:attrName>
                                        </p:attrNameLst>
                                      </p:cBhvr>
                                      <p:to>
                                        <p:strVal val="visible"/>
                                      </p:to>
                                    </p:set>
                                    <p:animEffect transition="in" filter="blinds(horizontal)">
                                      <p:cBhvr>
                                        <p:cTn id="15" dur="500"/>
                                        <p:tgtEl>
                                          <p:spTgt spid="3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45093"/>
                                        </p:tgtEl>
                                        <p:attrNameLst>
                                          <p:attrName>style.visibility</p:attrName>
                                        </p:attrNameLst>
                                      </p:cBhvr>
                                      <p:to>
                                        <p:strVal val="visible"/>
                                      </p:to>
                                    </p:set>
                                    <p:animEffect transition="in" filter="blinds(horizontal)">
                                      <p:cBhvr>
                                        <p:cTn id="20" dur="500"/>
                                        <p:tgtEl>
                                          <p:spTgt spid="45093"/>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57"/>
                                        </p:tgtEl>
                                        <p:attrNameLst>
                                          <p:attrName>style.visibility</p:attrName>
                                        </p:attrNameLst>
                                      </p:cBhvr>
                                      <p:to>
                                        <p:strVal val="visible"/>
                                      </p:to>
                                    </p:set>
                                    <p:animEffect transition="in" filter="blinds(horizontal)">
                                      <p:cBhvr>
                                        <p:cTn id="23" dur="500"/>
                                        <p:tgtEl>
                                          <p:spTgt spid="57"/>
                                        </p:tgtEl>
                                      </p:cBhvr>
                                    </p:animEffect>
                                  </p:childTnLst>
                                </p:cTn>
                              </p:par>
                              <p:par>
                                <p:cTn id="24" presetID="3" presetClass="entr" presetSubtype="10" fill="hold" grpId="0" nodeType="withEffect">
                                  <p:stCondLst>
                                    <p:cond delay="0"/>
                                  </p:stCondLst>
                                  <p:childTnLst>
                                    <p:set>
                                      <p:cBhvr>
                                        <p:cTn id="25" dur="1" fill="hold">
                                          <p:stCondLst>
                                            <p:cond delay="0"/>
                                          </p:stCondLst>
                                        </p:cTn>
                                        <p:tgtEl>
                                          <p:spTgt spid="59"/>
                                        </p:tgtEl>
                                        <p:attrNameLst>
                                          <p:attrName>style.visibility</p:attrName>
                                        </p:attrNameLst>
                                      </p:cBhvr>
                                      <p:to>
                                        <p:strVal val="visible"/>
                                      </p:to>
                                    </p:set>
                                    <p:animEffect transition="in" filter="blinds(horizontal)">
                                      <p:cBhvr>
                                        <p:cTn id="26" dur="500"/>
                                        <p:tgtEl>
                                          <p:spTgt spid="59"/>
                                        </p:tgtEl>
                                      </p:cBhvr>
                                    </p:animEffect>
                                  </p:childTnLst>
                                </p:cTn>
                              </p:par>
                              <p:par>
                                <p:cTn id="27" presetID="3" presetClass="entr" presetSubtype="10" fill="hold" nodeType="withEffect">
                                  <p:stCondLst>
                                    <p:cond delay="0"/>
                                  </p:stCondLst>
                                  <p:childTnLst>
                                    <p:set>
                                      <p:cBhvr>
                                        <p:cTn id="28" dur="1" fill="hold">
                                          <p:stCondLst>
                                            <p:cond delay="0"/>
                                          </p:stCondLst>
                                        </p:cTn>
                                        <p:tgtEl>
                                          <p:spTgt spid="45094"/>
                                        </p:tgtEl>
                                        <p:attrNameLst>
                                          <p:attrName>style.visibility</p:attrName>
                                        </p:attrNameLst>
                                      </p:cBhvr>
                                      <p:to>
                                        <p:strVal val="visible"/>
                                      </p:to>
                                    </p:set>
                                    <p:animEffect transition="in" filter="blinds(horizontal)">
                                      <p:cBhvr>
                                        <p:cTn id="29" dur="500"/>
                                        <p:tgtEl>
                                          <p:spTgt spid="45094"/>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61"/>
                                        </p:tgtEl>
                                        <p:attrNameLst>
                                          <p:attrName>style.visibility</p:attrName>
                                        </p:attrNameLst>
                                      </p:cBhvr>
                                      <p:to>
                                        <p:strVal val="visible"/>
                                      </p:to>
                                    </p:set>
                                    <p:animEffect transition="in" filter="blinds(horizontal)">
                                      <p:cBhvr>
                                        <p:cTn id="32" dur="500"/>
                                        <p:tgtEl>
                                          <p:spTgt spid="61"/>
                                        </p:tgtEl>
                                      </p:cBhvr>
                                    </p:animEffect>
                                  </p:childTnLst>
                                </p:cTn>
                              </p:par>
                              <p:par>
                                <p:cTn id="33" presetID="3" presetClass="entr" presetSubtype="10" fill="hold" nodeType="withEffect">
                                  <p:stCondLst>
                                    <p:cond delay="0"/>
                                  </p:stCondLst>
                                  <p:childTnLst>
                                    <p:set>
                                      <p:cBhvr>
                                        <p:cTn id="34" dur="1" fill="hold">
                                          <p:stCondLst>
                                            <p:cond delay="0"/>
                                          </p:stCondLst>
                                        </p:cTn>
                                        <p:tgtEl>
                                          <p:spTgt spid="45095"/>
                                        </p:tgtEl>
                                        <p:attrNameLst>
                                          <p:attrName>style.visibility</p:attrName>
                                        </p:attrNameLst>
                                      </p:cBhvr>
                                      <p:to>
                                        <p:strVal val="visible"/>
                                      </p:to>
                                    </p:set>
                                    <p:animEffect transition="in" filter="blinds(horizontal)">
                                      <p:cBhvr>
                                        <p:cTn id="35" dur="500"/>
                                        <p:tgtEl>
                                          <p:spTgt spid="45095"/>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63"/>
                                        </p:tgtEl>
                                        <p:attrNameLst>
                                          <p:attrName>style.visibility</p:attrName>
                                        </p:attrNameLst>
                                      </p:cBhvr>
                                      <p:to>
                                        <p:strVal val="visible"/>
                                      </p:to>
                                    </p:set>
                                    <p:animEffect transition="in" filter="blinds(horizontal)">
                                      <p:cBhvr>
                                        <p:cTn id="40" dur="500"/>
                                        <p:tgtEl>
                                          <p:spTgt spid="63"/>
                                        </p:tgtEl>
                                      </p:cBhvr>
                                    </p:animEffect>
                                  </p:childTnLst>
                                </p:cTn>
                              </p:par>
                              <p:par>
                                <p:cTn id="41" presetID="3" presetClass="entr" presetSubtype="10" fill="hold" nodeType="withEffect">
                                  <p:stCondLst>
                                    <p:cond delay="0"/>
                                  </p:stCondLst>
                                  <p:childTnLst>
                                    <p:set>
                                      <p:cBhvr>
                                        <p:cTn id="42" dur="1" fill="hold">
                                          <p:stCondLst>
                                            <p:cond delay="0"/>
                                          </p:stCondLst>
                                        </p:cTn>
                                        <p:tgtEl>
                                          <p:spTgt spid="45096"/>
                                        </p:tgtEl>
                                        <p:attrNameLst>
                                          <p:attrName>style.visibility</p:attrName>
                                        </p:attrNameLst>
                                      </p:cBhvr>
                                      <p:to>
                                        <p:strVal val="visible"/>
                                      </p:to>
                                    </p:set>
                                    <p:animEffect transition="in" filter="blinds(horizontal)">
                                      <p:cBhvr>
                                        <p:cTn id="43" dur="500"/>
                                        <p:tgtEl>
                                          <p:spTgt spid="45096"/>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65"/>
                                        </p:tgtEl>
                                        <p:attrNameLst>
                                          <p:attrName>style.visibility</p:attrName>
                                        </p:attrNameLst>
                                      </p:cBhvr>
                                      <p:to>
                                        <p:strVal val="visible"/>
                                      </p:to>
                                    </p:set>
                                    <p:animEffect transition="in" filter="blinds(horizontal)">
                                      <p:cBhvr>
                                        <p:cTn id="46" dur="500"/>
                                        <p:tgtEl>
                                          <p:spTgt spid="65"/>
                                        </p:tgtEl>
                                      </p:cBhvr>
                                    </p:animEffect>
                                  </p:childTnLst>
                                </p:cTn>
                              </p:par>
                              <p:par>
                                <p:cTn id="47" presetID="3" presetClass="entr" presetSubtype="10" fill="hold" nodeType="withEffect">
                                  <p:stCondLst>
                                    <p:cond delay="0"/>
                                  </p:stCondLst>
                                  <p:childTnLst>
                                    <p:set>
                                      <p:cBhvr>
                                        <p:cTn id="48" dur="1" fill="hold">
                                          <p:stCondLst>
                                            <p:cond delay="0"/>
                                          </p:stCondLst>
                                        </p:cTn>
                                        <p:tgtEl>
                                          <p:spTgt spid="45097"/>
                                        </p:tgtEl>
                                        <p:attrNameLst>
                                          <p:attrName>style.visibility</p:attrName>
                                        </p:attrNameLst>
                                      </p:cBhvr>
                                      <p:to>
                                        <p:strVal val="visible"/>
                                      </p:to>
                                    </p:set>
                                    <p:animEffect transition="in" filter="blinds(horizontal)">
                                      <p:cBhvr>
                                        <p:cTn id="49" dur="500"/>
                                        <p:tgtEl>
                                          <p:spTgt spid="4509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5" grpId="0"/>
      <p:bldP spid="57" grpId="0"/>
      <p:bldP spid="59" grpId="0"/>
      <p:bldP spid="61" grpId="0"/>
      <p:bldP spid="63" grpId="0"/>
      <p:bldP spid="65" grpId="0"/>
      <p:bldP spid="34" grpId="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90" name="TextBox 3"/>
          <p:cNvSpPr txBox="1">
            <a:spLocks noChangeArrowheads="1"/>
          </p:cNvSpPr>
          <p:nvPr/>
        </p:nvSpPr>
        <p:spPr bwMode="auto">
          <a:xfrm>
            <a:off x="3071813" y="428625"/>
            <a:ext cx="26955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第</a:t>
            </a:r>
            <a:r>
              <a:rPr lang="en-US" altLang="zh-CN" sz="2800" b="1">
                <a:latin typeface="Calibri" panose="020F0502020204030204" pitchFamily="34" charset="0"/>
              </a:rPr>
              <a:t>4</a:t>
            </a:r>
            <a:r>
              <a:rPr lang="zh-CN" altLang="en-US" sz="2800" b="1">
                <a:latin typeface="Calibri" panose="020F0502020204030204" pitchFamily="34" charset="0"/>
              </a:rPr>
              <a:t>章  光的干涉</a:t>
            </a:r>
          </a:p>
        </p:txBody>
      </p:sp>
      <p:sp>
        <p:nvSpPr>
          <p:cNvPr id="46091" name="TextBox 4"/>
          <p:cNvSpPr txBox="1">
            <a:spLocks noChangeArrowheads="1"/>
          </p:cNvSpPr>
          <p:nvPr/>
        </p:nvSpPr>
        <p:spPr bwMode="auto">
          <a:xfrm>
            <a:off x="357188" y="1143000"/>
            <a:ext cx="76438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latin typeface="Calibri" panose="020F0502020204030204" pitchFamily="34" charset="0"/>
              </a:rPr>
              <a:t>4.1 </a:t>
            </a:r>
            <a:r>
              <a:rPr lang="zh-CN" altLang="en-US" sz="2800" b="1">
                <a:latin typeface="Calibri" panose="020F0502020204030204" pitchFamily="34" charset="0"/>
              </a:rPr>
              <a:t>光源的发光机制  光的相干性（一般理解）</a:t>
            </a:r>
          </a:p>
        </p:txBody>
      </p:sp>
      <p:sp>
        <p:nvSpPr>
          <p:cNvPr id="46092" name="TextBox 5"/>
          <p:cNvSpPr txBox="1">
            <a:spLocks noChangeArrowheads="1"/>
          </p:cNvSpPr>
          <p:nvPr/>
        </p:nvSpPr>
        <p:spPr bwMode="auto">
          <a:xfrm>
            <a:off x="357188" y="1762125"/>
            <a:ext cx="76438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latin typeface="Calibri" panose="020F0502020204030204" pitchFamily="34" charset="0"/>
              </a:rPr>
              <a:t>4.2 </a:t>
            </a:r>
            <a:r>
              <a:rPr lang="zh-CN" altLang="en-US" sz="2800" b="1">
                <a:latin typeface="Calibri" panose="020F0502020204030204" pitchFamily="34" charset="0"/>
              </a:rPr>
              <a:t>光程差</a:t>
            </a:r>
          </a:p>
        </p:txBody>
      </p:sp>
      <p:sp>
        <p:nvSpPr>
          <p:cNvPr id="8" name="Text Box 32"/>
          <p:cNvSpPr txBox="1">
            <a:spLocks noChangeArrowheads="1"/>
          </p:cNvSpPr>
          <p:nvPr/>
        </p:nvSpPr>
        <p:spPr bwMode="auto">
          <a:xfrm>
            <a:off x="2276475" y="1714500"/>
            <a:ext cx="4867275" cy="584200"/>
          </a:xfrm>
          <a:prstGeom prst="rect">
            <a:avLst/>
          </a:prstGeom>
          <a:noFill/>
          <a:ln w="9525">
            <a:noFill/>
            <a:miter lim="800000"/>
            <a:headEnd/>
            <a:tailEnd/>
          </a:ln>
        </p:spPr>
        <p:txBody>
          <a:bodyPr>
            <a:spAutoFit/>
          </a:bodyPr>
          <a:lstStyle/>
          <a:p>
            <a:pPr fontAlgn="auto">
              <a:spcBef>
                <a:spcPct val="50000"/>
              </a:spcBef>
              <a:spcAft>
                <a:spcPts val="0"/>
              </a:spcAft>
              <a:defRPr/>
            </a:pPr>
            <a:r>
              <a:rPr lang="en-US" altLang="zh-CN" sz="2800" b="1" i="1" kern="0" dirty="0">
                <a:latin typeface="Arial" charset="0"/>
                <a:ea typeface="宋体" charset="-122"/>
                <a:cs typeface="Times New Roman" pitchFamily="18" charset="0"/>
                <a:sym typeface="Symbol" pitchFamily="18" charset="2"/>
              </a:rPr>
              <a:t>  </a:t>
            </a:r>
            <a:r>
              <a:rPr lang="en-US" altLang="zh-CN" sz="2800" b="1" kern="0" dirty="0">
                <a:latin typeface="Arial" charset="0"/>
                <a:ea typeface="宋体" charset="-122"/>
              </a:rPr>
              <a:t>= </a:t>
            </a:r>
            <a:r>
              <a:rPr lang="en-US" altLang="zh-CN" sz="2800" b="1" i="1" kern="0" dirty="0">
                <a:latin typeface="Arial" charset="0"/>
                <a:ea typeface="宋体" charset="-122"/>
              </a:rPr>
              <a:t>n</a:t>
            </a:r>
            <a:r>
              <a:rPr lang="en-US" altLang="zh-CN" sz="2800" b="1" kern="0" baseline="-25000" dirty="0">
                <a:latin typeface="Arial" charset="0"/>
                <a:ea typeface="宋体" charset="-122"/>
              </a:rPr>
              <a:t>2</a:t>
            </a:r>
            <a:r>
              <a:rPr lang="en-US" altLang="zh-CN" sz="2800" b="1" i="1" kern="0" dirty="0">
                <a:latin typeface="Arial" charset="0"/>
                <a:ea typeface="宋体" charset="-122"/>
              </a:rPr>
              <a:t>r</a:t>
            </a:r>
            <a:r>
              <a:rPr lang="en-US" altLang="zh-CN" sz="2800" b="1" kern="0" baseline="-25000" dirty="0">
                <a:latin typeface="Arial" charset="0"/>
                <a:ea typeface="宋体" charset="-122"/>
              </a:rPr>
              <a:t>2 </a:t>
            </a:r>
            <a:r>
              <a:rPr lang="en-US" altLang="zh-CN" sz="3200" b="1" kern="0" dirty="0">
                <a:latin typeface="Arial" charset="0"/>
                <a:ea typeface="宋体" charset="-122"/>
              </a:rPr>
              <a:t>- </a:t>
            </a:r>
            <a:r>
              <a:rPr lang="en-US" altLang="zh-CN" sz="2800" b="1" i="1" kern="0" dirty="0">
                <a:latin typeface="Arial" charset="0"/>
                <a:ea typeface="宋体" charset="-122"/>
              </a:rPr>
              <a:t>n</a:t>
            </a:r>
            <a:r>
              <a:rPr lang="en-US" altLang="zh-CN" sz="2800" b="1" kern="0" baseline="-25000" dirty="0">
                <a:latin typeface="Arial" charset="0"/>
                <a:ea typeface="宋体" charset="-122"/>
              </a:rPr>
              <a:t>1</a:t>
            </a:r>
            <a:r>
              <a:rPr lang="en-US" altLang="zh-CN" sz="2800" b="1" i="1" kern="0" dirty="0">
                <a:latin typeface="Arial" charset="0"/>
                <a:ea typeface="宋体" charset="-122"/>
              </a:rPr>
              <a:t>r</a:t>
            </a:r>
            <a:r>
              <a:rPr lang="en-US" altLang="zh-CN" sz="2800" b="1" kern="0" baseline="-25000" dirty="0">
                <a:latin typeface="Arial" charset="0"/>
                <a:ea typeface="宋体" charset="-122"/>
              </a:rPr>
              <a:t>1</a:t>
            </a:r>
            <a:r>
              <a:rPr lang="zh-CN" altLang="zh-CN" sz="2800" b="1" kern="0" dirty="0">
                <a:latin typeface="Arial" charset="0"/>
                <a:ea typeface="宋体" charset="-122"/>
              </a:rPr>
              <a:t>称</a:t>
            </a:r>
            <a:r>
              <a:rPr lang="zh-CN" altLang="en-US" sz="2800" b="1" kern="0" dirty="0">
                <a:latin typeface="Arial" charset="0"/>
                <a:ea typeface="宋体" charset="-122"/>
              </a:rPr>
              <a:t>为</a:t>
            </a:r>
            <a:r>
              <a:rPr lang="zh-CN" altLang="en-US" sz="2800" b="1" kern="0" dirty="0">
                <a:latin typeface="+mn-ea"/>
                <a:ea typeface="+mn-ea"/>
              </a:rPr>
              <a:t>光程差</a:t>
            </a:r>
            <a:endParaRPr lang="en-US" altLang="zh-CN" sz="2800" b="1" kern="0" dirty="0">
              <a:latin typeface="+mn-ea"/>
              <a:ea typeface="+mn-ea"/>
            </a:endParaRPr>
          </a:p>
        </p:txBody>
      </p:sp>
      <p:sp>
        <p:nvSpPr>
          <p:cNvPr id="46094" name="TextBox 8"/>
          <p:cNvSpPr txBox="1">
            <a:spLocks noChangeArrowheads="1"/>
          </p:cNvSpPr>
          <p:nvPr/>
        </p:nvSpPr>
        <p:spPr bwMode="auto">
          <a:xfrm>
            <a:off x="1714500" y="2333625"/>
            <a:ext cx="48736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透镜的等光程性，额外光程差</a:t>
            </a:r>
          </a:p>
        </p:txBody>
      </p:sp>
      <p:sp>
        <p:nvSpPr>
          <p:cNvPr id="46095" name="TextBox 9"/>
          <p:cNvSpPr txBox="1">
            <a:spLocks noChangeArrowheads="1"/>
          </p:cNvSpPr>
          <p:nvPr/>
        </p:nvSpPr>
        <p:spPr bwMode="auto">
          <a:xfrm>
            <a:off x="357188" y="4333875"/>
            <a:ext cx="76438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latin typeface="Calibri" panose="020F0502020204030204" pitchFamily="34" charset="0"/>
              </a:rPr>
              <a:t>4.3 </a:t>
            </a:r>
            <a:r>
              <a:rPr lang="zh-CN" altLang="en-US" sz="2800" b="1">
                <a:latin typeface="Calibri" panose="020F0502020204030204" pitchFamily="34" charset="0"/>
              </a:rPr>
              <a:t>杨氏双缝干涉</a:t>
            </a:r>
          </a:p>
        </p:txBody>
      </p:sp>
      <p:grpSp>
        <p:nvGrpSpPr>
          <p:cNvPr id="46096" name="Group 60"/>
          <p:cNvGrpSpPr>
            <a:grpSpLocks/>
          </p:cNvGrpSpPr>
          <p:nvPr/>
        </p:nvGrpSpPr>
        <p:grpSpPr bwMode="auto">
          <a:xfrm>
            <a:off x="912813" y="4886325"/>
            <a:ext cx="7445375" cy="1685925"/>
            <a:chOff x="113" y="2654"/>
            <a:chExt cx="4690" cy="1062"/>
          </a:xfrm>
        </p:grpSpPr>
        <p:graphicFrame>
          <p:nvGraphicFramePr>
            <p:cNvPr id="46087" name="Object 5"/>
            <p:cNvGraphicFramePr>
              <a:graphicFrameLocks noChangeAspect="1"/>
            </p:cNvGraphicFramePr>
            <p:nvPr/>
          </p:nvGraphicFramePr>
          <p:xfrm>
            <a:off x="385" y="2654"/>
            <a:ext cx="1180" cy="558"/>
          </p:xfrm>
          <a:graphic>
            <a:graphicData uri="http://schemas.openxmlformats.org/presentationml/2006/ole">
              <mc:AlternateContent xmlns:mc="http://schemas.openxmlformats.org/markup-compatibility/2006">
                <mc:Choice xmlns:v="urn:schemas-microsoft-com:vml" Requires="v">
                  <p:oleObj spid="_x0000_s46190" name="Equation" r:id="rId4" imgW="787320" imgH="406080" progId="Equation.DSMT4">
                    <p:embed/>
                  </p:oleObj>
                </mc:Choice>
                <mc:Fallback>
                  <p:oleObj name="Equation" r:id="rId4" imgW="787320" imgH="406080" progId="Equation.DSMT4">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5" y="2654"/>
                          <a:ext cx="1180" cy="558"/>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100" name="Text Box 6"/>
            <p:cNvSpPr txBox="1">
              <a:spLocks noChangeArrowheads="1"/>
            </p:cNvSpPr>
            <p:nvPr/>
          </p:nvSpPr>
          <p:spPr bwMode="auto">
            <a:xfrm>
              <a:off x="2151" y="2672"/>
              <a:ext cx="2652"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i="1"/>
                <a:t>k</a:t>
              </a:r>
              <a:r>
                <a:rPr lang="zh-CN" altLang="en-US" sz="3600" b="1"/>
                <a:t>＝</a:t>
              </a:r>
              <a:r>
                <a:rPr lang="en-US" altLang="zh-CN" sz="2800" b="1"/>
                <a:t>0, 1, 2, ... </a:t>
              </a:r>
              <a:r>
                <a:rPr lang="zh-CN" altLang="zh-CN" sz="2800" b="1">
                  <a:solidFill>
                    <a:srgbClr val="FF0000"/>
                  </a:solidFill>
                </a:rPr>
                <a:t>明纹中心</a:t>
              </a:r>
              <a:endParaRPr lang="zh-CN" altLang="en-US" sz="2800" b="1">
                <a:solidFill>
                  <a:srgbClr val="FF0000"/>
                </a:solidFill>
              </a:endParaRPr>
            </a:p>
          </p:txBody>
        </p:sp>
        <p:graphicFrame>
          <p:nvGraphicFramePr>
            <p:cNvPr id="46088" name="Object 7"/>
            <p:cNvGraphicFramePr>
              <a:graphicFrameLocks noChangeAspect="1"/>
            </p:cNvGraphicFramePr>
            <p:nvPr/>
          </p:nvGraphicFramePr>
          <p:xfrm>
            <a:off x="385" y="3122"/>
            <a:ext cx="1633" cy="594"/>
          </p:xfrm>
          <a:graphic>
            <a:graphicData uri="http://schemas.openxmlformats.org/presentationml/2006/ole">
              <mc:AlternateContent xmlns:mc="http://schemas.openxmlformats.org/markup-compatibility/2006">
                <mc:Choice xmlns:v="urn:schemas-microsoft-com:vml" Requires="v">
                  <p:oleObj spid="_x0000_s46191" name="Equation" r:id="rId6" imgW="1168200" imgH="406080" progId="Equation.DSMT4">
                    <p:embed/>
                  </p:oleObj>
                </mc:Choice>
                <mc:Fallback>
                  <p:oleObj name="Equation" r:id="rId6" imgW="1168200" imgH="406080" progId="Equation.DSMT4">
                    <p:embed/>
                    <p:pic>
                      <p:nvPicPr>
                        <p:cNvPr id="0" name="Object 7"/>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85" y="3122"/>
                          <a:ext cx="1633" cy="594"/>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101" name="Text Box 8"/>
            <p:cNvSpPr txBox="1">
              <a:spLocks noChangeArrowheads="1"/>
            </p:cNvSpPr>
            <p:nvPr/>
          </p:nvSpPr>
          <p:spPr bwMode="auto">
            <a:xfrm>
              <a:off x="2154" y="3212"/>
              <a:ext cx="2514" cy="4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i="1"/>
                <a:t>k</a:t>
              </a:r>
              <a:r>
                <a:rPr lang="zh-CN" altLang="en-US" sz="3600" b="1"/>
                <a:t>＝</a:t>
              </a:r>
              <a:r>
                <a:rPr lang="en-US" altLang="zh-CN" sz="2800" b="1"/>
                <a:t>1, 2, 3, ... </a:t>
              </a:r>
              <a:r>
                <a:rPr lang="zh-CN" altLang="zh-CN" sz="2800" b="1">
                  <a:solidFill>
                    <a:srgbClr val="FF0000"/>
                  </a:solidFill>
                </a:rPr>
                <a:t>暗纹中心</a:t>
              </a:r>
              <a:endParaRPr lang="zh-CN" altLang="en-US" sz="2800" b="1">
                <a:solidFill>
                  <a:srgbClr val="FF0000"/>
                </a:solidFill>
              </a:endParaRPr>
            </a:p>
          </p:txBody>
        </p:sp>
        <p:graphicFrame>
          <p:nvGraphicFramePr>
            <p:cNvPr id="46089" name="Object 9"/>
            <p:cNvGraphicFramePr>
              <a:graphicFrameLocks noChangeAspect="1"/>
            </p:cNvGraphicFramePr>
            <p:nvPr/>
          </p:nvGraphicFramePr>
          <p:xfrm>
            <a:off x="113" y="2754"/>
            <a:ext cx="384" cy="953"/>
          </p:xfrm>
          <a:graphic>
            <a:graphicData uri="http://schemas.openxmlformats.org/presentationml/2006/ole">
              <mc:AlternateContent xmlns:mc="http://schemas.openxmlformats.org/markup-compatibility/2006">
                <mc:Choice xmlns:v="urn:schemas-microsoft-com:vml" Requires="v">
                  <p:oleObj spid="_x0000_s46192" name="Equation" r:id="rId8" imgW="164880" imgH="215640" progId="Equation.DSMT4">
                    <p:embed/>
                  </p:oleObj>
                </mc:Choice>
                <mc:Fallback>
                  <p:oleObj name="Equation" r:id="rId8" imgW="164880" imgH="215640" progId="Equation.DSMT4">
                    <p:embed/>
                    <p:pic>
                      <p:nvPicPr>
                        <p:cNvPr id="0" name="Object 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13" y="2754"/>
                          <a:ext cx="384" cy="9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46097" name="Group 90"/>
          <p:cNvGrpSpPr>
            <a:grpSpLocks/>
          </p:cNvGrpSpPr>
          <p:nvPr/>
        </p:nvGrpSpPr>
        <p:grpSpPr bwMode="auto">
          <a:xfrm>
            <a:off x="857250" y="2857500"/>
            <a:ext cx="8001000" cy="1428750"/>
            <a:chOff x="204" y="2040"/>
            <a:chExt cx="5040" cy="900"/>
          </a:xfrm>
        </p:grpSpPr>
        <p:graphicFrame>
          <p:nvGraphicFramePr>
            <p:cNvPr id="46082" name="Object 38"/>
            <p:cNvGraphicFramePr>
              <a:graphicFrameLocks noChangeAspect="1"/>
            </p:cNvGraphicFramePr>
            <p:nvPr/>
          </p:nvGraphicFramePr>
          <p:xfrm>
            <a:off x="391" y="2049"/>
            <a:ext cx="958" cy="296"/>
          </p:xfrm>
          <a:graphic>
            <a:graphicData uri="http://schemas.openxmlformats.org/presentationml/2006/ole">
              <mc:AlternateContent xmlns:mc="http://schemas.openxmlformats.org/markup-compatibility/2006">
                <mc:Choice xmlns:v="urn:schemas-microsoft-com:vml" Requires="v">
                  <p:oleObj spid="_x0000_s46193" name="Equation" r:id="rId10" imgW="571320" imgH="177480" progId="Equation.DSMT4">
                    <p:embed/>
                  </p:oleObj>
                </mc:Choice>
                <mc:Fallback>
                  <p:oleObj name="Equation" r:id="rId10" imgW="571320" imgH="177480" progId="Equation.DSMT4">
                    <p:embed/>
                    <p:pic>
                      <p:nvPicPr>
                        <p:cNvPr id="0" name="Object 38"/>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91" y="2049"/>
                          <a:ext cx="958" cy="2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083" name="Object 39"/>
            <p:cNvGraphicFramePr>
              <a:graphicFrameLocks noChangeAspect="1"/>
            </p:cNvGraphicFramePr>
            <p:nvPr/>
          </p:nvGraphicFramePr>
          <p:xfrm>
            <a:off x="2329" y="2044"/>
            <a:ext cx="1210" cy="332"/>
          </p:xfrm>
          <a:graphic>
            <a:graphicData uri="http://schemas.openxmlformats.org/presentationml/2006/ole">
              <mc:AlternateContent xmlns:mc="http://schemas.openxmlformats.org/markup-compatibility/2006">
                <mc:Choice xmlns:v="urn:schemas-microsoft-com:vml" Requires="v">
                  <p:oleObj spid="_x0000_s46194" name="Equation" r:id="rId12" imgW="736560" imgH="203040" progId="Equation.DSMT4">
                    <p:embed/>
                  </p:oleObj>
                </mc:Choice>
                <mc:Fallback>
                  <p:oleObj name="Equation" r:id="rId12" imgW="736560" imgH="203040" progId="Equation.DSMT4">
                    <p:embed/>
                    <p:pic>
                      <p:nvPicPr>
                        <p:cNvPr id="0" name="Object 39"/>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2329" y="2044"/>
                          <a:ext cx="1210" cy="3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098" name="Text Box 40"/>
            <p:cNvSpPr txBox="1">
              <a:spLocks noChangeArrowheads="1"/>
            </p:cNvSpPr>
            <p:nvPr/>
          </p:nvSpPr>
          <p:spPr bwMode="auto">
            <a:xfrm>
              <a:off x="3534" y="2040"/>
              <a:ext cx="171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chemeClr val="accent2"/>
                  </a:solidFill>
                </a:rPr>
                <a:t>干涉加强</a:t>
              </a:r>
              <a:r>
                <a:rPr lang="en-US" altLang="zh-CN" sz="2800" b="1">
                  <a:solidFill>
                    <a:srgbClr val="FF0000"/>
                  </a:solidFill>
                </a:rPr>
                <a:t>(</a:t>
              </a:r>
              <a:r>
                <a:rPr lang="zh-CN" altLang="en-US" sz="2800" b="1">
                  <a:solidFill>
                    <a:srgbClr val="FF0000"/>
                  </a:solidFill>
                </a:rPr>
                <a:t>明纹</a:t>
              </a:r>
              <a:r>
                <a:rPr lang="en-US" altLang="zh-CN" sz="2800" b="1">
                  <a:solidFill>
                    <a:srgbClr val="FF0000"/>
                  </a:solidFill>
                </a:rPr>
                <a:t>)</a:t>
              </a:r>
            </a:p>
          </p:txBody>
        </p:sp>
        <p:graphicFrame>
          <p:nvGraphicFramePr>
            <p:cNvPr id="46084" name="Object 41"/>
            <p:cNvGraphicFramePr>
              <a:graphicFrameLocks noChangeAspect="1"/>
            </p:cNvGraphicFramePr>
            <p:nvPr/>
          </p:nvGraphicFramePr>
          <p:xfrm>
            <a:off x="385" y="2255"/>
            <a:ext cx="1688" cy="685"/>
          </p:xfrm>
          <a:graphic>
            <a:graphicData uri="http://schemas.openxmlformats.org/presentationml/2006/ole">
              <mc:AlternateContent xmlns:mc="http://schemas.openxmlformats.org/markup-compatibility/2006">
                <mc:Choice xmlns:v="urn:schemas-microsoft-com:vml" Requires="v">
                  <p:oleObj spid="_x0000_s46195" name="Equation" r:id="rId14" imgW="1002960" imgH="406080" progId="Equation.DSMT4">
                    <p:embed/>
                  </p:oleObj>
                </mc:Choice>
                <mc:Fallback>
                  <p:oleObj name="Equation" r:id="rId14" imgW="1002960" imgH="406080" progId="Equation.DSMT4">
                    <p:embed/>
                    <p:pic>
                      <p:nvPicPr>
                        <p:cNvPr id="0" name="Object 4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385" y="2255"/>
                          <a:ext cx="1688" cy="6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6085" name="Object 42"/>
            <p:cNvGraphicFramePr>
              <a:graphicFrameLocks noChangeAspect="1"/>
            </p:cNvGraphicFramePr>
            <p:nvPr/>
          </p:nvGraphicFramePr>
          <p:xfrm>
            <a:off x="2352" y="2450"/>
            <a:ext cx="1051" cy="341"/>
          </p:xfrm>
          <a:graphic>
            <a:graphicData uri="http://schemas.openxmlformats.org/presentationml/2006/ole">
              <mc:AlternateContent xmlns:mc="http://schemas.openxmlformats.org/markup-compatibility/2006">
                <mc:Choice xmlns:v="urn:schemas-microsoft-com:vml" Requires="v">
                  <p:oleObj spid="_x0000_s46196" name="Equation" r:id="rId16" imgW="622080" imgH="203040" progId="Equation.DSMT4">
                    <p:embed/>
                  </p:oleObj>
                </mc:Choice>
                <mc:Fallback>
                  <p:oleObj name="Equation" r:id="rId16" imgW="622080" imgH="203040" progId="Equation.DSMT4">
                    <p:embed/>
                    <p:pic>
                      <p:nvPicPr>
                        <p:cNvPr id="0" name="Object 42"/>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2352" y="2450"/>
                          <a:ext cx="1051" cy="3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099" name="Text Box 43"/>
            <p:cNvSpPr txBox="1">
              <a:spLocks noChangeArrowheads="1"/>
            </p:cNvSpPr>
            <p:nvPr/>
          </p:nvSpPr>
          <p:spPr bwMode="auto">
            <a:xfrm>
              <a:off x="3534" y="2478"/>
              <a:ext cx="1710"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chemeClr val="accent2"/>
                  </a:solidFill>
                </a:rPr>
                <a:t>干涉减弱</a:t>
              </a:r>
              <a:r>
                <a:rPr lang="en-US" altLang="zh-CN" sz="2800" b="1">
                  <a:solidFill>
                    <a:srgbClr val="FF0000"/>
                  </a:solidFill>
                </a:rPr>
                <a:t>(</a:t>
              </a:r>
              <a:r>
                <a:rPr lang="zh-CN" altLang="en-US" sz="2800" b="1">
                  <a:solidFill>
                    <a:srgbClr val="FF0000"/>
                  </a:solidFill>
                </a:rPr>
                <a:t>暗纹</a:t>
              </a:r>
              <a:r>
                <a:rPr lang="en-US" altLang="zh-CN" sz="2800" b="1">
                  <a:solidFill>
                    <a:srgbClr val="FF0000"/>
                  </a:solidFill>
                </a:rPr>
                <a:t>)</a:t>
              </a:r>
            </a:p>
          </p:txBody>
        </p:sp>
        <p:graphicFrame>
          <p:nvGraphicFramePr>
            <p:cNvPr id="46086" name="Object 44"/>
            <p:cNvGraphicFramePr>
              <a:graphicFrameLocks noChangeAspect="1"/>
            </p:cNvGraphicFramePr>
            <p:nvPr/>
          </p:nvGraphicFramePr>
          <p:xfrm>
            <a:off x="204" y="2069"/>
            <a:ext cx="359" cy="726"/>
          </p:xfrm>
          <a:graphic>
            <a:graphicData uri="http://schemas.openxmlformats.org/presentationml/2006/ole">
              <mc:AlternateContent xmlns:mc="http://schemas.openxmlformats.org/markup-compatibility/2006">
                <mc:Choice xmlns:v="urn:schemas-microsoft-com:vml" Requires="v">
                  <p:oleObj spid="_x0000_s46197" name="Equation" r:id="rId18" imgW="164880" imgH="215640" progId="Equation.DSMT4">
                    <p:embed/>
                  </p:oleObj>
                </mc:Choice>
                <mc:Fallback>
                  <p:oleObj name="Equation" r:id="rId18" imgW="164880" imgH="215640" progId="Equation.DSMT4">
                    <p:embed/>
                    <p:pic>
                      <p:nvPicPr>
                        <p:cNvPr id="0" name="Object 44"/>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04" y="2069"/>
                          <a:ext cx="359" cy="7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8" name="TextBox 3"/>
          <p:cNvSpPr txBox="1">
            <a:spLocks noChangeArrowheads="1"/>
          </p:cNvSpPr>
          <p:nvPr/>
        </p:nvSpPr>
        <p:spPr bwMode="auto">
          <a:xfrm>
            <a:off x="571500" y="547688"/>
            <a:ext cx="37909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劳埃德镜（一般理解）</a:t>
            </a:r>
          </a:p>
        </p:txBody>
      </p:sp>
      <p:sp>
        <p:nvSpPr>
          <p:cNvPr id="47109" name="TextBox 4"/>
          <p:cNvSpPr txBox="1">
            <a:spLocks noChangeArrowheads="1"/>
          </p:cNvSpPr>
          <p:nvPr/>
        </p:nvSpPr>
        <p:spPr bwMode="auto">
          <a:xfrm>
            <a:off x="566738" y="1285875"/>
            <a:ext cx="27082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干涉条纹的移动</a:t>
            </a:r>
          </a:p>
        </p:txBody>
      </p:sp>
      <p:sp>
        <p:nvSpPr>
          <p:cNvPr id="47110" name="TextBox 5"/>
          <p:cNvSpPr txBox="1">
            <a:spLocks noChangeArrowheads="1"/>
          </p:cNvSpPr>
          <p:nvPr/>
        </p:nvSpPr>
        <p:spPr bwMode="auto">
          <a:xfrm>
            <a:off x="357188" y="2214563"/>
            <a:ext cx="76438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latin typeface="Calibri" panose="020F0502020204030204" pitchFamily="34" charset="0"/>
              </a:rPr>
              <a:t>4.4 </a:t>
            </a:r>
            <a:r>
              <a:rPr lang="zh-CN" altLang="en-US" sz="2800" b="1">
                <a:latin typeface="Calibri" panose="020F0502020204030204" pitchFamily="34" charset="0"/>
              </a:rPr>
              <a:t>条纹可见度（不要求）</a:t>
            </a:r>
          </a:p>
        </p:txBody>
      </p:sp>
      <p:sp>
        <p:nvSpPr>
          <p:cNvPr id="47111" name="TextBox 6"/>
          <p:cNvSpPr txBox="1">
            <a:spLocks noChangeArrowheads="1"/>
          </p:cNvSpPr>
          <p:nvPr/>
        </p:nvSpPr>
        <p:spPr bwMode="auto">
          <a:xfrm>
            <a:off x="357188" y="2928938"/>
            <a:ext cx="76438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latin typeface="Calibri" panose="020F0502020204030204" pitchFamily="34" charset="0"/>
              </a:rPr>
              <a:t>4.5 </a:t>
            </a:r>
            <a:r>
              <a:rPr lang="zh-CN" altLang="en-US" sz="2800" b="1">
                <a:latin typeface="Calibri" panose="020F0502020204030204" pitchFamily="34" charset="0"/>
              </a:rPr>
              <a:t>分振幅干涉</a:t>
            </a:r>
          </a:p>
        </p:txBody>
      </p:sp>
      <p:sp>
        <p:nvSpPr>
          <p:cNvPr id="47112" name="TextBox 7"/>
          <p:cNvSpPr txBox="1">
            <a:spLocks noChangeArrowheads="1"/>
          </p:cNvSpPr>
          <p:nvPr/>
        </p:nvSpPr>
        <p:spPr bwMode="auto">
          <a:xfrm>
            <a:off x="571500" y="3714750"/>
            <a:ext cx="16271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等厚干涉</a:t>
            </a:r>
          </a:p>
        </p:txBody>
      </p:sp>
      <p:sp>
        <p:nvSpPr>
          <p:cNvPr id="47113" name="TextBox 8"/>
          <p:cNvSpPr txBox="1">
            <a:spLocks noChangeArrowheads="1"/>
          </p:cNvSpPr>
          <p:nvPr/>
        </p:nvSpPr>
        <p:spPr bwMode="auto">
          <a:xfrm>
            <a:off x="571500" y="6048375"/>
            <a:ext cx="812006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等倾干涉，牛顿环，迈克尔逊干涉仪（一般理解）</a:t>
            </a:r>
          </a:p>
        </p:txBody>
      </p:sp>
      <p:sp>
        <p:nvSpPr>
          <p:cNvPr id="47114" name="Text Box 33"/>
          <p:cNvSpPr txBox="1">
            <a:spLocks noChangeArrowheads="1"/>
          </p:cNvSpPr>
          <p:nvPr/>
        </p:nvSpPr>
        <p:spPr bwMode="auto">
          <a:xfrm>
            <a:off x="5410200" y="4286250"/>
            <a:ext cx="34480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i="1"/>
              <a:t>k</a:t>
            </a:r>
            <a:r>
              <a:rPr lang="en-US" altLang="zh-CN" sz="2800" b="1"/>
              <a:t>=1,2,3,...</a:t>
            </a:r>
            <a:r>
              <a:rPr lang="zh-CN" altLang="zh-CN" sz="2800" b="1">
                <a:solidFill>
                  <a:srgbClr val="FF3300"/>
                </a:solidFill>
              </a:rPr>
              <a:t>明纹中心</a:t>
            </a:r>
            <a:endParaRPr lang="zh-CN" altLang="en-US" sz="2800" b="1">
              <a:solidFill>
                <a:srgbClr val="FF3300"/>
              </a:solidFill>
            </a:endParaRPr>
          </a:p>
        </p:txBody>
      </p:sp>
      <p:graphicFrame>
        <p:nvGraphicFramePr>
          <p:cNvPr id="89122" name="Object 34"/>
          <p:cNvGraphicFramePr>
            <a:graphicFrameLocks noChangeAspect="1"/>
          </p:cNvGraphicFramePr>
          <p:nvPr/>
        </p:nvGraphicFramePr>
        <p:xfrm>
          <a:off x="928688" y="4760913"/>
          <a:ext cx="4214812" cy="1096962"/>
        </p:xfrm>
        <a:graphic>
          <a:graphicData uri="http://schemas.openxmlformats.org/presentationml/2006/ole">
            <mc:AlternateContent xmlns:mc="http://schemas.openxmlformats.org/markup-compatibility/2006">
              <mc:Choice xmlns:v="urn:schemas-microsoft-com:vml" Requires="v">
                <p:oleObj spid="_x0000_s47138" name="Equation" r:id="rId4" imgW="1562040" imgH="393480" progId="Equation.DSMT4">
                  <p:embed/>
                </p:oleObj>
              </mc:Choice>
              <mc:Fallback>
                <p:oleObj name="Equation" r:id="rId4" imgW="1562040" imgH="393480" progId="Equation.DSMT4">
                  <p:embed/>
                  <p:pic>
                    <p:nvPicPr>
                      <p:cNvPr id="0" name="Object 3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28688" y="4760913"/>
                        <a:ext cx="4214812" cy="1096962"/>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7115" name="Text Box 35"/>
          <p:cNvSpPr txBox="1">
            <a:spLocks noChangeArrowheads="1"/>
          </p:cNvSpPr>
          <p:nvPr/>
        </p:nvSpPr>
        <p:spPr bwMode="auto">
          <a:xfrm>
            <a:off x="5416550" y="5048250"/>
            <a:ext cx="32702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i="1"/>
              <a:t>k</a:t>
            </a:r>
            <a:r>
              <a:rPr lang="en-US" altLang="zh-CN" sz="2800" b="1"/>
              <a:t>=0,1,2,...</a:t>
            </a:r>
            <a:r>
              <a:rPr lang="zh-CN" altLang="zh-CN" sz="2800" b="1">
                <a:solidFill>
                  <a:srgbClr val="FF3300"/>
                </a:solidFill>
              </a:rPr>
              <a:t>暗纹中心</a:t>
            </a:r>
            <a:endParaRPr lang="zh-CN" altLang="en-US" sz="2800" b="1">
              <a:solidFill>
                <a:srgbClr val="FF3300"/>
              </a:solidFill>
            </a:endParaRPr>
          </a:p>
        </p:txBody>
      </p:sp>
      <p:graphicFrame>
        <p:nvGraphicFramePr>
          <p:cNvPr id="89124" name="Object 36"/>
          <p:cNvGraphicFramePr>
            <a:graphicFrameLocks noChangeAspect="1"/>
          </p:cNvGraphicFramePr>
          <p:nvPr/>
        </p:nvGraphicFramePr>
        <p:xfrm>
          <a:off x="928688" y="4286250"/>
          <a:ext cx="3097212" cy="506413"/>
        </p:xfrm>
        <a:graphic>
          <a:graphicData uri="http://schemas.openxmlformats.org/presentationml/2006/ole">
            <mc:AlternateContent xmlns:mc="http://schemas.openxmlformats.org/markup-compatibility/2006">
              <mc:Choice xmlns:v="urn:schemas-microsoft-com:vml" Requires="v">
                <p:oleObj spid="_x0000_s47139" name="Equation" r:id="rId6" imgW="1130040" imgH="177480" progId="Equation.DSMT4">
                  <p:embed/>
                </p:oleObj>
              </mc:Choice>
              <mc:Fallback>
                <p:oleObj name="Equation" r:id="rId6" imgW="1130040" imgH="177480" progId="Equation.DSMT4">
                  <p:embed/>
                  <p:pic>
                    <p:nvPicPr>
                      <p:cNvPr id="0" name="Object 3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28688" y="4286250"/>
                        <a:ext cx="3097212" cy="506413"/>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文本框 199"/>
          <p:cNvSpPr txBox="1">
            <a:spLocks noChangeArrowheads="1"/>
          </p:cNvSpPr>
          <p:nvPr/>
        </p:nvSpPr>
        <p:spPr bwMode="auto">
          <a:xfrm>
            <a:off x="166688" y="285750"/>
            <a:ext cx="12620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solidFill>
                  <a:srgbClr val="3333FF"/>
                </a:solidFill>
              </a:rPr>
              <a:t>【</a:t>
            </a:r>
            <a:r>
              <a:rPr lang="zh-CN" altLang="en-US" sz="2800" b="1">
                <a:solidFill>
                  <a:srgbClr val="3333FF"/>
                </a:solidFill>
              </a:rPr>
              <a:t>例</a:t>
            </a:r>
            <a:r>
              <a:rPr lang="en-US" altLang="zh-CN" sz="2800" b="1">
                <a:solidFill>
                  <a:srgbClr val="3333FF"/>
                </a:solidFill>
              </a:rPr>
              <a:t>】</a:t>
            </a:r>
          </a:p>
        </p:txBody>
      </p:sp>
      <p:sp>
        <p:nvSpPr>
          <p:cNvPr id="62467" name="矩形 200"/>
          <p:cNvSpPr>
            <a:spLocks noChangeArrowheads="1"/>
          </p:cNvSpPr>
          <p:nvPr/>
        </p:nvSpPr>
        <p:spPr bwMode="auto">
          <a:xfrm>
            <a:off x="1428750" y="295275"/>
            <a:ext cx="7650163" cy="1384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zh-CN" sz="2800" b="1">
                <a:cs typeface="Times New Roman" panose="02020603050405020304" pitchFamily="18" charset="0"/>
              </a:rPr>
              <a:t>双缝实验中，若单色光源</a:t>
            </a:r>
            <a:r>
              <a:rPr lang="en-US" altLang="zh-CN" sz="2800" b="1"/>
              <a:t>S</a:t>
            </a:r>
            <a:r>
              <a:rPr lang="zh-CN" altLang="zh-CN" sz="2800" b="1">
                <a:cs typeface="Times New Roman" panose="02020603050405020304" pitchFamily="18" charset="0"/>
              </a:rPr>
              <a:t>到两缝</a:t>
            </a:r>
            <a:r>
              <a:rPr lang="en-US" altLang="zh-CN" sz="2800" b="1"/>
              <a:t>S1</a:t>
            </a:r>
            <a:r>
              <a:rPr lang="zh-CN" altLang="zh-CN" sz="2800" b="1">
                <a:cs typeface="Times New Roman" panose="02020603050405020304" pitchFamily="18" charset="0"/>
              </a:rPr>
              <a:t>、</a:t>
            </a:r>
            <a:r>
              <a:rPr lang="en-US" altLang="zh-CN" sz="2800" b="1"/>
              <a:t>S2</a:t>
            </a:r>
            <a:r>
              <a:rPr lang="zh-CN" altLang="zh-CN" sz="2800" b="1">
                <a:cs typeface="Times New Roman" panose="02020603050405020304" pitchFamily="18" charset="0"/>
              </a:rPr>
              <a:t>距离</a:t>
            </a:r>
            <a:r>
              <a:rPr lang="zh-CN" altLang="en-US" sz="2800" b="1">
                <a:cs typeface="Times New Roman" panose="02020603050405020304" pitchFamily="18" charset="0"/>
              </a:rPr>
              <a:t>不</a:t>
            </a:r>
            <a:r>
              <a:rPr lang="zh-CN" altLang="zh-CN" sz="2800" b="1">
                <a:cs typeface="Times New Roman" panose="02020603050405020304" pitchFamily="18" charset="0"/>
              </a:rPr>
              <a:t>相等，</a:t>
            </a:r>
            <a:r>
              <a:rPr lang="zh-CN" altLang="en-US" sz="2800" b="1">
                <a:cs typeface="Times New Roman" panose="02020603050405020304" pitchFamily="18" charset="0"/>
              </a:rPr>
              <a:t>比如位于图中</a:t>
            </a:r>
            <a:r>
              <a:rPr lang="en-US" altLang="zh-CN" sz="2800" b="1">
                <a:cs typeface="Times New Roman" panose="02020603050405020304" pitchFamily="18" charset="0"/>
              </a:rPr>
              <a:t>L</a:t>
            </a:r>
            <a:r>
              <a:rPr lang="zh-CN" altLang="en-US" sz="2800" b="1">
                <a:cs typeface="Times New Roman" panose="02020603050405020304" pitchFamily="18" charset="0"/>
              </a:rPr>
              <a:t>或者</a:t>
            </a:r>
            <a:r>
              <a:rPr lang="en-US" altLang="zh-CN" sz="2800" b="1">
                <a:cs typeface="Times New Roman" panose="02020603050405020304" pitchFamily="18" charset="0"/>
              </a:rPr>
              <a:t>N</a:t>
            </a:r>
            <a:r>
              <a:rPr lang="zh-CN" altLang="en-US" sz="2800" b="1">
                <a:cs typeface="Times New Roman" panose="02020603050405020304" pitchFamily="18" charset="0"/>
              </a:rPr>
              <a:t>点，</a:t>
            </a:r>
            <a:r>
              <a:rPr lang="zh-CN" altLang="zh-CN" sz="2800" b="1">
                <a:cs typeface="Times New Roman" panose="02020603050405020304" pitchFamily="18" charset="0"/>
              </a:rPr>
              <a:t>则观察屏上条纹</a:t>
            </a:r>
            <a:r>
              <a:rPr lang="zh-CN" altLang="en-US" sz="2800" b="1">
                <a:cs typeface="Times New Roman" panose="02020603050405020304" pitchFamily="18" charset="0"/>
              </a:rPr>
              <a:t>如何变化？</a:t>
            </a:r>
            <a:endParaRPr lang="zh-CN" altLang="en-US" sz="2800" b="1"/>
          </a:p>
        </p:txBody>
      </p:sp>
      <p:sp>
        <p:nvSpPr>
          <p:cNvPr id="79" name="文本框 201"/>
          <p:cNvSpPr txBox="1">
            <a:spLocks noChangeArrowheads="1"/>
          </p:cNvSpPr>
          <p:nvPr/>
        </p:nvSpPr>
        <p:spPr bwMode="auto">
          <a:xfrm>
            <a:off x="1603375" y="6072188"/>
            <a:ext cx="55943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solidFill>
                  <a:srgbClr val="FF0000"/>
                </a:solidFill>
              </a:rPr>
              <a:t>与物点反向移动，条纹间距不变。</a:t>
            </a:r>
          </a:p>
        </p:txBody>
      </p:sp>
      <p:grpSp>
        <p:nvGrpSpPr>
          <p:cNvPr id="2" name="Group 11"/>
          <p:cNvGrpSpPr>
            <a:grpSpLocks/>
          </p:cNvGrpSpPr>
          <p:nvPr/>
        </p:nvGrpSpPr>
        <p:grpSpPr bwMode="auto">
          <a:xfrm>
            <a:off x="3584575" y="2586038"/>
            <a:ext cx="3863975" cy="1366837"/>
            <a:chOff x="2258" y="1573"/>
            <a:chExt cx="2434" cy="861"/>
          </a:xfrm>
        </p:grpSpPr>
        <p:grpSp>
          <p:nvGrpSpPr>
            <p:cNvPr id="62552" name="Group 12"/>
            <p:cNvGrpSpPr>
              <a:grpSpLocks/>
            </p:cNvGrpSpPr>
            <p:nvPr/>
          </p:nvGrpSpPr>
          <p:grpSpPr bwMode="auto">
            <a:xfrm>
              <a:off x="2258" y="1573"/>
              <a:ext cx="1552" cy="861"/>
              <a:chOff x="0" y="1776"/>
              <a:chExt cx="1592" cy="883"/>
            </a:xfrm>
          </p:grpSpPr>
          <p:sp>
            <p:nvSpPr>
              <p:cNvPr id="62556" name="Line 13"/>
              <p:cNvSpPr>
                <a:spLocks noChangeShapeType="1"/>
              </p:cNvSpPr>
              <p:nvPr/>
            </p:nvSpPr>
            <p:spPr bwMode="auto">
              <a:xfrm flipV="1">
                <a:off x="0" y="2224"/>
                <a:ext cx="1592" cy="435"/>
              </a:xfrm>
              <a:prstGeom prst="line">
                <a:avLst/>
              </a:prstGeom>
              <a:noFill/>
              <a:ln w="19050">
                <a:solidFill>
                  <a:srgbClr val="008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557" name="Line 14"/>
              <p:cNvSpPr>
                <a:spLocks noChangeShapeType="1"/>
              </p:cNvSpPr>
              <p:nvPr/>
            </p:nvSpPr>
            <p:spPr bwMode="auto">
              <a:xfrm>
                <a:off x="0" y="1776"/>
                <a:ext cx="1592" cy="448"/>
              </a:xfrm>
              <a:prstGeom prst="line">
                <a:avLst/>
              </a:prstGeom>
              <a:noFill/>
              <a:ln w="19050">
                <a:solidFill>
                  <a:srgbClr val="008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2553" name="Freeform 15"/>
            <p:cNvSpPr>
              <a:spLocks/>
            </p:cNvSpPr>
            <p:nvPr/>
          </p:nvSpPr>
          <p:spPr bwMode="auto">
            <a:xfrm>
              <a:off x="3803" y="1767"/>
              <a:ext cx="517" cy="486"/>
            </a:xfrm>
            <a:custGeom>
              <a:avLst/>
              <a:gdLst>
                <a:gd name="T0" fmla="*/ 0 w 810"/>
                <a:gd name="T1" fmla="*/ 0 h 585"/>
                <a:gd name="T2" fmla="*/ 55 w 810"/>
                <a:gd name="T3" fmla="*/ 94 h 585"/>
                <a:gd name="T4" fmla="*/ 0 w 810"/>
                <a:gd name="T5" fmla="*/ 193 h 585"/>
                <a:gd name="T6" fmla="*/ 0 60000 65536"/>
                <a:gd name="T7" fmla="*/ 0 60000 65536"/>
                <a:gd name="T8" fmla="*/ 0 60000 65536"/>
                <a:gd name="T9" fmla="*/ 0 w 810"/>
                <a:gd name="T10" fmla="*/ 0 h 585"/>
                <a:gd name="T11" fmla="*/ 810 w 810"/>
                <a:gd name="T12" fmla="*/ 585 h 585"/>
              </a:gdLst>
              <a:ahLst/>
              <a:cxnLst>
                <a:cxn ang="T6">
                  <a:pos x="T0" y="T1"/>
                </a:cxn>
                <a:cxn ang="T7">
                  <a:pos x="T2" y="T3"/>
                </a:cxn>
                <a:cxn ang="T8">
                  <a:pos x="T4" y="T5"/>
                </a:cxn>
              </a:cxnLst>
              <a:rect l="T9" t="T10" r="T11" b="T12"/>
              <a:pathLst>
                <a:path w="810" h="585">
                  <a:moveTo>
                    <a:pt x="0" y="0"/>
                  </a:moveTo>
                  <a:cubicBezTo>
                    <a:pt x="405" y="94"/>
                    <a:pt x="810" y="188"/>
                    <a:pt x="810" y="285"/>
                  </a:cubicBezTo>
                  <a:cubicBezTo>
                    <a:pt x="810" y="382"/>
                    <a:pt x="135" y="535"/>
                    <a:pt x="0" y="585"/>
                  </a:cubicBezTo>
                </a:path>
              </a:pathLst>
            </a:custGeom>
            <a:noFill/>
            <a:ln w="28575">
              <a:solidFill>
                <a:srgbClr val="008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2554" name="Line 16"/>
            <p:cNvSpPr>
              <a:spLocks noChangeShapeType="1"/>
            </p:cNvSpPr>
            <p:nvPr/>
          </p:nvSpPr>
          <p:spPr bwMode="auto">
            <a:xfrm>
              <a:off x="3803" y="2013"/>
              <a:ext cx="517"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555" name="Text Box 17"/>
            <p:cNvSpPr txBox="1">
              <a:spLocks noChangeArrowheads="1"/>
            </p:cNvSpPr>
            <p:nvPr/>
          </p:nvSpPr>
          <p:spPr bwMode="auto">
            <a:xfrm>
              <a:off x="4346" y="1863"/>
              <a:ext cx="346" cy="3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2400">
                  <a:solidFill>
                    <a:srgbClr val="008000"/>
                  </a:solidFill>
                </a:rPr>
                <a:t>0</a:t>
              </a:r>
              <a:r>
                <a:rPr lang="en-US" altLang="zh-CN" sz="2400" i="1" baseline="-25000">
                  <a:solidFill>
                    <a:srgbClr val="008000"/>
                  </a:solidFill>
                </a:rPr>
                <a:t>M</a:t>
              </a:r>
              <a:endParaRPr lang="en-US" altLang="zh-CN" sz="2400">
                <a:solidFill>
                  <a:srgbClr val="008000"/>
                </a:solidFill>
              </a:endParaRPr>
            </a:p>
          </p:txBody>
        </p:sp>
      </p:grpSp>
      <p:grpSp>
        <p:nvGrpSpPr>
          <p:cNvPr id="4" name="Group 18"/>
          <p:cNvGrpSpPr>
            <a:grpSpLocks/>
          </p:cNvGrpSpPr>
          <p:nvPr/>
        </p:nvGrpSpPr>
        <p:grpSpPr bwMode="auto">
          <a:xfrm>
            <a:off x="3548063" y="2584450"/>
            <a:ext cx="3844925" cy="1376363"/>
            <a:chOff x="2235" y="1572"/>
            <a:chExt cx="2422" cy="867"/>
          </a:xfrm>
        </p:grpSpPr>
        <p:grpSp>
          <p:nvGrpSpPr>
            <p:cNvPr id="62546" name="Group 19"/>
            <p:cNvGrpSpPr>
              <a:grpSpLocks/>
            </p:cNvGrpSpPr>
            <p:nvPr/>
          </p:nvGrpSpPr>
          <p:grpSpPr bwMode="auto">
            <a:xfrm>
              <a:off x="2235" y="1572"/>
              <a:ext cx="1551" cy="867"/>
              <a:chOff x="2235" y="1572"/>
              <a:chExt cx="1551" cy="867"/>
            </a:xfrm>
          </p:grpSpPr>
          <p:sp>
            <p:nvSpPr>
              <p:cNvPr id="62550" name="Line 20"/>
              <p:cNvSpPr>
                <a:spLocks noChangeShapeType="1"/>
              </p:cNvSpPr>
              <p:nvPr/>
            </p:nvSpPr>
            <p:spPr bwMode="auto">
              <a:xfrm>
                <a:off x="2270" y="1572"/>
                <a:ext cx="1509" cy="270"/>
              </a:xfrm>
              <a:prstGeom prst="line">
                <a:avLst/>
              </a:prstGeom>
              <a:noFill/>
              <a:ln w="1905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551" name="Line 21"/>
              <p:cNvSpPr>
                <a:spLocks noChangeShapeType="1"/>
              </p:cNvSpPr>
              <p:nvPr/>
            </p:nvSpPr>
            <p:spPr bwMode="auto">
              <a:xfrm flipV="1">
                <a:off x="2235" y="1842"/>
                <a:ext cx="1551" cy="597"/>
              </a:xfrm>
              <a:prstGeom prst="line">
                <a:avLst/>
              </a:prstGeom>
              <a:noFill/>
              <a:ln w="1905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2547" name="Freeform 22"/>
            <p:cNvSpPr>
              <a:spLocks/>
            </p:cNvSpPr>
            <p:nvPr/>
          </p:nvSpPr>
          <p:spPr bwMode="auto">
            <a:xfrm>
              <a:off x="3807" y="1588"/>
              <a:ext cx="518" cy="501"/>
            </a:xfrm>
            <a:custGeom>
              <a:avLst/>
              <a:gdLst>
                <a:gd name="T0" fmla="*/ 0 w 810"/>
                <a:gd name="T1" fmla="*/ 0 h 585"/>
                <a:gd name="T2" fmla="*/ 56 w 810"/>
                <a:gd name="T3" fmla="*/ 112 h 585"/>
                <a:gd name="T4" fmla="*/ 0 w 810"/>
                <a:gd name="T5" fmla="*/ 230 h 585"/>
                <a:gd name="T6" fmla="*/ 0 60000 65536"/>
                <a:gd name="T7" fmla="*/ 0 60000 65536"/>
                <a:gd name="T8" fmla="*/ 0 60000 65536"/>
                <a:gd name="T9" fmla="*/ 0 w 810"/>
                <a:gd name="T10" fmla="*/ 0 h 585"/>
                <a:gd name="T11" fmla="*/ 810 w 810"/>
                <a:gd name="T12" fmla="*/ 585 h 585"/>
              </a:gdLst>
              <a:ahLst/>
              <a:cxnLst>
                <a:cxn ang="T6">
                  <a:pos x="T0" y="T1"/>
                </a:cxn>
                <a:cxn ang="T7">
                  <a:pos x="T2" y="T3"/>
                </a:cxn>
                <a:cxn ang="T8">
                  <a:pos x="T4" y="T5"/>
                </a:cxn>
              </a:cxnLst>
              <a:rect l="T9" t="T10" r="T11" b="T12"/>
              <a:pathLst>
                <a:path w="810" h="585">
                  <a:moveTo>
                    <a:pt x="0" y="0"/>
                  </a:moveTo>
                  <a:cubicBezTo>
                    <a:pt x="405" y="94"/>
                    <a:pt x="810" y="188"/>
                    <a:pt x="810" y="285"/>
                  </a:cubicBezTo>
                  <a:cubicBezTo>
                    <a:pt x="810" y="382"/>
                    <a:pt x="135" y="535"/>
                    <a:pt x="0" y="585"/>
                  </a:cubicBezTo>
                </a:path>
              </a:pathLst>
            </a:cu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2548" name="Line 23"/>
            <p:cNvSpPr>
              <a:spLocks noChangeShapeType="1"/>
            </p:cNvSpPr>
            <p:nvPr/>
          </p:nvSpPr>
          <p:spPr bwMode="auto">
            <a:xfrm>
              <a:off x="3805" y="1837"/>
              <a:ext cx="517" cy="0"/>
            </a:xfrm>
            <a:prstGeom prst="line">
              <a:avLst/>
            </a:prstGeom>
            <a:noFill/>
            <a:ln w="12700">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549" name="Text Box 24"/>
            <p:cNvSpPr txBox="1">
              <a:spLocks noChangeArrowheads="1"/>
            </p:cNvSpPr>
            <p:nvPr/>
          </p:nvSpPr>
          <p:spPr bwMode="auto">
            <a:xfrm>
              <a:off x="4348" y="1647"/>
              <a:ext cx="309" cy="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2400">
                  <a:solidFill>
                    <a:srgbClr val="0000FF"/>
                  </a:solidFill>
                </a:rPr>
                <a:t>0</a:t>
              </a:r>
              <a:r>
                <a:rPr lang="en-US" altLang="zh-CN" sz="2400" i="1" baseline="-25000">
                  <a:solidFill>
                    <a:srgbClr val="0000FF"/>
                  </a:solidFill>
                </a:rPr>
                <a:t>N</a:t>
              </a:r>
              <a:endParaRPr lang="en-US" altLang="zh-CN" sz="2400">
                <a:solidFill>
                  <a:srgbClr val="0000FF"/>
                </a:solidFill>
              </a:endParaRPr>
            </a:p>
          </p:txBody>
        </p:sp>
      </p:grpSp>
      <p:grpSp>
        <p:nvGrpSpPr>
          <p:cNvPr id="6" name="Group 25"/>
          <p:cNvGrpSpPr>
            <a:grpSpLocks/>
          </p:cNvGrpSpPr>
          <p:nvPr/>
        </p:nvGrpSpPr>
        <p:grpSpPr bwMode="auto">
          <a:xfrm>
            <a:off x="3589338" y="2597150"/>
            <a:ext cx="3798887" cy="1389063"/>
            <a:chOff x="2261" y="1580"/>
            <a:chExt cx="2393" cy="875"/>
          </a:xfrm>
        </p:grpSpPr>
        <p:grpSp>
          <p:nvGrpSpPr>
            <p:cNvPr id="62540" name="Group 26"/>
            <p:cNvGrpSpPr>
              <a:grpSpLocks/>
            </p:cNvGrpSpPr>
            <p:nvPr/>
          </p:nvGrpSpPr>
          <p:grpSpPr bwMode="auto">
            <a:xfrm>
              <a:off x="2261" y="1580"/>
              <a:ext cx="1532" cy="854"/>
              <a:chOff x="2199" y="1488"/>
              <a:chExt cx="1593" cy="876"/>
            </a:xfrm>
          </p:grpSpPr>
          <p:sp>
            <p:nvSpPr>
              <p:cNvPr id="62544" name="Line 27"/>
              <p:cNvSpPr>
                <a:spLocks noChangeShapeType="1"/>
              </p:cNvSpPr>
              <p:nvPr/>
            </p:nvSpPr>
            <p:spPr bwMode="auto">
              <a:xfrm>
                <a:off x="2200" y="1488"/>
                <a:ext cx="1592" cy="624"/>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545" name="Line 28"/>
              <p:cNvSpPr>
                <a:spLocks noChangeShapeType="1"/>
              </p:cNvSpPr>
              <p:nvPr/>
            </p:nvSpPr>
            <p:spPr bwMode="auto">
              <a:xfrm flipV="1">
                <a:off x="2199" y="2112"/>
                <a:ext cx="1593" cy="252"/>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sp>
          <p:nvSpPr>
            <p:cNvPr id="62541" name="Freeform 29"/>
            <p:cNvSpPr>
              <a:spLocks/>
            </p:cNvSpPr>
            <p:nvPr/>
          </p:nvSpPr>
          <p:spPr bwMode="auto">
            <a:xfrm>
              <a:off x="3791" y="1954"/>
              <a:ext cx="517" cy="501"/>
            </a:xfrm>
            <a:custGeom>
              <a:avLst/>
              <a:gdLst>
                <a:gd name="T0" fmla="*/ 0 w 810"/>
                <a:gd name="T1" fmla="*/ 0 h 585"/>
                <a:gd name="T2" fmla="*/ 55 w 810"/>
                <a:gd name="T3" fmla="*/ 112 h 585"/>
                <a:gd name="T4" fmla="*/ 0 w 810"/>
                <a:gd name="T5" fmla="*/ 230 h 585"/>
                <a:gd name="T6" fmla="*/ 0 60000 65536"/>
                <a:gd name="T7" fmla="*/ 0 60000 65536"/>
                <a:gd name="T8" fmla="*/ 0 60000 65536"/>
                <a:gd name="T9" fmla="*/ 0 w 810"/>
                <a:gd name="T10" fmla="*/ 0 h 585"/>
                <a:gd name="T11" fmla="*/ 810 w 810"/>
                <a:gd name="T12" fmla="*/ 585 h 585"/>
              </a:gdLst>
              <a:ahLst/>
              <a:cxnLst>
                <a:cxn ang="T6">
                  <a:pos x="T0" y="T1"/>
                </a:cxn>
                <a:cxn ang="T7">
                  <a:pos x="T2" y="T3"/>
                </a:cxn>
                <a:cxn ang="T8">
                  <a:pos x="T4" y="T5"/>
                </a:cxn>
              </a:cxnLst>
              <a:rect l="T9" t="T10" r="T11" b="T12"/>
              <a:pathLst>
                <a:path w="810" h="585">
                  <a:moveTo>
                    <a:pt x="0" y="0"/>
                  </a:moveTo>
                  <a:cubicBezTo>
                    <a:pt x="405" y="94"/>
                    <a:pt x="810" y="188"/>
                    <a:pt x="810" y="285"/>
                  </a:cubicBezTo>
                  <a:cubicBezTo>
                    <a:pt x="810" y="382"/>
                    <a:pt x="135" y="535"/>
                    <a:pt x="0" y="585"/>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2542" name="Line 30"/>
            <p:cNvSpPr>
              <a:spLocks noChangeShapeType="1"/>
            </p:cNvSpPr>
            <p:nvPr/>
          </p:nvSpPr>
          <p:spPr bwMode="auto">
            <a:xfrm>
              <a:off x="3791" y="2191"/>
              <a:ext cx="517" cy="0"/>
            </a:xfrm>
            <a:prstGeom prst="line">
              <a:avLst/>
            </a:prstGeom>
            <a:noFill/>
            <a:ln w="9525">
              <a:solidFill>
                <a:srgbClr val="000000"/>
              </a:solidFill>
              <a:prstDash val="dash"/>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543" name="Text Box 31"/>
            <p:cNvSpPr txBox="1">
              <a:spLocks noChangeArrowheads="1"/>
            </p:cNvSpPr>
            <p:nvPr/>
          </p:nvSpPr>
          <p:spPr bwMode="auto">
            <a:xfrm>
              <a:off x="4346" y="2077"/>
              <a:ext cx="308" cy="3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2400">
                  <a:solidFill>
                    <a:srgbClr val="FF0000"/>
                  </a:solidFill>
                </a:rPr>
                <a:t>0</a:t>
              </a:r>
              <a:r>
                <a:rPr lang="en-US" altLang="zh-CN" sz="2400" i="1" baseline="-25000">
                  <a:solidFill>
                    <a:srgbClr val="FF0000"/>
                  </a:solidFill>
                </a:rPr>
                <a:t>L</a:t>
              </a:r>
              <a:endParaRPr lang="en-US" altLang="zh-CN" sz="2400">
                <a:solidFill>
                  <a:srgbClr val="FF0000"/>
                </a:solidFill>
              </a:endParaRPr>
            </a:p>
          </p:txBody>
        </p:sp>
      </p:grpSp>
      <p:grpSp>
        <p:nvGrpSpPr>
          <p:cNvPr id="8" name="Group 35"/>
          <p:cNvGrpSpPr>
            <a:grpSpLocks/>
          </p:cNvGrpSpPr>
          <p:nvPr/>
        </p:nvGrpSpPr>
        <p:grpSpPr bwMode="auto">
          <a:xfrm>
            <a:off x="7400925" y="2300288"/>
            <a:ext cx="808038" cy="1917700"/>
            <a:chOff x="4662" y="1296"/>
            <a:chExt cx="522" cy="1239"/>
          </a:xfrm>
        </p:grpSpPr>
        <p:sp>
          <p:nvSpPr>
            <p:cNvPr id="62538" name="AutoShape 36"/>
            <p:cNvSpPr>
              <a:spLocks/>
            </p:cNvSpPr>
            <p:nvPr/>
          </p:nvSpPr>
          <p:spPr bwMode="auto">
            <a:xfrm>
              <a:off x="4662" y="1655"/>
              <a:ext cx="90" cy="593"/>
            </a:xfrm>
            <a:prstGeom prst="rightBrace">
              <a:avLst>
                <a:gd name="adj1" fmla="val 54907"/>
                <a:gd name="adj2" fmla="val 50000"/>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2539" name="Text Box 37"/>
            <p:cNvSpPr txBox="1">
              <a:spLocks noChangeArrowheads="1"/>
            </p:cNvSpPr>
            <p:nvPr/>
          </p:nvSpPr>
          <p:spPr bwMode="auto">
            <a:xfrm>
              <a:off x="4800" y="1296"/>
              <a:ext cx="384" cy="1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400"/>
                <a:t>非相干叠加</a:t>
              </a:r>
            </a:p>
          </p:txBody>
        </p:sp>
      </p:grpSp>
      <p:grpSp>
        <p:nvGrpSpPr>
          <p:cNvPr id="9" name="Group 38"/>
          <p:cNvGrpSpPr>
            <a:grpSpLocks/>
          </p:cNvGrpSpPr>
          <p:nvPr/>
        </p:nvGrpSpPr>
        <p:grpSpPr bwMode="auto">
          <a:xfrm>
            <a:off x="6018213" y="2151063"/>
            <a:ext cx="1347787" cy="1028700"/>
            <a:chOff x="3792" y="1288"/>
            <a:chExt cx="871" cy="664"/>
          </a:xfrm>
        </p:grpSpPr>
        <p:sp>
          <p:nvSpPr>
            <p:cNvPr id="62535" name="Text Box 39"/>
            <p:cNvSpPr txBox="1">
              <a:spLocks noChangeArrowheads="1"/>
            </p:cNvSpPr>
            <p:nvPr/>
          </p:nvSpPr>
          <p:spPr bwMode="auto">
            <a:xfrm>
              <a:off x="4192" y="1288"/>
              <a:ext cx="471"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2400">
                  <a:solidFill>
                    <a:srgbClr val="FF0000"/>
                  </a:solidFill>
                </a:rPr>
                <a:t>+1</a:t>
              </a:r>
              <a:r>
                <a:rPr lang="en-US" altLang="zh-CN" sz="2400" i="1" baseline="-25000">
                  <a:solidFill>
                    <a:srgbClr val="FF0000"/>
                  </a:solidFill>
                </a:rPr>
                <a:t>L</a:t>
              </a:r>
              <a:endParaRPr lang="en-US" altLang="zh-CN" sz="2400">
                <a:solidFill>
                  <a:srgbClr val="FF0000"/>
                </a:solidFill>
              </a:endParaRPr>
            </a:p>
          </p:txBody>
        </p:sp>
        <p:sp>
          <p:nvSpPr>
            <p:cNvPr id="62536" name="Line 40"/>
            <p:cNvSpPr>
              <a:spLocks noChangeShapeType="1"/>
            </p:cNvSpPr>
            <p:nvPr/>
          </p:nvSpPr>
          <p:spPr bwMode="auto">
            <a:xfrm flipV="1">
              <a:off x="4056" y="1476"/>
              <a:ext cx="196" cy="47"/>
            </a:xfrm>
            <a:prstGeom prst="line">
              <a:avLst/>
            </a:prstGeom>
            <a:noFill/>
            <a:ln w="9525">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537" name="Freeform 41"/>
            <p:cNvSpPr>
              <a:spLocks/>
            </p:cNvSpPr>
            <p:nvPr/>
          </p:nvSpPr>
          <p:spPr bwMode="auto">
            <a:xfrm>
              <a:off x="3792" y="1438"/>
              <a:ext cx="531" cy="514"/>
            </a:xfrm>
            <a:custGeom>
              <a:avLst/>
              <a:gdLst>
                <a:gd name="T0" fmla="*/ 0 w 810"/>
                <a:gd name="T1" fmla="*/ 0 h 585"/>
                <a:gd name="T2" fmla="*/ 64 w 810"/>
                <a:gd name="T3" fmla="*/ 131 h 585"/>
                <a:gd name="T4" fmla="*/ 0 w 810"/>
                <a:gd name="T5" fmla="*/ 270 h 585"/>
                <a:gd name="T6" fmla="*/ 0 60000 65536"/>
                <a:gd name="T7" fmla="*/ 0 60000 65536"/>
                <a:gd name="T8" fmla="*/ 0 60000 65536"/>
                <a:gd name="T9" fmla="*/ 0 w 810"/>
                <a:gd name="T10" fmla="*/ 0 h 585"/>
                <a:gd name="T11" fmla="*/ 810 w 810"/>
                <a:gd name="T12" fmla="*/ 585 h 585"/>
              </a:gdLst>
              <a:ahLst/>
              <a:cxnLst>
                <a:cxn ang="T6">
                  <a:pos x="T0" y="T1"/>
                </a:cxn>
                <a:cxn ang="T7">
                  <a:pos x="T2" y="T3"/>
                </a:cxn>
                <a:cxn ang="T8">
                  <a:pos x="T4" y="T5"/>
                </a:cxn>
              </a:cxnLst>
              <a:rect l="T9" t="T10" r="T11" b="T12"/>
              <a:pathLst>
                <a:path w="810" h="585">
                  <a:moveTo>
                    <a:pt x="0" y="0"/>
                  </a:moveTo>
                  <a:cubicBezTo>
                    <a:pt x="405" y="94"/>
                    <a:pt x="810" y="188"/>
                    <a:pt x="810" y="285"/>
                  </a:cubicBezTo>
                  <a:cubicBezTo>
                    <a:pt x="810" y="382"/>
                    <a:pt x="135" y="535"/>
                    <a:pt x="0" y="585"/>
                  </a:cubicBezTo>
                </a:path>
              </a:pathLst>
            </a:custGeom>
            <a:noFill/>
            <a:ln w="28575">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10" name="Group 42"/>
          <p:cNvGrpSpPr>
            <a:grpSpLocks/>
          </p:cNvGrpSpPr>
          <p:nvPr/>
        </p:nvGrpSpPr>
        <p:grpSpPr bwMode="auto">
          <a:xfrm>
            <a:off x="6035675" y="3416300"/>
            <a:ext cx="1319213" cy="1068388"/>
            <a:chOff x="3780" y="2606"/>
            <a:chExt cx="852" cy="690"/>
          </a:xfrm>
        </p:grpSpPr>
        <p:sp>
          <p:nvSpPr>
            <p:cNvPr id="62532" name="Text Box 43"/>
            <p:cNvSpPr txBox="1">
              <a:spLocks noChangeArrowheads="1"/>
            </p:cNvSpPr>
            <p:nvPr/>
          </p:nvSpPr>
          <p:spPr bwMode="auto">
            <a:xfrm>
              <a:off x="4161" y="3000"/>
              <a:ext cx="471" cy="2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2400">
                  <a:solidFill>
                    <a:srgbClr val="0000FF"/>
                  </a:solidFill>
                  <a:sym typeface="Symbol" panose="05050102010706020507" pitchFamily="18" charset="2"/>
                </a:rPr>
                <a:t></a:t>
              </a:r>
              <a:r>
                <a:rPr lang="en-US" altLang="zh-CN" sz="2400">
                  <a:solidFill>
                    <a:srgbClr val="0000FF"/>
                  </a:solidFill>
                </a:rPr>
                <a:t>1</a:t>
              </a:r>
              <a:r>
                <a:rPr lang="en-US" altLang="zh-CN" sz="2400" i="1" baseline="-25000">
                  <a:solidFill>
                    <a:srgbClr val="0000FF"/>
                  </a:solidFill>
                </a:rPr>
                <a:t>N</a:t>
              </a:r>
              <a:endParaRPr lang="en-US" altLang="zh-CN" sz="2400">
                <a:solidFill>
                  <a:srgbClr val="0000FF"/>
                </a:solidFill>
              </a:endParaRPr>
            </a:p>
          </p:txBody>
        </p:sp>
        <p:sp>
          <p:nvSpPr>
            <p:cNvPr id="62533" name="Line 44"/>
            <p:cNvSpPr>
              <a:spLocks noChangeShapeType="1"/>
            </p:cNvSpPr>
            <p:nvPr/>
          </p:nvSpPr>
          <p:spPr bwMode="auto">
            <a:xfrm>
              <a:off x="4032" y="3023"/>
              <a:ext cx="192" cy="97"/>
            </a:xfrm>
            <a:prstGeom prst="line">
              <a:avLst/>
            </a:prstGeom>
            <a:noFill/>
            <a:ln w="9525">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534" name="Freeform 45"/>
            <p:cNvSpPr>
              <a:spLocks/>
            </p:cNvSpPr>
            <p:nvPr/>
          </p:nvSpPr>
          <p:spPr bwMode="auto">
            <a:xfrm>
              <a:off x="3780" y="2606"/>
              <a:ext cx="531" cy="514"/>
            </a:xfrm>
            <a:custGeom>
              <a:avLst/>
              <a:gdLst>
                <a:gd name="T0" fmla="*/ 0 w 810"/>
                <a:gd name="T1" fmla="*/ 0 h 585"/>
                <a:gd name="T2" fmla="*/ 64 w 810"/>
                <a:gd name="T3" fmla="*/ 131 h 585"/>
                <a:gd name="T4" fmla="*/ 0 w 810"/>
                <a:gd name="T5" fmla="*/ 270 h 585"/>
                <a:gd name="T6" fmla="*/ 0 60000 65536"/>
                <a:gd name="T7" fmla="*/ 0 60000 65536"/>
                <a:gd name="T8" fmla="*/ 0 60000 65536"/>
                <a:gd name="T9" fmla="*/ 0 w 810"/>
                <a:gd name="T10" fmla="*/ 0 h 585"/>
                <a:gd name="T11" fmla="*/ 810 w 810"/>
                <a:gd name="T12" fmla="*/ 585 h 585"/>
              </a:gdLst>
              <a:ahLst/>
              <a:cxnLst>
                <a:cxn ang="T6">
                  <a:pos x="T0" y="T1"/>
                </a:cxn>
                <a:cxn ang="T7">
                  <a:pos x="T2" y="T3"/>
                </a:cxn>
                <a:cxn ang="T8">
                  <a:pos x="T4" y="T5"/>
                </a:cxn>
              </a:cxnLst>
              <a:rect l="T9" t="T10" r="T11" b="T12"/>
              <a:pathLst>
                <a:path w="810" h="585">
                  <a:moveTo>
                    <a:pt x="0" y="0"/>
                  </a:moveTo>
                  <a:cubicBezTo>
                    <a:pt x="405" y="94"/>
                    <a:pt x="810" y="188"/>
                    <a:pt x="810" y="285"/>
                  </a:cubicBezTo>
                  <a:cubicBezTo>
                    <a:pt x="810" y="382"/>
                    <a:pt x="135" y="535"/>
                    <a:pt x="0" y="585"/>
                  </a:cubicBezTo>
                </a:path>
              </a:pathLst>
            </a:custGeom>
            <a:noFill/>
            <a:ln w="28575">
              <a:solidFill>
                <a:srgbClr val="0000FF"/>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11" name="Group 147"/>
          <p:cNvGrpSpPr>
            <a:grpSpLocks/>
          </p:cNvGrpSpPr>
          <p:nvPr/>
        </p:nvGrpSpPr>
        <p:grpSpPr bwMode="auto">
          <a:xfrm>
            <a:off x="2384425" y="1928813"/>
            <a:ext cx="5391150" cy="3008312"/>
            <a:chOff x="1502" y="1082"/>
            <a:chExt cx="3396" cy="1895"/>
          </a:xfrm>
        </p:grpSpPr>
        <p:grpSp>
          <p:nvGrpSpPr>
            <p:cNvPr id="62507" name="Group 32"/>
            <p:cNvGrpSpPr>
              <a:grpSpLocks/>
            </p:cNvGrpSpPr>
            <p:nvPr/>
          </p:nvGrpSpPr>
          <p:grpSpPr bwMode="auto">
            <a:xfrm>
              <a:off x="3804" y="1082"/>
              <a:ext cx="1094" cy="288"/>
              <a:chOff x="3804" y="1159"/>
              <a:chExt cx="1094" cy="288"/>
            </a:xfrm>
          </p:grpSpPr>
          <p:sp>
            <p:nvSpPr>
              <p:cNvPr id="62530" name="Line 33"/>
              <p:cNvSpPr>
                <a:spLocks noChangeShapeType="1"/>
              </p:cNvSpPr>
              <p:nvPr/>
            </p:nvSpPr>
            <p:spPr bwMode="auto">
              <a:xfrm>
                <a:off x="3804" y="1312"/>
                <a:ext cx="750" cy="0"/>
              </a:xfrm>
              <a:prstGeom prst="line">
                <a:avLst/>
              </a:prstGeom>
              <a:noFill/>
              <a:ln w="1905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2531" name="Text Box 34"/>
              <p:cNvSpPr txBox="1">
                <a:spLocks noChangeArrowheads="1"/>
              </p:cNvSpPr>
              <p:nvPr/>
            </p:nvSpPr>
            <p:spPr bwMode="auto">
              <a:xfrm>
                <a:off x="4569" y="1159"/>
                <a:ext cx="329"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i="1"/>
                  <a:t>I</a:t>
                </a:r>
              </a:p>
            </p:txBody>
          </p:sp>
        </p:grpSp>
        <p:grpSp>
          <p:nvGrpSpPr>
            <p:cNvPr id="62508" name="Group 83"/>
            <p:cNvGrpSpPr>
              <a:grpSpLocks/>
            </p:cNvGrpSpPr>
            <p:nvPr/>
          </p:nvGrpSpPr>
          <p:grpSpPr bwMode="auto">
            <a:xfrm>
              <a:off x="1502" y="1199"/>
              <a:ext cx="2297" cy="1778"/>
              <a:chOff x="1502" y="1276"/>
              <a:chExt cx="2297" cy="1778"/>
            </a:xfrm>
          </p:grpSpPr>
          <p:sp>
            <p:nvSpPr>
              <p:cNvPr id="62509" name="Line 84"/>
              <p:cNvSpPr>
                <a:spLocks noChangeShapeType="1"/>
              </p:cNvSpPr>
              <p:nvPr/>
            </p:nvSpPr>
            <p:spPr bwMode="auto">
              <a:xfrm>
                <a:off x="1502" y="2009"/>
                <a:ext cx="2297" cy="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510" name="Line 85"/>
              <p:cNvSpPr>
                <a:spLocks noChangeShapeType="1"/>
              </p:cNvSpPr>
              <p:nvPr/>
            </p:nvSpPr>
            <p:spPr bwMode="auto">
              <a:xfrm flipH="1">
                <a:off x="3799" y="1312"/>
                <a:ext cx="0" cy="1570"/>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511" name="Line 86"/>
              <p:cNvSpPr>
                <a:spLocks noChangeShapeType="1"/>
              </p:cNvSpPr>
              <p:nvPr/>
            </p:nvSpPr>
            <p:spPr bwMode="auto">
              <a:xfrm>
                <a:off x="1514" y="2231"/>
                <a:ext cx="0" cy="668"/>
              </a:xfrm>
              <a:prstGeom prst="line">
                <a:avLst/>
              </a:prstGeom>
              <a:noFill/>
              <a:ln w="1905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62512" name="Group 87"/>
              <p:cNvGrpSpPr>
                <a:grpSpLocks/>
              </p:cNvGrpSpPr>
              <p:nvPr/>
            </p:nvGrpSpPr>
            <p:grpSpPr bwMode="auto">
              <a:xfrm>
                <a:off x="2273" y="1576"/>
                <a:ext cx="562" cy="424"/>
                <a:chOff x="2273" y="1576"/>
                <a:chExt cx="562" cy="424"/>
              </a:xfrm>
            </p:grpSpPr>
            <p:sp>
              <p:nvSpPr>
                <p:cNvPr id="62528" name="AutoShape 88"/>
                <p:cNvSpPr>
                  <a:spLocks/>
                </p:cNvSpPr>
                <p:nvPr/>
              </p:nvSpPr>
              <p:spPr bwMode="auto">
                <a:xfrm>
                  <a:off x="2273" y="1576"/>
                  <a:ext cx="125" cy="424"/>
                </a:xfrm>
                <a:prstGeom prst="rightBrace">
                  <a:avLst>
                    <a:gd name="adj1" fmla="val 28267"/>
                    <a:gd name="adj2" fmla="val 50000"/>
                  </a:avLst>
                </a:prstGeom>
                <a:noFill/>
                <a:ln w="19050">
                  <a:solidFill>
                    <a:srgbClr val="00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2529" name="Text Box 89"/>
                <p:cNvSpPr txBox="1">
                  <a:spLocks noChangeArrowheads="1"/>
                </p:cNvSpPr>
                <p:nvPr/>
              </p:nvSpPr>
              <p:spPr bwMode="auto">
                <a:xfrm>
                  <a:off x="2386" y="1645"/>
                  <a:ext cx="449" cy="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2400" i="1"/>
                    <a:t>d</a:t>
                  </a:r>
                  <a:r>
                    <a:rPr lang="en-US" altLang="zh-CN" sz="2400"/>
                    <a:t> /2</a:t>
                  </a:r>
                </a:p>
              </p:txBody>
            </p:sp>
          </p:grpSp>
          <p:grpSp>
            <p:nvGrpSpPr>
              <p:cNvPr id="62513" name="Group 90"/>
              <p:cNvGrpSpPr>
                <a:grpSpLocks/>
              </p:cNvGrpSpPr>
              <p:nvPr/>
            </p:nvGrpSpPr>
            <p:grpSpPr bwMode="auto">
              <a:xfrm>
                <a:off x="1511" y="2653"/>
                <a:ext cx="728" cy="317"/>
                <a:chOff x="1511" y="2653"/>
                <a:chExt cx="728" cy="317"/>
              </a:xfrm>
            </p:grpSpPr>
            <p:sp>
              <p:nvSpPr>
                <p:cNvPr id="62525" name="Line 91"/>
                <p:cNvSpPr>
                  <a:spLocks noChangeShapeType="1"/>
                </p:cNvSpPr>
                <p:nvPr/>
              </p:nvSpPr>
              <p:spPr bwMode="auto">
                <a:xfrm>
                  <a:off x="1966" y="2806"/>
                  <a:ext cx="273" cy="0"/>
                </a:xfrm>
                <a:prstGeom prst="line">
                  <a:avLst/>
                </a:prstGeom>
                <a:noFill/>
                <a:ln w="127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2526" name="Line 92"/>
                <p:cNvSpPr>
                  <a:spLocks noChangeShapeType="1"/>
                </p:cNvSpPr>
                <p:nvPr/>
              </p:nvSpPr>
              <p:spPr bwMode="auto">
                <a:xfrm>
                  <a:off x="1511" y="2806"/>
                  <a:ext cx="280" cy="0"/>
                </a:xfrm>
                <a:prstGeom prst="line">
                  <a:avLst/>
                </a:prstGeom>
                <a:noFill/>
                <a:ln w="12700">
                  <a:solidFill>
                    <a:srgbClr val="000000"/>
                  </a:solidFill>
                  <a:round/>
                  <a:headEnd type="triangle" w="med" len="lg"/>
                  <a:tailEnd/>
                </a:ln>
                <a:extLst>
                  <a:ext uri="{909E8E84-426E-40DD-AFC4-6F175D3DCCD1}">
                    <a14:hiddenFill xmlns:a14="http://schemas.microsoft.com/office/drawing/2010/main">
                      <a:noFill/>
                    </a14:hiddenFill>
                  </a:ext>
                </a:extLst>
              </p:spPr>
              <p:txBody>
                <a:bodyPr/>
                <a:lstStyle/>
                <a:p>
                  <a:endParaRPr lang="zh-CN" altLang="en-US"/>
                </a:p>
              </p:txBody>
            </p:sp>
            <p:sp>
              <p:nvSpPr>
                <p:cNvPr id="62527" name="Text Box 93"/>
                <p:cNvSpPr txBox="1">
                  <a:spLocks noChangeArrowheads="1"/>
                </p:cNvSpPr>
                <p:nvPr/>
              </p:nvSpPr>
              <p:spPr bwMode="auto">
                <a:xfrm>
                  <a:off x="1744" y="2653"/>
                  <a:ext cx="259" cy="3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2400" i="1"/>
                    <a:t>R</a:t>
                  </a:r>
                  <a:endParaRPr lang="en-US" altLang="zh-CN" sz="2400"/>
                </a:p>
              </p:txBody>
            </p:sp>
          </p:grpSp>
          <p:grpSp>
            <p:nvGrpSpPr>
              <p:cNvPr id="62514" name="Group 94"/>
              <p:cNvGrpSpPr>
                <a:grpSpLocks/>
              </p:cNvGrpSpPr>
              <p:nvPr/>
            </p:nvGrpSpPr>
            <p:grpSpPr bwMode="auto">
              <a:xfrm>
                <a:off x="2261" y="2656"/>
                <a:ext cx="1538" cy="398"/>
                <a:chOff x="2261" y="2656"/>
                <a:chExt cx="1538" cy="398"/>
              </a:xfrm>
            </p:grpSpPr>
            <p:sp>
              <p:nvSpPr>
                <p:cNvPr id="62522" name="Line 95"/>
                <p:cNvSpPr>
                  <a:spLocks noChangeShapeType="1"/>
                </p:cNvSpPr>
                <p:nvPr/>
              </p:nvSpPr>
              <p:spPr bwMode="auto">
                <a:xfrm>
                  <a:off x="3115" y="2806"/>
                  <a:ext cx="684" cy="0"/>
                </a:xfrm>
                <a:prstGeom prst="line">
                  <a:avLst/>
                </a:prstGeom>
                <a:noFill/>
                <a:ln w="127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2523" name="Line 96"/>
                <p:cNvSpPr>
                  <a:spLocks noChangeShapeType="1"/>
                </p:cNvSpPr>
                <p:nvPr/>
              </p:nvSpPr>
              <p:spPr bwMode="auto">
                <a:xfrm flipH="1">
                  <a:off x="2261" y="2806"/>
                  <a:ext cx="650" cy="0"/>
                </a:xfrm>
                <a:prstGeom prst="line">
                  <a:avLst/>
                </a:prstGeom>
                <a:noFill/>
                <a:ln w="12700">
                  <a:solidFill>
                    <a:srgbClr val="00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sp>
              <p:nvSpPr>
                <p:cNvPr id="62524" name="Text Box 97"/>
                <p:cNvSpPr txBox="1">
                  <a:spLocks noChangeArrowheads="1"/>
                </p:cNvSpPr>
                <p:nvPr/>
              </p:nvSpPr>
              <p:spPr bwMode="auto">
                <a:xfrm>
                  <a:off x="2876" y="2656"/>
                  <a:ext cx="265" cy="3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2400" i="1"/>
                    <a:t>D</a:t>
                  </a:r>
                  <a:endParaRPr lang="en-US" altLang="zh-CN" sz="2400"/>
                </a:p>
              </p:txBody>
            </p:sp>
          </p:grpSp>
          <p:sp>
            <p:nvSpPr>
              <p:cNvPr id="62515" name="Line 99"/>
              <p:cNvSpPr>
                <a:spLocks noChangeShapeType="1"/>
              </p:cNvSpPr>
              <p:nvPr/>
            </p:nvSpPr>
            <p:spPr bwMode="auto">
              <a:xfrm>
                <a:off x="1514" y="1765"/>
                <a:ext cx="0" cy="488"/>
              </a:xfrm>
              <a:prstGeom prst="line">
                <a:avLst/>
              </a:prstGeom>
              <a:noFill/>
              <a:ln w="38100">
                <a:solidFill>
                  <a:srgbClr val="FF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nvGrpSpPr>
              <p:cNvPr id="62516" name="Group 102"/>
              <p:cNvGrpSpPr>
                <a:grpSpLocks/>
              </p:cNvGrpSpPr>
              <p:nvPr/>
            </p:nvGrpSpPr>
            <p:grpSpPr bwMode="auto">
              <a:xfrm>
                <a:off x="2230" y="1276"/>
                <a:ext cx="326" cy="1664"/>
                <a:chOff x="2230" y="1276"/>
                <a:chExt cx="326" cy="1664"/>
              </a:xfrm>
            </p:grpSpPr>
            <p:sp>
              <p:nvSpPr>
                <p:cNvPr id="62517" name="Text Box 103"/>
                <p:cNvSpPr txBox="1">
                  <a:spLocks noChangeArrowheads="1"/>
                </p:cNvSpPr>
                <p:nvPr/>
              </p:nvSpPr>
              <p:spPr bwMode="auto">
                <a:xfrm>
                  <a:off x="2230" y="1307"/>
                  <a:ext cx="324" cy="3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2400" i="1"/>
                    <a:t>S</a:t>
                  </a:r>
                  <a:r>
                    <a:rPr lang="en-US" altLang="zh-CN" sz="2400" baseline="-25000"/>
                    <a:t>1</a:t>
                  </a:r>
                  <a:endParaRPr lang="en-US" altLang="zh-CN" sz="2400"/>
                </a:p>
              </p:txBody>
            </p:sp>
            <p:sp>
              <p:nvSpPr>
                <p:cNvPr id="62518" name="Line 104"/>
                <p:cNvSpPr>
                  <a:spLocks noChangeShapeType="1"/>
                </p:cNvSpPr>
                <p:nvPr/>
              </p:nvSpPr>
              <p:spPr bwMode="auto">
                <a:xfrm flipH="1">
                  <a:off x="2254" y="1276"/>
                  <a:ext cx="0" cy="257"/>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519" name="Line 105"/>
                <p:cNvSpPr>
                  <a:spLocks noChangeShapeType="1"/>
                </p:cNvSpPr>
                <p:nvPr/>
              </p:nvSpPr>
              <p:spPr bwMode="auto">
                <a:xfrm>
                  <a:off x="2253" y="1623"/>
                  <a:ext cx="0" cy="745"/>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520" name="Text Box 106"/>
                <p:cNvSpPr txBox="1">
                  <a:spLocks noChangeArrowheads="1"/>
                </p:cNvSpPr>
                <p:nvPr/>
              </p:nvSpPr>
              <p:spPr bwMode="auto">
                <a:xfrm>
                  <a:off x="2233" y="2368"/>
                  <a:ext cx="323" cy="3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2400" i="1"/>
                    <a:t>S</a:t>
                  </a:r>
                  <a:r>
                    <a:rPr lang="en-US" altLang="zh-CN" sz="2400" baseline="-25000"/>
                    <a:t>2</a:t>
                  </a:r>
                  <a:endParaRPr lang="en-US" altLang="zh-CN" sz="2400"/>
                </a:p>
              </p:txBody>
            </p:sp>
            <p:sp>
              <p:nvSpPr>
                <p:cNvPr id="62521" name="Line 107"/>
                <p:cNvSpPr>
                  <a:spLocks noChangeShapeType="1"/>
                </p:cNvSpPr>
                <p:nvPr/>
              </p:nvSpPr>
              <p:spPr bwMode="auto">
                <a:xfrm flipH="1">
                  <a:off x="2254" y="2490"/>
                  <a:ext cx="0" cy="450"/>
                </a:xfrm>
                <a:prstGeom prst="line">
                  <a:avLst/>
                </a:prstGeom>
                <a:noFill/>
                <a:ln w="38100">
                  <a:solidFill>
                    <a:srgbClr val="00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grpSp>
        <p:nvGrpSpPr>
          <p:cNvPr id="18" name="Group 108"/>
          <p:cNvGrpSpPr>
            <a:grpSpLocks/>
          </p:cNvGrpSpPr>
          <p:nvPr/>
        </p:nvGrpSpPr>
        <p:grpSpPr bwMode="auto">
          <a:xfrm>
            <a:off x="2097088" y="2538413"/>
            <a:ext cx="1485900" cy="1417637"/>
            <a:chOff x="1318" y="1554"/>
            <a:chExt cx="936" cy="893"/>
          </a:xfrm>
        </p:grpSpPr>
        <p:grpSp>
          <p:nvGrpSpPr>
            <p:cNvPr id="62498" name="Group 109"/>
            <p:cNvGrpSpPr>
              <a:grpSpLocks/>
            </p:cNvGrpSpPr>
            <p:nvPr/>
          </p:nvGrpSpPr>
          <p:grpSpPr bwMode="auto">
            <a:xfrm>
              <a:off x="1316" y="1554"/>
              <a:ext cx="518" cy="355"/>
              <a:chOff x="1231" y="1440"/>
              <a:chExt cx="533" cy="364"/>
            </a:xfrm>
          </p:grpSpPr>
          <p:sp>
            <p:nvSpPr>
              <p:cNvPr id="62505" name="Text Box 110"/>
              <p:cNvSpPr txBox="1">
                <a:spLocks noChangeArrowheads="1"/>
              </p:cNvSpPr>
              <p:nvPr/>
            </p:nvSpPr>
            <p:spPr bwMode="auto">
              <a:xfrm>
                <a:off x="1231" y="1440"/>
                <a:ext cx="249" cy="2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2400" i="1">
                    <a:solidFill>
                      <a:srgbClr val="FF0000"/>
                    </a:solidFill>
                  </a:rPr>
                  <a:t>L</a:t>
                </a:r>
                <a:endParaRPr lang="en-US" altLang="zh-CN" sz="2400">
                  <a:solidFill>
                    <a:srgbClr val="FF0000"/>
                  </a:solidFill>
                </a:endParaRPr>
              </a:p>
            </p:txBody>
          </p:sp>
          <p:sp>
            <p:nvSpPr>
              <p:cNvPr id="62506" name="Text Box 111"/>
              <p:cNvSpPr txBox="1">
                <a:spLocks noChangeArrowheads="1"/>
              </p:cNvSpPr>
              <p:nvPr/>
            </p:nvSpPr>
            <p:spPr bwMode="auto">
              <a:xfrm>
                <a:off x="1332" y="1547"/>
                <a:ext cx="432" cy="2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FF0066"/>
                    </a:solidFill>
                    <a:sym typeface="Symbol" panose="05050102010706020507" pitchFamily="18" charset="2"/>
                  </a:rPr>
                  <a:t></a:t>
                </a:r>
                <a:endParaRPr lang="en-US" altLang="zh-CN" sz="2000">
                  <a:solidFill>
                    <a:srgbClr val="FF0066"/>
                  </a:solidFill>
                </a:endParaRPr>
              </a:p>
            </p:txBody>
          </p:sp>
        </p:grpSp>
        <p:grpSp>
          <p:nvGrpSpPr>
            <p:cNvPr id="62499" name="Group 112"/>
            <p:cNvGrpSpPr>
              <a:grpSpLocks/>
            </p:cNvGrpSpPr>
            <p:nvPr/>
          </p:nvGrpSpPr>
          <p:grpSpPr bwMode="auto">
            <a:xfrm>
              <a:off x="1522" y="1587"/>
              <a:ext cx="732" cy="200"/>
              <a:chOff x="1529" y="1601"/>
              <a:chExt cx="746" cy="193"/>
            </a:xfrm>
          </p:grpSpPr>
          <p:sp>
            <p:nvSpPr>
              <p:cNvPr id="62503" name="Line 113"/>
              <p:cNvSpPr>
                <a:spLocks noChangeShapeType="1"/>
              </p:cNvSpPr>
              <p:nvPr/>
            </p:nvSpPr>
            <p:spPr bwMode="auto">
              <a:xfrm flipV="1">
                <a:off x="1529" y="1601"/>
                <a:ext cx="746" cy="193"/>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504" name="Line 114"/>
              <p:cNvSpPr>
                <a:spLocks noChangeShapeType="1"/>
              </p:cNvSpPr>
              <p:nvPr/>
            </p:nvSpPr>
            <p:spPr bwMode="auto">
              <a:xfrm flipV="1">
                <a:off x="1529" y="1678"/>
                <a:ext cx="449" cy="116"/>
              </a:xfrm>
              <a:prstGeom prst="line">
                <a:avLst/>
              </a:prstGeom>
              <a:noFill/>
              <a:ln w="1905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grpSp>
          <p:nvGrpSpPr>
            <p:cNvPr id="62500" name="Group 115"/>
            <p:cNvGrpSpPr>
              <a:grpSpLocks/>
            </p:cNvGrpSpPr>
            <p:nvPr/>
          </p:nvGrpSpPr>
          <p:grpSpPr bwMode="auto">
            <a:xfrm>
              <a:off x="1529" y="1794"/>
              <a:ext cx="718" cy="653"/>
              <a:chOff x="1529" y="1794"/>
              <a:chExt cx="746" cy="668"/>
            </a:xfrm>
          </p:grpSpPr>
          <p:sp>
            <p:nvSpPr>
              <p:cNvPr id="62501" name="Line 116"/>
              <p:cNvSpPr>
                <a:spLocks noChangeShapeType="1"/>
              </p:cNvSpPr>
              <p:nvPr/>
            </p:nvSpPr>
            <p:spPr bwMode="auto">
              <a:xfrm>
                <a:off x="1529" y="1794"/>
                <a:ext cx="746" cy="668"/>
              </a:xfrm>
              <a:prstGeom prst="line">
                <a:avLst/>
              </a:prstGeom>
              <a:noFill/>
              <a:ln w="1905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502" name="Line 117"/>
              <p:cNvSpPr>
                <a:spLocks noChangeShapeType="1"/>
              </p:cNvSpPr>
              <p:nvPr/>
            </p:nvSpPr>
            <p:spPr bwMode="auto">
              <a:xfrm>
                <a:off x="1535" y="1794"/>
                <a:ext cx="498" cy="450"/>
              </a:xfrm>
              <a:prstGeom prst="line">
                <a:avLst/>
              </a:prstGeom>
              <a:noFill/>
              <a:ln w="19050">
                <a:solidFill>
                  <a:srgbClr val="FF0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22" name="Group 118"/>
          <p:cNvGrpSpPr>
            <a:grpSpLocks/>
          </p:cNvGrpSpPr>
          <p:nvPr/>
        </p:nvGrpSpPr>
        <p:grpSpPr bwMode="auto">
          <a:xfrm>
            <a:off x="1992313" y="2600325"/>
            <a:ext cx="1587500" cy="1366838"/>
            <a:chOff x="1255" y="1582"/>
            <a:chExt cx="1000" cy="861"/>
          </a:xfrm>
        </p:grpSpPr>
        <p:grpSp>
          <p:nvGrpSpPr>
            <p:cNvPr id="62489" name="Group 119"/>
            <p:cNvGrpSpPr>
              <a:grpSpLocks/>
            </p:cNvGrpSpPr>
            <p:nvPr/>
          </p:nvGrpSpPr>
          <p:grpSpPr bwMode="auto">
            <a:xfrm>
              <a:off x="1255" y="1870"/>
              <a:ext cx="585" cy="261"/>
              <a:chOff x="1152" y="1789"/>
              <a:chExt cx="600" cy="268"/>
            </a:xfrm>
          </p:grpSpPr>
          <p:sp>
            <p:nvSpPr>
              <p:cNvPr id="62496" name="Text Box 120"/>
              <p:cNvSpPr txBox="1">
                <a:spLocks noChangeArrowheads="1"/>
              </p:cNvSpPr>
              <p:nvPr/>
            </p:nvSpPr>
            <p:spPr bwMode="auto">
              <a:xfrm>
                <a:off x="1320" y="1801"/>
                <a:ext cx="432"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009900"/>
                    </a:solidFill>
                    <a:sym typeface="Symbol" panose="05050102010706020507" pitchFamily="18" charset="2"/>
                  </a:rPr>
                  <a:t></a:t>
                </a:r>
                <a:endParaRPr lang="en-US" altLang="zh-CN" sz="2000">
                  <a:solidFill>
                    <a:srgbClr val="009900"/>
                  </a:solidFill>
                </a:endParaRPr>
              </a:p>
            </p:txBody>
          </p:sp>
          <p:sp>
            <p:nvSpPr>
              <p:cNvPr id="62497" name="Text Box 121"/>
              <p:cNvSpPr txBox="1">
                <a:spLocks noChangeArrowheads="1"/>
              </p:cNvSpPr>
              <p:nvPr/>
            </p:nvSpPr>
            <p:spPr bwMode="auto">
              <a:xfrm>
                <a:off x="1152" y="1789"/>
                <a:ext cx="28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2400" i="1">
                    <a:solidFill>
                      <a:srgbClr val="009900"/>
                    </a:solidFill>
                  </a:rPr>
                  <a:t>M</a:t>
                </a:r>
                <a:endParaRPr lang="en-US" altLang="zh-CN" sz="2400">
                  <a:solidFill>
                    <a:srgbClr val="009900"/>
                  </a:solidFill>
                </a:endParaRPr>
              </a:p>
            </p:txBody>
          </p:sp>
        </p:grpSp>
        <p:grpSp>
          <p:nvGrpSpPr>
            <p:cNvPr id="62490" name="Group 122"/>
            <p:cNvGrpSpPr>
              <a:grpSpLocks/>
            </p:cNvGrpSpPr>
            <p:nvPr/>
          </p:nvGrpSpPr>
          <p:grpSpPr bwMode="auto">
            <a:xfrm>
              <a:off x="1519" y="1582"/>
              <a:ext cx="736" cy="436"/>
              <a:chOff x="1516" y="1587"/>
              <a:chExt cx="764" cy="435"/>
            </a:xfrm>
          </p:grpSpPr>
          <p:sp>
            <p:nvSpPr>
              <p:cNvPr id="62494" name="Line 123"/>
              <p:cNvSpPr>
                <a:spLocks noChangeShapeType="1"/>
              </p:cNvSpPr>
              <p:nvPr/>
            </p:nvSpPr>
            <p:spPr bwMode="auto">
              <a:xfrm flipV="1">
                <a:off x="1533" y="1587"/>
                <a:ext cx="747" cy="424"/>
              </a:xfrm>
              <a:prstGeom prst="line">
                <a:avLst/>
              </a:prstGeom>
              <a:noFill/>
              <a:ln w="19050">
                <a:solidFill>
                  <a:srgbClr val="008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495" name="Line 124"/>
              <p:cNvSpPr>
                <a:spLocks noChangeShapeType="1"/>
              </p:cNvSpPr>
              <p:nvPr/>
            </p:nvSpPr>
            <p:spPr bwMode="auto">
              <a:xfrm flipV="1">
                <a:off x="1516" y="1802"/>
                <a:ext cx="390" cy="220"/>
              </a:xfrm>
              <a:prstGeom prst="line">
                <a:avLst/>
              </a:prstGeom>
              <a:noFill/>
              <a:ln w="19050">
                <a:solidFill>
                  <a:srgbClr val="008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grpSp>
          <p:nvGrpSpPr>
            <p:cNvPr id="62491" name="Group 125"/>
            <p:cNvGrpSpPr>
              <a:grpSpLocks/>
            </p:cNvGrpSpPr>
            <p:nvPr/>
          </p:nvGrpSpPr>
          <p:grpSpPr bwMode="auto">
            <a:xfrm>
              <a:off x="1526" y="2011"/>
              <a:ext cx="729" cy="432"/>
              <a:chOff x="1523" y="2008"/>
              <a:chExt cx="757" cy="424"/>
            </a:xfrm>
          </p:grpSpPr>
          <p:sp>
            <p:nvSpPr>
              <p:cNvPr id="62492" name="Line 126"/>
              <p:cNvSpPr>
                <a:spLocks noChangeShapeType="1"/>
              </p:cNvSpPr>
              <p:nvPr/>
            </p:nvSpPr>
            <p:spPr bwMode="auto">
              <a:xfrm>
                <a:off x="1533" y="2008"/>
                <a:ext cx="747" cy="424"/>
              </a:xfrm>
              <a:prstGeom prst="line">
                <a:avLst/>
              </a:prstGeom>
              <a:noFill/>
              <a:ln w="19050">
                <a:solidFill>
                  <a:srgbClr val="008000"/>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493" name="Line 127"/>
              <p:cNvSpPr>
                <a:spLocks noChangeShapeType="1"/>
              </p:cNvSpPr>
              <p:nvPr/>
            </p:nvSpPr>
            <p:spPr bwMode="auto">
              <a:xfrm>
                <a:off x="1523" y="2008"/>
                <a:ext cx="374" cy="206"/>
              </a:xfrm>
              <a:prstGeom prst="line">
                <a:avLst/>
              </a:prstGeom>
              <a:noFill/>
              <a:ln w="19050">
                <a:solidFill>
                  <a:srgbClr val="008000"/>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26" name="Group 128"/>
          <p:cNvGrpSpPr>
            <a:grpSpLocks/>
          </p:cNvGrpSpPr>
          <p:nvPr/>
        </p:nvGrpSpPr>
        <p:grpSpPr bwMode="auto">
          <a:xfrm>
            <a:off x="2012950" y="2605088"/>
            <a:ext cx="1566863" cy="1611312"/>
            <a:chOff x="1265" y="1589"/>
            <a:chExt cx="987" cy="1015"/>
          </a:xfrm>
        </p:grpSpPr>
        <p:grpSp>
          <p:nvGrpSpPr>
            <p:cNvPr id="62480" name="Group 129"/>
            <p:cNvGrpSpPr>
              <a:grpSpLocks/>
            </p:cNvGrpSpPr>
            <p:nvPr/>
          </p:nvGrpSpPr>
          <p:grpSpPr bwMode="auto">
            <a:xfrm>
              <a:off x="1265" y="2111"/>
              <a:ext cx="572" cy="493"/>
              <a:chOff x="1165" y="2004"/>
              <a:chExt cx="587" cy="505"/>
            </a:xfrm>
          </p:grpSpPr>
          <p:sp>
            <p:nvSpPr>
              <p:cNvPr id="62487" name="Text Box 130"/>
              <p:cNvSpPr txBox="1">
                <a:spLocks noChangeArrowheads="1"/>
              </p:cNvSpPr>
              <p:nvPr/>
            </p:nvSpPr>
            <p:spPr bwMode="auto">
              <a:xfrm>
                <a:off x="1165" y="2088"/>
                <a:ext cx="280" cy="4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just" eaLnBrk="1" hangingPunct="1"/>
                <a:r>
                  <a:rPr lang="en-US" altLang="zh-CN" sz="2400" i="1">
                    <a:solidFill>
                      <a:srgbClr val="0000FF"/>
                    </a:solidFill>
                  </a:rPr>
                  <a:t>N</a:t>
                </a:r>
                <a:endParaRPr lang="en-US" altLang="zh-CN" sz="2400">
                  <a:solidFill>
                    <a:srgbClr val="0000FF"/>
                  </a:solidFill>
                </a:endParaRPr>
              </a:p>
            </p:txBody>
          </p:sp>
          <p:sp>
            <p:nvSpPr>
              <p:cNvPr id="62488" name="Text Box 131"/>
              <p:cNvSpPr txBox="1">
                <a:spLocks noChangeArrowheads="1"/>
              </p:cNvSpPr>
              <p:nvPr/>
            </p:nvSpPr>
            <p:spPr bwMode="auto">
              <a:xfrm>
                <a:off x="1320" y="2004"/>
                <a:ext cx="432" cy="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a:solidFill>
                      <a:srgbClr val="0000FF"/>
                    </a:solidFill>
                    <a:sym typeface="Symbol" panose="05050102010706020507" pitchFamily="18" charset="2"/>
                  </a:rPr>
                  <a:t></a:t>
                </a:r>
                <a:endParaRPr lang="en-US" altLang="zh-CN" sz="2000">
                  <a:solidFill>
                    <a:srgbClr val="0000FF"/>
                  </a:solidFill>
                </a:endParaRPr>
              </a:p>
            </p:txBody>
          </p:sp>
        </p:grpSp>
        <p:grpSp>
          <p:nvGrpSpPr>
            <p:cNvPr id="62481" name="Group 132"/>
            <p:cNvGrpSpPr>
              <a:grpSpLocks/>
            </p:cNvGrpSpPr>
            <p:nvPr/>
          </p:nvGrpSpPr>
          <p:grpSpPr bwMode="auto">
            <a:xfrm>
              <a:off x="1523" y="1589"/>
              <a:ext cx="729" cy="649"/>
              <a:chOff x="1523" y="1596"/>
              <a:chExt cx="757" cy="656"/>
            </a:xfrm>
          </p:grpSpPr>
          <p:sp>
            <p:nvSpPr>
              <p:cNvPr id="62485" name="Line 133"/>
              <p:cNvSpPr>
                <a:spLocks noChangeShapeType="1"/>
              </p:cNvSpPr>
              <p:nvPr/>
            </p:nvSpPr>
            <p:spPr bwMode="auto">
              <a:xfrm flipV="1">
                <a:off x="1523" y="1596"/>
                <a:ext cx="757" cy="656"/>
              </a:xfrm>
              <a:prstGeom prst="line">
                <a:avLst/>
              </a:prstGeom>
              <a:noFill/>
              <a:ln w="1905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486" name="Line 134"/>
              <p:cNvSpPr>
                <a:spLocks noChangeShapeType="1"/>
              </p:cNvSpPr>
              <p:nvPr/>
            </p:nvSpPr>
            <p:spPr bwMode="auto">
              <a:xfrm flipV="1">
                <a:off x="1523" y="1789"/>
                <a:ext cx="538" cy="463"/>
              </a:xfrm>
              <a:prstGeom prst="line">
                <a:avLst/>
              </a:prstGeom>
              <a:noFill/>
              <a:ln w="19050">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grpSp>
          <p:nvGrpSpPr>
            <p:cNvPr id="62482" name="Group 135"/>
            <p:cNvGrpSpPr>
              <a:grpSpLocks/>
            </p:cNvGrpSpPr>
            <p:nvPr/>
          </p:nvGrpSpPr>
          <p:grpSpPr bwMode="auto">
            <a:xfrm>
              <a:off x="1523" y="2244"/>
              <a:ext cx="722" cy="202"/>
              <a:chOff x="1523" y="2244"/>
              <a:chExt cx="757" cy="195"/>
            </a:xfrm>
          </p:grpSpPr>
          <p:sp>
            <p:nvSpPr>
              <p:cNvPr id="62483" name="Line 136"/>
              <p:cNvSpPr>
                <a:spLocks noChangeShapeType="1"/>
              </p:cNvSpPr>
              <p:nvPr/>
            </p:nvSpPr>
            <p:spPr bwMode="auto">
              <a:xfrm>
                <a:off x="1523" y="2246"/>
                <a:ext cx="757" cy="193"/>
              </a:xfrm>
              <a:prstGeom prst="line">
                <a:avLst/>
              </a:prstGeom>
              <a:noFill/>
              <a:ln w="19050">
                <a:solidFill>
                  <a:srgbClr val="0000FF"/>
                </a:solidFill>
                <a:round/>
                <a:headEnd/>
                <a:tailEnd/>
              </a:ln>
              <a:extLst>
                <a:ext uri="{909E8E84-426E-40DD-AFC4-6F175D3DCCD1}">
                  <a14:hiddenFill xmlns:a14="http://schemas.microsoft.com/office/drawing/2010/main">
                    <a:noFill/>
                  </a14:hiddenFill>
                </a:ext>
              </a:extLst>
            </p:spPr>
            <p:txBody>
              <a:bodyPr/>
              <a:lstStyle/>
              <a:p>
                <a:endParaRPr lang="zh-CN" altLang="en-US"/>
              </a:p>
            </p:txBody>
          </p:sp>
          <p:sp>
            <p:nvSpPr>
              <p:cNvPr id="62484" name="Line 137"/>
              <p:cNvSpPr>
                <a:spLocks noChangeShapeType="1"/>
              </p:cNvSpPr>
              <p:nvPr/>
            </p:nvSpPr>
            <p:spPr bwMode="auto">
              <a:xfrm>
                <a:off x="1523" y="2244"/>
                <a:ext cx="528" cy="134"/>
              </a:xfrm>
              <a:prstGeom prst="line">
                <a:avLst/>
              </a:prstGeom>
              <a:noFill/>
              <a:ln w="19050">
                <a:solidFill>
                  <a:srgbClr val="0000FF"/>
                </a:solidFill>
                <a:round/>
                <a:headEnd/>
                <a:tailEnd type="triangle" w="med" len="lg"/>
              </a:ln>
              <a:extLst>
                <a:ext uri="{909E8E84-426E-40DD-AFC4-6F175D3DCCD1}">
                  <a14:hiddenFill xmlns:a14="http://schemas.microsoft.com/office/drawing/2010/main">
                    <a:noFill/>
                  </a14:hiddenFill>
                </a:ext>
              </a:extLst>
            </p:spPr>
            <p:txBody>
              <a:bodyPr/>
              <a:lstStyle/>
              <a:p>
                <a:endParaRPr lang="zh-CN" altLang="en-US"/>
              </a:p>
            </p:txBody>
          </p:sp>
        </p:grpSp>
      </p:grpSp>
      <p:sp>
        <p:nvSpPr>
          <p:cNvPr id="93" name="TextBox 92"/>
          <p:cNvSpPr txBox="1">
            <a:spLocks noChangeArrowheads="1"/>
          </p:cNvSpPr>
          <p:nvPr/>
        </p:nvSpPr>
        <p:spPr bwMode="auto">
          <a:xfrm>
            <a:off x="1500188" y="4975225"/>
            <a:ext cx="628650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t>光源移动使到观察屏上所有点的光程差改变一个常数，所有条纹移动距离相同</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box(out)">
                                      <p:cBhvr>
                                        <p:cTn id="7" dur="500"/>
                                        <p:tgtEl>
                                          <p:spTgt spid="1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wipe(left)">
                                      <p:cBhvr>
                                        <p:cTn id="12" dur="500"/>
                                        <p:tgtEl>
                                          <p:spTgt spid="22"/>
                                        </p:tgtEl>
                                      </p:cBhvr>
                                    </p:animEffect>
                                  </p:childTnLst>
                                </p:cTn>
                              </p:par>
                            </p:childTnLst>
                          </p:cTn>
                        </p:par>
                        <p:par>
                          <p:cTn id="13" fill="hold" nodeType="afterGroup">
                            <p:stCondLst>
                              <p:cond delay="500"/>
                            </p:stCondLst>
                            <p:childTnLst>
                              <p:par>
                                <p:cTn id="14" presetID="22" presetClass="entr" presetSubtype="8" fill="hold" nodeType="afterEffect">
                                  <p:stCondLst>
                                    <p:cond delay="0"/>
                                  </p:stCondLst>
                                  <p:childTnLst>
                                    <p:set>
                                      <p:cBhvr>
                                        <p:cTn id="15" dur="1" fill="hold">
                                          <p:stCondLst>
                                            <p:cond delay="0"/>
                                          </p:stCondLst>
                                        </p:cTn>
                                        <p:tgtEl>
                                          <p:spTgt spid="2"/>
                                        </p:tgtEl>
                                        <p:attrNameLst>
                                          <p:attrName>style.visibility</p:attrName>
                                        </p:attrNameLst>
                                      </p:cBhvr>
                                      <p:to>
                                        <p:strVal val="visible"/>
                                      </p:to>
                                    </p:set>
                                    <p:animEffect transition="in" filter="wipe(left)">
                                      <p:cBhvr>
                                        <p:cTn id="16" dur="500"/>
                                        <p:tgtEl>
                                          <p:spTgt spid="2"/>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2" presetClass="entr" presetSubtype="8" fill="hold" nodeType="clickEffect">
                                  <p:stCondLst>
                                    <p:cond delay="0"/>
                                  </p:stCondLst>
                                  <p:childTnLst>
                                    <p:set>
                                      <p:cBhvr>
                                        <p:cTn id="20" dur="1" fill="hold">
                                          <p:stCondLst>
                                            <p:cond delay="0"/>
                                          </p:stCondLst>
                                        </p:cTn>
                                        <p:tgtEl>
                                          <p:spTgt spid="18"/>
                                        </p:tgtEl>
                                        <p:attrNameLst>
                                          <p:attrName>style.visibility</p:attrName>
                                        </p:attrNameLst>
                                      </p:cBhvr>
                                      <p:to>
                                        <p:strVal val="visible"/>
                                      </p:to>
                                    </p:set>
                                    <p:animEffect transition="in" filter="wipe(left)">
                                      <p:cBhvr>
                                        <p:cTn id="21" dur="500"/>
                                        <p:tgtEl>
                                          <p:spTgt spid="18"/>
                                        </p:tgtEl>
                                      </p:cBhvr>
                                    </p:animEffect>
                                  </p:childTnLst>
                                </p:cTn>
                              </p:par>
                            </p:childTnLst>
                          </p:cTn>
                        </p:par>
                        <p:par>
                          <p:cTn id="22" fill="hold" nodeType="afterGroup">
                            <p:stCondLst>
                              <p:cond delay="500"/>
                            </p:stCondLst>
                            <p:childTnLst>
                              <p:par>
                                <p:cTn id="23" presetID="22" presetClass="entr" presetSubtype="8" fill="hold" nodeType="after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wipe(left)">
                                      <p:cBhvr>
                                        <p:cTn id="25" dur="500"/>
                                        <p:tgtEl>
                                          <p:spTgt spid="6"/>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26"/>
                                        </p:tgtEl>
                                        <p:attrNameLst>
                                          <p:attrName>style.visibility</p:attrName>
                                        </p:attrNameLst>
                                      </p:cBhvr>
                                      <p:to>
                                        <p:strVal val="visible"/>
                                      </p:to>
                                    </p:set>
                                    <p:animEffect transition="in" filter="wipe(left)">
                                      <p:cBhvr>
                                        <p:cTn id="30" dur="500"/>
                                        <p:tgtEl>
                                          <p:spTgt spid="26"/>
                                        </p:tgtEl>
                                      </p:cBhvr>
                                    </p:animEffect>
                                  </p:childTnLst>
                                </p:cTn>
                              </p:par>
                            </p:childTnLst>
                          </p:cTn>
                        </p:par>
                        <p:par>
                          <p:cTn id="31" fill="hold" nodeType="afterGroup">
                            <p:stCondLst>
                              <p:cond delay="500"/>
                            </p:stCondLst>
                            <p:childTnLst>
                              <p:par>
                                <p:cTn id="32" presetID="22" presetClass="entr" presetSubtype="8" fill="hold" nodeType="afterEffect">
                                  <p:stCondLst>
                                    <p:cond delay="0"/>
                                  </p:stCondLst>
                                  <p:childTnLst>
                                    <p:set>
                                      <p:cBhvr>
                                        <p:cTn id="33" dur="1" fill="hold">
                                          <p:stCondLst>
                                            <p:cond delay="0"/>
                                          </p:stCondLst>
                                        </p:cTn>
                                        <p:tgtEl>
                                          <p:spTgt spid="4"/>
                                        </p:tgtEl>
                                        <p:attrNameLst>
                                          <p:attrName>style.visibility</p:attrName>
                                        </p:attrNameLst>
                                      </p:cBhvr>
                                      <p:to>
                                        <p:strVal val="visible"/>
                                      </p:to>
                                    </p:set>
                                    <p:animEffect transition="in" filter="wipe(left)">
                                      <p:cBhvr>
                                        <p:cTn id="34" dur="500"/>
                                        <p:tgtEl>
                                          <p:spTgt spid="4"/>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nodeType="click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wipe(left)">
                                      <p:cBhvr>
                                        <p:cTn id="39" dur="500"/>
                                        <p:tgtEl>
                                          <p:spTgt spid="9"/>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nodeType="click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wipe(left)">
                                      <p:cBhvr>
                                        <p:cTn id="44" dur="500"/>
                                        <p:tgtEl>
                                          <p:spTgt spid="10"/>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nodeType="clickEffect">
                                  <p:stCondLst>
                                    <p:cond delay="0"/>
                                  </p:stCondLst>
                                  <p:childTnLst>
                                    <p:set>
                                      <p:cBhvr>
                                        <p:cTn id="48" dur="1" fill="hold">
                                          <p:stCondLst>
                                            <p:cond delay="0"/>
                                          </p:stCondLst>
                                        </p:cTn>
                                        <p:tgtEl>
                                          <p:spTgt spid="8"/>
                                        </p:tgtEl>
                                        <p:attrNameLst>
                                          <p:attrName>style.visibility</p:attrName>
                                        </p:attrNameLst>
                                      </p:cBhvr>
                                      <p:to>
                                        <p:strVal val="visible"/>
                                      </p:to>
                                    </p:set>
                                    <p:animEffect transition="in" filter="wipe(left)">
                                      <p:cBhvr>
                                        <p:cTn id="49" dur="500"/>
                                        <p:tgtEl>
                                          <p:spTgt spid="8"/>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93"/>
                                        </p:tgtEl>
                                        <p:attrNameLst>
                                          <p:attrName>style.visibility</p:attrName>
                                        </p:attrNameLst>
                                      </p:cBhvr>
                                      <p:to>
                                        <p:strVal val="visible"/>
                                      </p:to>
                                    </p:set>
                                    <p:animEffect transition="in" filter="blinds(horizontal)">
                                      <p:cBhvr>
                                        <p:cTn id="54" dur="500"/>
                                        <p:tgtEl>
                                          <p:spTgt spid="93"/>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7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9" grpId="0"/>
      <p:bldP spid="93"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Line 91"/>
          <p:cNvSpPr>
            <a:spLocks noChangeShapeType="1"/>
          </p:cNvSpPr>
          <p:nvPr/>
        </p:nvSpPr>
        <p:spPr bwMode="auto">
          <a:xfrm>
            <a:off x="8069263" y="1884363"/>
            <a:ext cx="0" cy="304800"/>
          </a:xfrm>
          <a:prstGeom prst="line">
            <a:avLst/>
          </a:prstGeom>
          <a:noFill/>
          <a:ln w="38100">
            <a:solidFill>
              <a:srgbClr val="CC00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5" name="Line 166"/>
          <p:cNvSpPr>
            <a:spLocks noChangeShapeType="1"/>
          </p:cNvSpPr>
          <p:nvPr/>
        </p:nvSpPr>
        <p:spPr bwMode="auto">
          <a:xfrm>
            <a:off x="7720013" y="1973263"/>
            <a:ext cx="0" cy="223837"/>
          </a:xfrm>
          <a:prstGeom prst="line">
            <a:avLst/>
          </a:prstGeom>
          <a:noFill/>
          <a:ln w="38100">
            <a:solidFill>
              <a:srgbClr val="CC00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6" name="Line 172"/>
          <p:cNvSpPr>
            <a:spLocks noChangeShapeType="1"/>
          </p:cNvSpPr>
          <p:nvPr/>
        </p:nvSpPr>
        <p:spPr bwMode="auto">
          <a:xfrm>
            <a:off x="7359650" y="2033588"/>
            <a:ext cx="0" cy="165100"/>
          </a:xfrm>
          <a:prstGeom prst="line">
            <a:avLst/>
          </a:prstGeom>
          <a:noFill/>
          <a:ln w="38100">
            <a:solidFill>
              <a:srgbClr val="CC00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7" name="Line 173"/>
          <p:cNvSpPr>
            <a:spLocks noChangeShapeType="1"/>
          </p:cNvSpPr>
          <p:nvPr/>
        </p:nvSpPr>
        <p:spPr bwMode="auto">
          <a:xfrm>
            <a:off x="7018338" y="2092325"/>
            <a:ext cx="0" cy="107950"/>
          </a:xfrm>
          <a:prstGeom prst="line">
            <a:avLst/>
          </a:prstGeom>
          <a:noFill/>
          <a:ln w="38100">
            <a:solidFill>
              <a:srgbClr val="CC00CC"/>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8" name="Line 86"/>
          <p:cNvSpPr>
            <a:spLocks noChangeShapeType="1"/>
          </p:cNvSpPr>
          <p:nvPr/>
        </p:nvSpPr>
        <p:spPr bwMode="auto">
          <a:xfrm>
            <a:off x="6667500" y="2211388"/>
            <a:ext cx="1828800" cy="0"/>
          </a:xfrm>
          <a:prstGeom prst="line">
            <a:avLst/>
          </a:prstGeom>
          <a:noFill/>
          <a:ln w="381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9" name="Line 87"/>
          <p:cNvSpPr>
            <a:spLocks noChangeShapeType="1"/>
          </p:cNvSpPr>
          <p:nvPr/>
        </p:nvSpPr>
        <p:spPr bwMode="auto">
          <a:xfrm flipV="1">
            <a:off x="6667500" y="1789113"/>
            <a:ext cx="1905000" cy="381000"/>
          </a:xfrm>
          <a:prstGeom prst="line">
            <a:avLst/>
          </a:prstGeom>
          <a:noFill/>
          <a:ln w="38100">
            <a:solidFill>
              <a:schemeClr val="accent2"/>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48138" name="Rectangle 174"/>
          <p:cNvSpPr>
            <a:spLocks noChangeArrowheads="1"/>
          </p:cNvSpPr>
          <p:nvPr/>
        </p:nvSpPr>
        <p:spPr bwMode="auto">
          <a:xfrm>
            <a:off x="4676775" y="1779588"/>
            <a:ext cx="1150938" cy="649287"/>
          </a:xfrm>
          <a:prstGeom prst="rect">
            <a:avLst/>
          </a:prstGeom>
          <a:solidFill>
            <a:schemeClr val="bg1"/>
          </a:solidFill>
          <a:ln w="9525">
            <a:solidFill>
              <a:schemeClr val="bg1"/>
            </a:solidFill>
            <a:miter lim="800000"/>
            <a:headEnd/>
            <a:tailEnd/>
          </a:ln>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8139" name="Text Box 89"/>
          <p:cNvSpPr txBox="1">
            <a:spLocks noChangeArrowheads="1"/>
          </p:cNvSpPr>
          <p:nvPr/>
        </p:nvSpPr>
        <p:spPr bwMode="auto">
          <a:xfrm>
            <a:off x="1189038" y="357188"/>
            <a:ext cx="63119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t>上玻璃片向上平移</a:t>
            </a:r>
            <a:r>
              <a:rPr lang="en-US" altLang="zh-CN" sz="2800" b="1"/>
              <a:t>,</a:t>
            </a:r>
            <a:r>
              <a:rPr lang="zh-CN" altLang="en-US" sz="2800" b="1"/>
              <a:t>条纹如何变化</a:t>
            </a:r>
            <a:r>
              <a:rPr lang="en-US" altLang="zh-CN" sz="2800" b="1"/>
              <a:t>?</a:t>
            </a:r>
          </a:p>
        </p:txBody>
      </p:sp>
      <p:sp>
        <p:nvSpPr>
          <p:cNvPr id="48140" name="Text Box 5"/>
          <p:cNvSpPr txBox="1">
            <a:spLocks noChangeArrowheads="1"/>
          </p:cNvSpPr>
          <p:nvPr/>
        </p:nvSpPr>
        <p:spPr bwMode="auto">
          <a:xfrm>
            <a:off x="71438" y="357188"/>
            <a:ext cx="1266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solidFill>
                  <a:srgbClr val="0000FF"/>
                </a:solidFill>
                <a:sym typeface="Symbol" panose="05050102010706020507" pitchFamily="18" charset="2"/>
              </a:rPr>
              <a:t>【</a:t>
            </a:r>
            <a:r>
              <a:rPr lang="zh-CN" altLang="en-US" sz="2800" b="1">
                <a:solidFill>
                  <a:srgbClr val="0000FF"/>
                </a:solidFill>
              </a:rPr>
              <a:t>例</a:t>
            </a:r>
            <a:r>
              <a:rPr lang="en-US" altLang="zh-CN" sz="2800" b="1">
                <a:solidFill>
                  <a:srgbClr val="0000FF"/>
                </a:solidFill>
              </a:rPr>
              <a:t>】</a:t>
            </a:r>
          </a:p>
        </p:txBody>
      </p:sp>
      <p:sp>
        <p:nvSpPr>
          <p:cNvPr id="15" name="Text Box 89"/>
          <p:cNvSpPr txBox="1">
            <a:spLocks noChangeArrowheads="1"/>
          </p:cNvSpPr>
          <p:nvPr/>
        </p:nvSpPr>
        <p:spPr bwMode="auto">
          <a:xfrm>
            <a:off x="857250" y="5691188"/>
            <a:ext cx="70008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t>条纹向棱边方向移动，条纹间距不变</a:t>
            </a:r>
            <a:endParaRPr lang="en-US" altLang="zh-CN" sz="2800" b="1"/>
          </a:p>
        </p:txBody>
      </p:sp>
      <p:graphicFrame>
        <p:nvGraphicFramePr>
          <p:cNvPr id="17" name="Object 55"/>
          <p:cNvGraphicFramePr>
            <a:graphicFrameLocks noChangeAspect="1"/>
          </p:cNvGraphicFramePr>
          <p:nvPr/>
        </p:nvGraphicFramePr>
        <p:xfrm>
          <a:off x="2786063" y="1643063"/>
          <a:ext cx="1682750" cy="927100"/>
        </p:xfrm>
        <a:graphic>
          <a:graphicData uri="http://schemas.openxmlformats.org/presentationml/2006/ole">
            <mc:AlternateContent xmlns:mc="http://schemas.openxmlformats.org/markup-compatibility/2006">
              <mc:Choice xmlns:v="urn:schemas-microsoft-com:vml" Requires="v">
                <p:oleObj spid="_x0000_s48168" name="Equation" r:id="rId4" imgW="711000" imgH="393480" progId="Equation.DSMT4">
                  <p:embed/>
                </p:oleObj>
              </mc:Choice>
              <mc:Fallback>
                <p:oleObj name="Equation" r:id="rId4" imgW="711000" imgH="393480" progId="Equation.DSMT4">
                  <p:embed/>
                  <p:pic>
                    <p:nvPicPr>
                      <p:cNvPr id="0" name="Object 5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86063" y="1643063"/>
                        <a:ext cx="1682750" cy="92710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8" name="TextBox 17"/>
          <p:cNvSpPr txBox="1">
            <a:spLocks noChangeArrowheads="1"/>
          </p:cNvSpPr>
          <p:nvPr/>
        </p:nvSpPr>
        <p:spPr bwMode="auto">
          <a:xfrm>
            <a:off x="857250" y="1833563"/>
            <a:ext cx="19875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t>由条纹间距</a:t>
            </a:r>
          </a:p>
        </p:txBody>
      </p:sp>
      <p:sp>
        <p:nvSpPr>
          <p:cNvPr id="19" name="TextBox 18"/>
          <p:cNvSpPr txBox="1">
            <a:spLocks noChangeArrowheads="1"/>
          </p:cNvSpPr>
          <p:nvPr/>
        </p:nvSpPr>
        <p:spPr bwMode="auto">
          <a:xfrm>
            <a:off x="857250" y="2928938"/>
            <a:ext cx="30702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t>所以条纹</a:t>
            </a:r>
            <a:r>
              <a:rPr lang="zh-CN" altLang="en-US" sz="2800" b="1">
                <a:solidFill>
                  <a:srgbClr val="FF0000"/>
                </a:solidFill>
              </a:rPr>
              <a:t>间距不变</a:t>
            </a:r>
          </a:p>
        </p:txBody>
      </p:sp>
      <p:sp>
        <p:nvSpPr>
          <p:cNvPr id="20" name="TextBox 19"/>
          <p:cNvSpPr txBox="1">
            <a:spLocks noChangeArrowheads="1"/>
          </p:cNvSpPr>
          <p:nvPr/>
        </p:nvSpPr>
        <p:spPr bwMode="auto">
          <a:xfrm>
            <a:off x="857250" y="3833813"/>
            <a:ext cx="19875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t>由明纹公式</a:t>
            </a:r>
          </a:p>
        </p:txBody>
      </p:sp>
      <p:graphicFrame>
        <p:nvGraphicFramePr>
          <p:cNvPr id="89124" name="Object 36"/>
          <p:cNvGraphicFramePr>
            <a:graphicFrameLocks noChangeAspect="1"/>
          </p:cNvGraphicFramePr>
          <p:nvPr/>
        </p:nvGraphicFramePr>
        <p:xfrm>
          <a:off x="3071813" y="3868738"/>
          <a:ext cx="2017712" cy="488950"/>
        </p:xfrm>
        <a:graphic>
          <a:graphicData uri="http://schemas.openxmlformats.org/presentationml/2006/ole">
            <mc:AlternateContent xmlns:mc="http://schemas.openxmlformats.org/markup-compatibility/2006">
              <mc:Choice xmlns:v="urn:schemas-microsoft-com:vml" Requires="v">
                <p:oleObj spid="_x0000_s48169" name="Equation" r:id="rId6" imgW="761760" imgH="177480" progId="Equation.DSMT4">
                  <p:embed/>
                </p:oleObj>
              </mc:Choice>
              <mc:Fallback>
                <p:oleObj name="Equation" r:id="rId6" imgW="761760" imgH="177480" progId="Equation.DSMT4">
                  <p:embed/>
                  <p:pic>
                    <p:nvPicPr>
                      <p:cNvPr id="0" name="Object 36"/>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71813" y="3868738"/>
                        <a:ext cx="2017712" cy="48895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22" name="文本框 14"/>
          <p:cNvSpPr txBox="1">
            <a:spLocks noChangeArrowheads="1"/>
          </p:cNvSpPr>
          <p:nvPr/>
        </p:nvSpPr>
        <p:spPr bwMode="auto">
          <a:xfrm>
            <a:off x="857250" y="4786313"/>
            <a:ext cx="77565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t>玻璃移动导致厚度</a:t>
            </a:r>
            <a:r>
              <a:rPr lang="en-US" altLang="zh-CN" sz="2800" b="1" i="1">
                <a:latin typeface="Times New Roman" panose="02020603050405020304" pitchFamily="18" charset="0"/>
                <a:cs typeface="Times New Roman" panose="02020603050405020304" pitchFamily="18" charset="0"/>
              </a:rPr>
              <a:t>e</a:t>
            </a:r>
            <a:r>
              <a:rPr lang="zh-CN" altLang="en-US" sz="2800" b="1"/>
              <a:t>增加，第</a:t>
            </a:r>
            <a:r>
              <a:rPr lang="en-US" altLang="zh-CN" sz="2800" b="1" i="1"/>
              <a:t>k</a:t>
            </a:r>
            <a:r>
              <a:rPr lang="zh-CN" altLang="en-US" sz="2800" b="1"/>
              <a:t>级明纹</a:t>
            </a:r>
            <a:r>
              <a:rPr lang="zh-CN" altLang="en-US" sz="2800" b="1">
                <a:solidFill>
                  <a:srgbClr val="FF0000"/>
                </a:solidFill>
              </a:rPr>
              <a:t>向棱边移动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4" presetClass="entr" presetSubtype="16"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ox(in)">
                                      <p:cBhvr>
                                        <p:cTn id="7" dur="500"/>
                                        <p:tgtEl>
                                          <p:spTgt spid="9"/>
                                        </p:tgtEl>
                                      </p:cBhvr>
                                    </p:animEffect>
                                  </p:childTnLst>
                                </p:cTn>
                              </p:par>
                              <p:par>
                                <p:cTn id="8" presetID="4" presetClass="entr" presetSubtype="16"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box(in)">
                                      <p:cBhvr>
                                        <p:cTn id="10" dur="500"/>
                                        <p:tgtEl>
                                          <p:spTgt spid="4"/>
                                        </p:tgtEl>
                                      </p:cBhvr>
                                    </p:animEffect>
                                  </p:childTnLst>
                                </p:cTn>
                              </p:par>
                              <p:par>
                                <p:cTn id="11" presetID="4" presetClass="entr" presetSubtype="16" fill="hold"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box(in)">
                                      <p:cBhvr>
                                        <p:cTn id="13" dur="500"/>
                                        <p:tgtEl>
                                          <p:spTgt spid="8"/>
                                        </p:tgtEl>
                                      </p:cBhvr>
                                    </p:animEffect>
                                  </p:childTnLst>
                                </p:cTn>
                              </p:par>
                              <p:par>
                                <p:cTn id="14" presetID="4" presetClass="entr" presetSubtype="16" fill="hold" nodeType="withEffect">
                                  <p:stCondLst>
                                    <p:cond delay="0"/>
                                  </p:stCondLst>
                                  <p:childTnLst>
                                    <p:set>
                                      <p:cBhvr>
                                        <p:cTn id="15" dur="1" fill="hold">
                                          <p:stCondLst>
                                            <p:cond delay="0"/>
                                          </p:stCondLst>
                                        </p:cTn>
                                        <p:tgtEl>
                                          <p:spTgt spid="5"/>
                                        </p:tgtEl>
                                        <p:attrNameLst>
                                          <p:attrName>style.visibility</p:attrName>
                                        </p:attrNameLst>
                                      </p:cBhvr>
                                      <p:to>
                                        <p:strVal val="visible"/>
                                      </p:to>
                                    </p:set>
                                    <p:animEffect transition="in" filter="box(in)">
                                      <p:cBhvr>
                                        <p:cTn id="16" dur="500"/>
                                        <p:tgtEl>
                                          <p:spTgt spid="5"/>
                                        </p:tgtEl>
                                      </p:cBhvr>
                                    </p:animEffect>
                                  </p:childTnLst>
                                </p:cTn>
                              </p:par>
                              <p:par>
                                <p:cTn id="17" presetID="4" presetClass="entr" presetSubtype="16" fill="hold" nodeType="with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box(in)">
                                      <p:cBhvr>
                                        <p:cTn id="19" dur="500"/>
                                        <p:tgtEl>
                                          <p:spTgt spid="6"/>
                                        </p:tgtEl>
                                      </p:cBhvr>
                                    </p:animEffect>
                                  </p:childTnLst>
                                </p:cTn>
                              </p:par>
                              <p:par>
                                <p:cTn id="20" presetID="4" presetClass="entr" presetSubtype="16" fill="hold" nodeType="with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box(in)">
                                      <p:cBhvr>
                                        <p:cTn id="22" dur="500"/>
                                        <p:tgtEl>
                                          <p:spTgt spid="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0" presetClass="path" presetSubtype="0" fill="hold" nodeType="clickEffect">
                                  <p:stCondLst>
                                    <p:cond delay="0"/>
                                  </p:stCondLst>
                                  <p:childTnLst>
                                    <p:animMotion origin="layout" path="M -0.00035 0.00047 L 1.11022E-16 -0.02638 " pathEditMode="relative" rAng="0" ptsTypes="AA">
                                      <p:cBhvr>
                                        <p:cTn id="26" dur="2000" fill="hold"/>
                                        <p:tgtEl>
                                          <p:spTgt spid="9"/>
                                        </p:tgtEl>
                                        <p:attrNameLst>
                                          <p:attrName>ppt_x</p:attrName>
                                          <p:attrName>ppt_y</p:attrName>
                                        </p:attrNameLst>
                                      </p:cBhvr>
                                      <p:rCtr x="17" y="-1343"/>
                                    </p:animMotion>
                                  </p:childTnLst>
                                </p:cTn>
                              </p:par>
                              <p:par>
                                <p:cTn id="27" presetID="0" presetClass="path" presetSubtype="0" fill="hold" nodeType="withEffect">
                                  <p:stCondLst>
                                    <p:cond delay="0"/>
                                  </p:stCondLst>
                                  <p:childTnLst>
                                    <p:animMotion origin="layout" path="M -5.55556E-7 0.00278 L -0.10226 0.00278 " pathEditMode="relative" rAng="0" ptsTypes="AA">
                                      <p:cBhvr>
                                        <p:cTn id="28" dur="2000" fill="hold"/>
                                        <p:tgtEl>
                                          <p:spTgt spid="4"/>
                                        </p:tgtEl>
                                        <p:attrNameLst>
                                          <p:attrName>ppt_x</p:attrName>
                                          <p:attrName>ppt_y</p:attrName>
                                        </p:attrNameLst>
                                      </p:cBhvr>
                                      <p:rCtr x="-5122" y="0"/>
                                    </p:animMotion>
                                  </p:childTnLst>
                                </p:cTn>
                              </p:par>
                              <p:par>
                                <p:cTn id="29" presetID="0" presetClass="path" presetSubtype="0" fill="hold" nodeType="withEffect">
                                  <p:stCondLst>
                                    <p:cond delay="0"/>
                                  </p:stCondLst>
                                  <p:childTnLst>
                                    <p:animMotion origin="layout" path="M 1.11111E-6 0.00116 L -0.10226 0.00116 " pathEditMode="relative" rAng="0" ptsTypes="AA">
                                      <p:cBhvr>
                                        <p:cTn id="30" dur="2000" fill="hold"/>
                                        <p:tgtEl>
                                          <p:spTgt spid="5"/>
                                        </p:tgtEl>
                                        <p:attrNameLst>
                                          <p:attrName>ppt_x</p:attrName>
                                          <p:attrName>ppt_y</p:attrName>
                                        </p:attrNameLst>
                                      </p:cBhvr>
                                      <p:rCtr x="-5122" y="0"/>
                                    </p:animMotion>
                                  </p:childTnLst>
                                </p:cTn>
                              </p:par>
                              <p:par>
                                <p:cTn id="31" presetID="0" presetClass="path" presetSubtype="0" fill="hold" nodeType="withEffect">
                                  <p:stCondLst>
                                    <p:cond delay="0"/>
                                  </p:stCondLst>
                                  <p:childTnLst>
                                    <p:animMotion origin="layout" path="M -5.55556E-7 0.00278 L -0.10226 0.00278 " pathEditMode="relative" rAng="0" ptsTypes="AA">
                                      <p:cBhvr>
                                        <p:cTn id="32" dur="2000" fill="hold"/>
                                        <p:tgtEl>
                                          <p:spTgt spid="6"/>
                                        </p:tgtEl>
                                        <p:attrNameLst>
                                          <p:attrName>ppt_x</p:attrName>
                                          <p:attrName>ppt_y</p:attrName>
                                        </p:attrNameLst>
                                      </p:cBhvr>
                                      <p:rCtr x="-5122" y="0"/>
                                    </p:animMotion>
                                  </p:childTnLst>
                                </p:cTn>
                              </p:par>
                              <p:par>
                                <p:cTn id="33" presetID="0" presetClass="path" presetSubtype="0" fill="hold" nodeType="withEffect">
                                  <p:stCondLst>
                                    <p:cond delay="0"/>
                                  </p:stCondLst>
                                  <p:childTnLst>
                                    <p:animMotion origin="layout" path="M 1.11111E-6 0.00116 L -0.10226 0.00116 " pathEditMode="relative" rAng="0" ptsTypes="AA">
                                      <p:cBhvr>
                                        <p:cTn id="34" dur="2000" fill="hold"/>
                                        <p:tgtEl>
                                          <p:spTgt spid="7"/>
                                        </p:tgtEl>
                                        <p:attrNameLst>
                                          <p:attrName>ppt_x</p:attrName>
                                          <p:attrName>ppt_y</p:attrName>
                                        </p:attrNameLst>
                                      </p:cBhvr>
                                      <p:rCtr x="-5122" y="0"/>
                                    </p:animMotion>
                                  </p:childTnLst>
                                </p:cTn>
                              </p:par>
                            </p:childTnLst>
                          </p:cTn>
                        </p:par>
                      </p:childTnLst>
                    </p:cTn>
                  </p:par>
                  <p:par>
                    <p:cTn id="35" fill="hold" nodeType="clickPar">
                      <p:stCondLst>
                        <p:cond delay="indefinite"/>
                      </p:stCondLst>
                      <p:childTnLst>
                        <p:par>
                          <p:cTn id="36" fill="hold" nodeType="withGroup">
                            <p:stCondLst>
                              <p:cond delay="0"/>
                            </p:stCondLst>
                            <p:childTnLst>
                              <p:par>
                                <p:cTn id="37" presetID="3" presetClass="entr" presetSubtype="1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blinds(horizontal)">
                                      <p:cBhvr>
                                        <p:cTn id="39" dur="500"/>
                                        <p:tgtEl>
                                          <p:spTgt spid="17"/>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18"/>
                                        </p:tgtEl>
                                        <p:attrNameLst>
                                          <p:attrName>style.visibility</p:attrName>
                                        </p:attrNameLst>
                                      </p:cBhvr>
                                      <p:to>
                                        <p:strVal val="visible"/>
                                      </p:to>
                                    </p:set>
                                    <p:animEffect transition="in" filter="blinds(horizontal)">
                                      <p:cBhvr>
                                        <p:cTn id="42" dur="500"/>
                                        <p:tgtEl>
                                          <p:spTgt spid="18"/>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19"/>
                                        </p:tgtEl>
                                        <p:attrNameLst>
                                          <p:attrName>style.visibility</p:attrName>
                                        </p:attrNameLst>
                                      </p:cBhvr>
                                      <p:to>
                                        <p:strVal val="visible"/>
                                      </p:to>
                                    </p:set>
                                    <p:animEffect transition="in" filter="blinds(horizontal)">
                                      <p:cBhvr>
                                        <p:cTn id="45" dur="500"/>
                                        <p:tgtEl>
                                          <p:spTgt spid="19"/>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20"/>
                                        </p:tgtEl>
                                        <p:attrNameLst>
                                          <p:attrName>style.visibility</p:attrName>
                                        </p:attrNameLst>
                                      </p:cBhvr>
                                      <p:to>
                                        <p:strVal val="visible"/>
                                      </p:to>
                                    </p:set>
                                    <p:animEffect transition="in" filter="blinds(horizontal)">
                                      <p:cBhvr>
                                        <p:cTn id="50" dur="500"/>
                                        <p:tgtEl>
                                          <p:spTgt spid="20"/>
                                        </p:tgtEl>
                                      </p:cBhvr>
                                    </p:animEffect>
                                  </p:childTnLst>
                                </p:cTn>
                              </p:par>
                              <p:par>
                                <p:cTn id="51" presetID="3" presetClass="entr" presetSubtype="10" fill="hold" nodeType="withEffect">
                                  <p:stCondLst>
                                    <p:cond delay="0"/>
                                  </p:stCondLst>
                                  <p:childTnLst>
                                    <p:set>
                                      <p:cBhvr>
                                        <p:cTn id="52" dur="1" fill="hold">
                                          <p:stCondLst>
                                            <p:cond delay="0"/>
                                          </p:stCondLst>
                                        </p:cTn>
                                        <p:tgtEl>
                                          <p:spTgt spid="89124"/>
                                        </p:tgtEl>
                                        <p:attrNameLst>
                                          <p:attrName>style.visibility</p:attrName>
                                        </p:attrNameLst>
                                      </p:cBhvr>
                                      <p:to>
                                        <p:strVal val="visible"/>
                                      </p:to>
                                    </p:set>
                                    <p:animEffect transition="in" filter="blinds(horizontal)">
                                      <p:cBhvr>
                                        <p:cTn id="53" dur="500"/>
                                        <p:tgtEl>
                                          <p:spTgt spid="89124"/>
                                        </p:tgtEl>
                                      </p:cBhvr>
                                    </p:animEffect>
                                  </p:childTnLst>
                                </p:cTn>
                              </p:par>
                              <p:par>
                                <p:cTn id="54" presetID="3" presetClass="entr" presetSubtype="10" fill="hold" grpId="0" nodeType="withEffect">
                                  <p:stCondLst>
                                    <p:cond delay="0"/>
                                  </p:stCondLst>
                                  <p:childTnLst>
                                    <p:set>
                                      <p:cBhvr>
                                        <p:cTn id="55" dur="1" fill="hold">
                                          <p:stCondLst>
                                            <p:cond delay="0"/>
                                          </p:stCondLst>
                                        </p:cTn>
                                        <p:tgtEl>
                                          <p:spTgt spid="22"/>
                                        </p:tgtEl>
                                        <p:attrNameLst>
                                          <p:attrName>style.visibility</p:attrName>
                                        </p:attrNameLst>
                                      </p:cBhvr>
                                      <p:to>
                                        <p:strVal val="visible"/>
                                      </p:to>
                                    </p:set>
                                    <p:animEffect transition="in" filter="blinds(horizontal)">
                                      <p:cBhvr>
                                        <p:cTn id="56" dur="500"/>
                                        <p:tgtEl>
                                          <p:spTgt spid="22"/>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3" presetClass="entr" presetSubtype="10" fill="hold" grpId="0" nodeType="clickEffect">
                                  <p:stCondLst>
                                    <p:cond delay="0"/>
                                  </p:stCondLst>
                                  <p:childTnLst>
                                    <p:set>
                                      <p:cBhvr>
                                        <p:cTn id="60" dur="1" fill="hold">
                                          <p:stCondLst>
                                            <p:cond delay="0"/>
                                          </p:stCondLst>
                                        </p:cTn>
                                        <p:tgtEl>
                                          <p:spTgt spid="15"/>
                                        </p:tgtEl>
                                        <p:attrNameLst>
                                          <p:attrName>style.visibility</p:attrName>
                                        </p:attrNameLst>
                                      </p:cBhvr>
                                      <p:to>
                                        <p:strVal val="visible"/>
                                      </p:to>
                                    </p:set>
                                    <p:animEffect transition="in" filter="blinds(horizontal)">
                                      <p:cBhvr>
                                        <p:cTn id="61"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8" grpId="0"/>
      <p:bldP spid="19" grpId="0"/>
      <p:bldP spid="20" grpId="0"/>
      <p:bldP spid="22"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7" name="TextBox 3"/>
          <p:cNvSpPr txBox="1">
            <a:spLocks noChangeArrowheads="1"/>
          </p:cNvSpPr>
          <p:nvPr/>
        </p:nvSpPr>
        <p:spPr bwMode="auto">
          <a:xfrm>
            <a:off x="3071813" y="428625"/>
            <a:ext cx="26955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第</a:t>
            </a:r>
            <a:r>
              <a:rPr lang="en-US" altLang="zh-CN" sz="2800" b="1">
                <a:latin typeface="Calibri" panose="020F0502020204030204" pitchFamily="34" charset="0"/>
              </a:rPr>
              <a:t>5</a:t>
            </a:r>
            <a:r>
              <a:rPr lang="zh-CN" altLang="en-US" sz="2800" b="1">
                <a:latin typeface="Calibri" panose="020F0502020204030204" pitchFamily="34" charset="0"/>
              </a:rPr>
              <a:t>章  光的衍射</a:t>
            </a:r>
          </a:p>
        </p:txBody>
      </p:sp>
      <p:sp>
        <p:nvSpPr>
          <p:cNvPr id="49158" name="TextBox 4"/>
          <p:cNvSpPr txBox="1">
            <a:spLocks noChangeArrowheads="1"/>
          </p:cNvSpPr>
          <p:nvPr/>
        </p:nvSpPr>
        <p:spPr bwMode="auto">
          <a:xfrm>
            <a:off x="566738" y="1143000"/>
            <a:ext cx="677703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latin typeface="Calibri" panose="020F0502020204030204" pitchFamily="34" charset="0"/>
              </a:rPr>
              <a:t>5.2.2 </a:t>
            </a:r>
            <a:r>
              <a:rPr lang="zh-CN" altLang="en-US" sz="2800" b="1">
                <a:latin typeface="Calibri" panose="020F0502020204030204" pitchFamily="34" charset="0"/>
              </a:rPr>
              <a:t>半波带法分析夫琅禾费单缝衍射图样</a:t>
            </a:r>
          </a:p>
        </p:txBody>
      </p:sp>
      <p:grpSp>
        <p:nvGrpSpPr>
          <p:cNvPr id="49159" name="Group 71"/>
          <p:cNvGrpSpPr>
            <a:grpSpLocks/>
          </p:cNvGrpSpPr>
          <p:nvPr/>
        </p:nvGrpSpPr>
        <p:grpSpPr bwMode="auto">
          <a:xfrm>
            <a:off x="2016125" y="1643063"/>
            <a:ext cx="6127750" cy="1635125"/>
            <a:chOff x="29" y="2524"/>
            <a:chExt cx="3844" cy="1029"/>
          </a:xfrm>
        </p:grpSpPr>
        <p:graphicFrame>
          <p:nvGraphicFramePr>
            <p:cNvPr id="49154" name="Object 72"/>
            <p:cNvGraphicFramePr>
              <a:graphicFrameLocks noChangeAspect="1"/>
            </p:cNvGraphicFramePr>
            <p:nvPr/>
          </p:nvGraphicFramePr>
          <p:xfrm>
            <a:off x="241" y="2524"/>
            <a:ext cx="1330" cy="579"/>
          </p:xfrm>
          <a:graphic>
            <a:graphicData uri="http://schemas.openxmlformats.org/presentationml/2006/ole">
              <mc:AlternateContent xmlns:mc="http://schemas.openxmlformats.org/markup-compatibility/2006">
                <mc:Choice xmlns:v="urn:schemas-microsoft-com:vml" Requires="v">
                  <p:oleObj spid="_x0000_s49221" name="Equation" r:id="rId4" imgW="1054080" imgH="393480" progId="Equation.DSMT4">
                    <p:embed/>
                  </p:oleObj>
                </mc:Choice>
                <mc:Fallback>
                  <p:oleObj name="Equation" r:id="rId4" imgW="1054080" imgH="393480" progId="Equation.DSMT4">
                    <p:embed/>
                    <p:pic>
                      <p:nvPicPr>
                        <p:cNvPr id="0" name="Object 7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1" y="2524"/>
                          <a:ext cx="1330" cy="5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186" name="Text Box 73"/>
            <p:cNvSpPr txBox="1">
              <a:spLocks noChangeArrowheads="1"/>
            </p:cNvSpPr>
            <p:nvPr/>
          </p:nvSpPr>
          <p:spPr bwMode="auto">
            <a:xfrm>
              <a:off x="2065" y="2654"/>
              <a:ext cx="1763"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i="1"/>
                <a:t>k</a:t>
              </a:r>
              <a:r>
                <a:rPr lang="en-US" altLang="zh-CN" sz="2800" b="1"/>
                <a:t>=1,2,3,...</a:t>
              </a:r>
              <a:r>
                <a:rPr lang="zh-CN" altLang="zh-CN" sz="2800" b="1">
                  <a:solidFill>
                    <a:schemeClr val="accent2"/>
                  </a:solidFill>
                </a:rPr>
                <a:t>暗</a:t>
              </a:r>
              <a:endParaRPr lang="zh-CN" altLang="en-US" sz="2800" b="1">
                <a:solidFill>
                  <a:schemeClr val="accent2"/>
                </a:solidFill>
              </a:endParaRPr>
            </a:p>
          </p:txBody>
        </p:sp>
        <p:graphicFrame>
          <p:nvGraphicFramePr>
            <p:cNvPr id="49155" name="Object 74"/>
            <p:cNvGraphicFramePr>
              <a:graphicFrameLocks noChangeAspect="1"/>
            </p:cNvGraphicFramePr>
            <p:nvPr/>
          </p:nvGraphicFramePr>
          <p:xfrm>
            <a:off x="234" y="2976"/>
            <a:ext cx="1715" cy="577"/>
          </p:xfrm>
          <a:graphic>
            <a:graphicData uri="http://schemas.openxmlformats.org/presentationml/2006/ole">
              <mc:AlternateContent xmlns:mc="http://schemas.openxmlformats.org/markup-compatibility/2006">
                <mc:Choice xmlns:v="urn:schemas-microsoft-com:vml" Requires="v">
                  <p:oleObj spid="_x0000_s49222" name="Equation" r:id="rId6" imgW="1358640" imgH="393480" progId="Equation.DSMT4">
                    <p:embed/>
                  </p:oleObj>
                </mc:Choice>
                <mc:Fallback>
                  <p:oleObj name="Equation" r:id="rId6" imgW="1358640" imgH="393480" progId="Equation.DSMT4">
                    <p:embed/>
                    <p:pic>
                      <p:nvPicPr>
                        <p:cNvPr id="0" name="Object 7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234" y="2976"/>
                          <a:ext cx="1715" cy="57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9187" name="Text Box 75"/>
            <p:cNvSpPr txBox="1">
              <a:spLocks noChangeArrowheads="1"/>
            </p:cNvSpPr>
            <p:nvPr/>
          </p:nvSpPr>
          <p:spPr bwMode="auto">
            <a:xfrm>
              <a:off x="2065" y="3091"/>
              <a:ext cx="1808" cy="3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i="1"/>
                <a:t>k</a:t>
              </a:r>
              <a:r>
                <a:rPr lang="en-US" altLang="zh-CN" sz="2800" b="1"/>
                <a:t>=1,2,3,...</a:t>
              </a:r>
              <a:r>
                <a:rPr lang="zh-CN" altLang="zh-CN" sz="2800" b="1">
                  <a:solidFill>
                    <a:schemeClr val="accent2"/>
                  </a:solidFill>
                </a:rPr>
                <a:t>明</a:t>
              </a:r>
              <a:endParaRPr lang="zh-CN" altLang="en-US" sz="2800" b="1">
                <a:solidFill>
                  <a:schemeClr val="accent2"/>
                </a:solidFill>
              </a:endParaRPr>
            </a:p>
          </p:txBody>
        </p:sp>
        <p:graphicFrame>
          <p:nvGraphicFramePr>
            <p:cNvPr id="49156" name="Object 76"/>
            <p:cNvGraphicFramePr>
              <a:graphicFrameLocks noChangeAspect="1"/>
            </p:cNvGraphicFramePr>
            <p:nvPr/>
          </p:nvGraphicFramePr>
          <p:xfrm>
            <a:off x="29" y="2750"/>
            <a:ext cx="468" cy="668"/>
          </p:xfrm>
          <a:graphic>
            <a:graphicData uri="http://schemas.openxmlformats.org/presentationml/2006/ole">
              <mc:AlternateContent xmlns:mc="http://schemas.openxmlformats.org/markup-compatibility/2006">
                <mc:Choice xmlns:v="urn:schemas-microsoft-com:vml" Requires="v">
                  <p:oleObj spid="_x0000_s49223" name="Equation" r:id="rId8" imgW="164880" imgH="215640" progId="Equation.DSMT4">
                    <p:embed/>
                  </p:oleObj>
                </mc:Choice>
                <mc:Fallback>
                  <p:oleObj name="Equation" r:id="rId8" imgW="164880" imgH="215640" progId="Equation.DSMT4">
                    <p:embed/>
                    <p:pic>
                      <p:nvPicPr>
                        <p:cNvPr id="0" name="Object 76"/>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9" y="2750"/>
                          <a:ext cx="468" cy="66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12" name="Text Box 139"/>
          <p:cNvSpPr txBox="1">
            <a:spLocks noChangeArrowheads="1"/>
          </p:cNvSpPr>
          <p:nvPr/>
        </p:nvSpPr>
        <p:spPr bwMode="auto">
          <a:xfrm>
            <a:off x="2189163" y="3286125"/>
            <a:ext cx="5094287" cy="523875"/>
          </a:xfrm>
          <a:prstGeom prst="rect">
            <a:avLst/>
          </a:prstGeom>
          <a:noFill/>
          <a:ln w="9525" algn="ctr">
            <a:noFill/>
            <a:miter lim="800000"/>
            <a:headEnd/>
            <a:tailEnd/>
          </a:ln>
        </p:spPr>
        <p:txBody>
          <a:bodyPr>
            <a:spAutoFit/>
          </a:bodyPr>
          <a:lstStyle/>
          <a:p>
            <a:pPr>
              <a:spcBef>
                <a:spcPct val="50000"/>
              </a:spcBef>
              <a:defRPr/>
            </a:pPr>
            <a:r>
              <a:rPr lang="zh-CN" altLang="en-US" sz="2800" b="1" dirty="0">
                <a:latin typeface="Arial" charset="0"/>
                <a:ea typeface="宋体" charset="-122"/>
              </a:rPr>
              <a:t>当 </a:t>
            </a:r>
            <a:r>
              <a:rPr lang="en-US" altLang="zh-CN" sz="2800" b="1" i="1" dirty="0" err="1">
                <a:latin typeface="Times New Roman" pitchFamily="18" charset="0"/>
                <a:ea typeface="宋体" charset="-122"/>
                <a:cs typeface="Times New Roman" pitchFamily="18" charset="0"/>
              </a:rPr>
              <a:t>a</a:t>
            </a:r>
            <a:r>
              <a:rPr lang="en-US" altLang="zh-CN" sz="2800" b="1" i="1" dirty="0" err="1">
                <a:latin typeface="Arial" charset="0"/>
                <a:ea typeface="宋体" charset="-122"/>
              </a:rPr>
              <a:t>∙</a:t>
            </a:r>
            <a:r>
              <a:rPr lang="en-US" altLang="zh-CN" sz="2800" b="1" dirty="0" err="1">
                <a:latin typeface="Times New Roman" pitchFamily="18" charset="0"/>
                <a:ea typeface="宋体" charset="-122"/>
                <a:cs typeface="Times New Roman" pitchFamily="18" charset="0"/>
              </a:rPr>
              <a:t>sin</a:t>
            </a:r>
            <a:r>
              <a:rPr lang="el-GR" altLang="zh-CN" sz="2800" b="1" i="1" dirty="0">
                <a:latin typeface="Times New Roman" pitchFamily="18" charset="0"/>
                <a:ea typeface="宋体" charset="-122"/>
                <a:cs typeface="Times New Roman" pitchFamily="18" charset="0"/>
              </a:rPr>
              <a:t>θ</a:t>
            </a:r>
            <a:r>
              <a:rPr lang="en-US" altLang="zh-CN" sz="2800" b="1" i="1" dirty="0">
                <a:latin typeface="Arial" charset="0"/>
                <a:ea typeface="宋体" charset="-122"/>
              </a:rPr>
              <a:t> </a:t>
            </a:r>
            <a:r>
              <a:rPr lang="en-US" altLang="zh-CN" sz="2800" b="1" dirty="0">
                <a:latin typeface="Times New Roman" pitchFamily="18" charset="0"/>
                <a:ea typeface="宋体" charset="-122"/>
                <a:cs typeface="Times New Roman" pitchFamily="18" charset="0"/>
              </a:rPr>
              <a:t>= 0</a:t>
            </a:r>
            <a:r>
              <a:rPr lang="zh-CN" altLang="en-US" sz="2800" b="1" dirty="0">
                <a:latin typeface="Arial" charset="0"/>
                <a:ea typeface="宋体" charset="-122"/>
              </a:rPr>
              <a:t>时，</a:t>
            </a:r>
            <a:r>
              <a:rPr lang="zh-CN" altLang="en-US" sz="2800" b="1" dirty="0">
                <a:solidFill>
                  <a:schemeClr val="accent6"/>
                </a:solidFill>
                <a:latin typeface="Arial" charset="0"/>
                <a:ea typeface="宋体" charset="-122"/>
              </a:rPr>
              <a:t>明</a:t>
            </a:r>
            <a:r>
              <a:rPr lang="zh-CN" altLang="en-US" sz="2800" b="1" dirty="0">
                <a:latin typeface="Arial" charset="0"/>
                <a:ea typeface="宋体" charset="-122"/>
              </a:rPr>
              <a:t>条纹</a:t>
            </a:r>
          </a:p>
        </p:txBody>
      </p:sp>
      <p:sp>
        <p:nvSpPr>
          <p:cNvPr id="49161" name="TextBox 12"/>
          <p:cNvSpPr txBox="1">
            <a:spLocks noChangeArrowheads="1"/>
          </p:cNvSpPr>
          <p:nvPr/>
        </p:nvSpPr>
        <p:spPr bwMode="auto">
          <a:xfrm>
            <a:off x="571500" y="4143375"/>
            <a:ext cx="533558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latin typeface="Calibri" panose="020F0502020204030204" pitchFamily="34" charset="0"/>
              </a:rPr>
              <a:t>5.2.3 </a:t>
            </a:r>
            <a:r>
              <a:rPr lang="zh-CN" altLang="en-US" sz="2800" b="1">
                <a:latin typeface="Calibri" panose="020F0502020204030204" pitchFamily="34" charset="0"/>
              </a:rPr>
              <a:t>夫琅禾费单缝衍射图样特点</a:t>
            </a:r>
          </a:p>
        </p:txBody>
      </p:sp>
      <p:grpSp>
        <p:nvGrpSpPr>
          <p:cNvPr id="49162" name="组合 52"/>
          <p:cNvGrpSpPr>
            <a:grpSpLocks/>
          </p:cNvGrpSpPr>
          <p:nvPr/>
        </p:nvGrpSpPr>
        <p:grpSpPr bwMode="auto">
          <a:xfrm>
            <a:off x="4233863" y="4143375"/>
            <a:ext cx="4695825" cy="1528763"/>
            <a:chOff x="3805258" y="4143380"/>
            <a:chExt cx="4695832" cy="1529346"/>
          </a:xfrm>
        </p:grpSpPr>
        <p:grpSp>
          <p:nvGrpSpPr>
            <p:cNvPr id="49164" name="Group 514"/>
            <p:cNvGrpSpPr>
              <a:grpSpLocks/>
            </p:cNvGrpSpPr>
            <p:nvPr/>
          </p:nvGrpSpPr>
          <p:grpSpPr bwMode="auto">
            <a:xfrm>
              <a:off x="3983429" y="4143380"/>
              <a:ext cx="4160471" cy="1168984"/>
              <a:chOff x="385" y="2251"/>
              <a:chExt cx="4554" cy="1392"/>
            </a:xfrm>
          </p:grpSpPr>
          <p:sp>
            <p:nvSpPr>
              <p:cNvPr id="49171" name="Freeform 515"/>
              <p:cNvSpPr>
                <a:spLocks/>
              </p:cNvSpPr>
              <p:nvPr/>
            </p:nvSpPr>
            <p:spPr bwMode="auto">
              <a:xfrm rot="10860000" flipV="1">
                <a:off x="2148" y="2251"/>
                <a:ext cx="1042" cy="1295"/>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105"/>
                    </a:moveTo>
                    <a:lnTo>
                      <a:pt x="211" y="18494"/>
                    </a:lnTo>
                    <a:lnTo>
                      <a:pt x="469" y="17894"/>
                    </a:lnTo>
                    <a:lnTo>
                      <a:pt x="680" y="17283"/>
                    </a:lnTo>
                    <a:lnTo>
                      <a:pt x="890" y="16683"/>
                    </a:lnTo>
                    <a:lnTo>
                      <a:pt x="1111" y="16072"/>
                    </a:lnTo>
                    <a:lnTo>
                      <a:pt x="1331" y="15483"/>
                    </a:lnTo>
                    <a:lnTo>
                      <a:pt x="1541" y="14894"/>
                    </a:lnTo>
                    <a:lnTo>
                      <a:pt x="1771" y="14304"/>
                    </a:lnTo>
                    <a:lnTo>
                      <a:pt x="1953" y="13715"/>
                    </a:lnTo>
                    <a:lnTo>
                      <a:pt x="2231" y="13159"/>
                    </a:lnTo>
                    <a:lnTo>
                      <a:pt x="2470" y="12591"/>
                    </a:lnTo>
                    <a:lnTo>
                      <a:pt x="2681" y="12024"/>
                    </a:lnTo>
                    <a:lnTo>
                      <a:pt x="2891" y="11468"/>
                    </a:lnTo>
                    <a:lnTo>
                      <a:pt x="3112" y="10900"/>
                    </a:lnTo>
                    <a:lnTo>
                      <a:pt x="3332" y="10344"/>
                    </a:lnTo>
                    <a:lnTo>
                      <a:pt x="3552" y="9809"/>
                    </a:lnTo>
                    <a:lnTo>
                      <a:pt x="3791" y="9285"/>
                    </a:lnTo>
                    <a:lnTo>
                      <a:pt x="4011" y="8751"/>
                    </a:lnTo>
                    <a:lnTo>
                      <a:pt x="4203" y="8249"/>
                    </a:lnTo>
                    <a:lnTo>
                      <a:pt x="4442" y="7747"/>
                    </a:lnTo>
                    <a:lnTo>
                      <a:pt x="4682" y="7256"/>
                    </a:lnTo>
                    <a:lnTo>
                      <a:pt x="4883" y="6787"/>
                    </a:lnTo>
                    <a:lnTo>
                      <a:pt x="5103" y="6339"/>
                    </a:lnTo>
                    <a:lnTo>
                      <a:pt x="5352" y="5892"/>
                    </a:lnTo>
                    <a:lnTo>
                      <a:pt x="5572" y="5434"/>
                    </a:lnTo>
                    <a:lnTo>
                      <a:pt x="5744" y="4986"/>
                    </a:lnTo>
                    <a:lnTo>
                      <a:pt x="5945" y="4572"/>
                    </a:lnTo>
                    <a:lnTo>
                      <a:pt x="6204" y="4179"/>
                    </a:lnTo>
                    <a:lnTo>
                      <a:pt x="6415" y="3775"/>
                    </a:lnTo>
                    <a:lnTo>
                      <a:pt x="6644" y="3404"/>
                    </a:lnTo>
                    <a:lnTo>
                      <a:pt x="6865" y="3066"/>
                    </a:lnTo>
                    <a:lnTo>
                      <a:pt x="7085" y="2717"/>
                    </a:lnTo>
                    <a:lnTo>
                      <a:pt x="7295" y="2411"/>
                    </a:lnTo>
                    <a:lnTo>
                      <a:pt x="7487" y="2095"/>
                    </a:lnTo>
                    <a:lnTo>
                      <a:pt x="7755" y="1811"/>
                    </a:lnTo>
                    <a:lnTo>
                      <a:pt x="7985" y="1571"/>
                    </a:lnTo>
                    <a:lnTo>
                      <a:pt x="8138" y="1298"/>
                    </a:lnTo>
                    <a:lnTo>
                      <a:pt x="8368" y="1069"/>
                    </a:lnTo>
                    <a:lnTo>
                      <a:pt x="8578" y="873"/>
                    </a:lnTo>
                    <a:lnTo>
                      <a:pt x="8837" y="655"/>
                    </a:lnTo>
                    <a:lnTo>
                      <a:pt x="8990" y="502"/>
                    </a:lnTo>
                    <a:lnTo>
                      <a:pt x="9248" y="382"/>
                    </a:lnTo>
                    <a:lnTo>
                      <a:pt x="9469" y="240"/>
                    </a:lnTo>
                    <a:lnTo>
                      <a:pt x="9631" y="153"/>
                    </a:lnTo>
                    <a:lnTo>
                      <a:pt x="9852" y="87"/>
                    </a:lnTo>
                    <a:lnTo>
                      <a:pt x="10101" y="22"/>
                    </a:lnTo>
                    <a:lnTo>
                      <a:pt x="10321" y="0"/>
                    </a:lnTo>
                    <a:lnTo>
                      <a:pt x="10474" y="22"/>
                    </a:lnTo>
                    <a:lnTo>
                      <a:pt x="10685" y="22"/>
                    </a:lnTo>
                    <a:lnTo>
                      <a:pt x="10962" y="87"/>
                    </a:lnTo>
                    <a:lnTo>
                      <a:pt x="11125" y="207"/>
                    </a:lnTo>
                    <a:lnTo>
                      <a:pt x="11336" y="349"/>
                    </a:lnTo>
                    <a:lnTo>
                      <a:pt x="11546" y="524"/>
                    </a:lnTo>
                    <a:lnTo>
                      <a:pt x="11776" y="742"/>
                    </a:lnTo>
                    <a:lnTo>
                      <a:pt x="11987" y="993"/>
                    </a:lnTo>
                    <a:lnTo>
                      <a:pt x="12226" y="1244"/>
                    </a:lnTo>
                    <a:lnTo>
                      <a:pt x="12504" y="1571"/>
                    </a:lnTo>
                    <a:lnTo>
                      <a:pt x="12695" y="1909"/>
                    </a:lnTo>
                    <a:lnTo>
                      <a:pt x="12915" y="2280"/>
                    </a:lnTo>
                    <a:lnTo>
                      <a:pt x="13145" y="2706"/>
                    </a:lnTo>
                    <a:lnTo>
                      <a:pt x="13404" y="3099"/>
                    </a:lnTo>
                    <a:lnTo>
                      <a:pt x="13585" y="3524"/>
                    </a:lnTo>
                    <a:lnTo>
                      <a:pt x="13806" y="3983"/>
                    </a:lnTo>
                    <a:lnTo>
                      <a:pt x="14102" y="4430"/>
                    </a:lnTo>
                    <a:lnTo>
                      <a:pt x="14275" y="4932"/>
                    </a:lnTo>
                    <a:lnTo>
                      <a:pt x="14552" y="5466"/>
                    </a:lnTo>
                    <a:lnTo>
                      <a:pt x="14725" y="5990"/>
                    </a:lnTo>
                    <a:lnTo>
                      <a:pt x="14983" y="6514"/>
                    </a:lnTo>
                    <a:lnTo>
                      <a:pt x="15184" y="7059"/>
                    </a:lnTo>
                    <a:lnTo>
                      <a:pt x="15433" y="7616"/>
                    </a:lnTo>
                    <a:lnTo>
                      <a:pt x="15711" y="8194"/>
                    </a:lnTo>
                    <a:lnTo>
                      <a:pt x="15912" y="8783"/>
                    </a:lnTo>
                    <a:lnTo>
                      <a:pt x="16103" y="9340"/>
                    </a:lnTo>
                    <a:lnTo>
                      <a:pt x="16324" y="9907"/>
                    </a:lnTo>
                    <a:lnTo>
                      <a:pt x="16534" y="10475"/>
                    </a:lnTo>
                    <a:lnTo>
                      <a:pt x="16726" y="11053"/>
                    </a:lnTo>
                    <a:lnTo>
                      <a:pt x="16946" y="11620"/>
                    </a:lnTo>
                    <a:lnTo>
                      <a:pt x="17157" y="12188"/>
                    </a:lnTo>
                    <a:lnTo>
                      <a:pt x="17338" y="12755"/>
                    </a:lnTo>
                    <a:lnTo>
                      <a:pt x="17530" y="13301"/>
                    </a:lnTo>
                    <a:lnTo>
                      <a:pt x="17741" y="13835"/>
                    </a:lnTo>
                    <a:lnTo>
                      <a:pt x="17894" y="14392"/>
                    </a:lnTo>
                    <a:lnTo>
                      <a:pt x="18124" y="14926"/>
                    </a:lnTo>
                    <a:lnTo>
                      <a:pt x="18267" y="15428"/>
                    </a:lnTo>
                    <a:lnTo>
                      <a:pt x="18468" y="15941"/>
                    </a:lnTo>
                    <a:lnTo>
                      <a:pt x="18593" y="16432"/>
                    </a:lnTo>
                    <a:lnTo>
                      <a:pt x="18842" y="16869"/>
                    </a:lnTo>
                    <a:lnTo>
                      <a:pt x="18947" y="17338"/>
                    </a:lnTo>
                    <a:lnTo>
                      <a:pt x="19110" y="17752"/>
                    </a:lnTo>
                    <a:lnTo>
                      <a:pt x="19244" y="18145"/>
                    </a:lnTo>
                    <a:lnTo>
                      <a:pt x="19387" y="18538"/>
                    </a:lnTo>
                    <a:lnTo>
                      <a:pt x="19512" y="18898"/>
                    </a:lnTo>
                    <a:lnTo>
                      <a:pt x="19627" y="19193"/>
                    </a:lnTo>
                    <a:lnTo>
                      <a:pt x="19789" y="19509"/>
                    </a:lnTo>
                    <a:lnTo>
                      <a:pt x="19876" y="19782"/>
                    </a:lnTo>
                    <a:lnTo>
                      <a:pt x="19990" y="19989"/>
                    </a:ln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49172" name="Group 516"/>
              <p:cNvGrpSpPr>
                <a:grpSpLocks/>
              </p:cNvGrpSpPr>
              <p:nvPr/>
            </p:nvGrpSpPr>
            <p:grpSpPr bwMode="auto">
              <a:xfrm rot="60000">
                <a:off x="385" y="3519"/>
                <a:ext cx="1524" cy="126"/>
                <a:chOff x="379" y="3523"/>
                <a:chExt cx="1524" cy="126"/>
              </a:xfrm>
            </p:grpSpPr>
            <p:sp>
              <p:nvSpPr>
                <p:cNvPr id="49182" name="Freeform 517"/>
                <p:cNvSpPr>
                  <a:spLocks/>
                </p:cNvSpPr>
                <p:nvPr/>
              </p:nvSpPr>
              <p:spPr bwMode="auto">
                <a:xfrm rot="10802475" flipV="1">
                  <a:off x="1488" y="3523"/>
                  <a:ext cx="415" cy="70"/>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916"/>
                      </a:moveTo>
                      <a:lnTo>
                        <a:pt x="198" y="19244"/>
                      </a:lnTo>
                      <a:lnTo>
                        <a:pt x="372" y="18739"/>
                      </a:lnTo>
                      <a:lnTo>
                        <a:pt x="570" y="17983"/>
                      </a:lnTo>
                      <a:lnTo>
                        <a:pt x="818" y="17479"/>
                      </a:lnTo>
                      <a:lnTo>
                        <a:pt x="1016" y="16723"/>
                      </a:lnTo>
                      <a:lnTo>
                        <a:pt x="1214" y="16134"/>
                      </a:lnTo>
                      <a:lnTo>
                        <a:pt x="1388" y="15630"/>
                      </a:lnTo>
                      <a:lnTo>
                        <a:pt x="1561" y="15042"/>
                      </a:lnTo>
                      <a:lnTo>
                        <a:pt x="1735" y="14454"/>
                      </a:lnTo>
                      <a:lnTo>
                        <a:pt x="1958" y="13697"/>
                      </a:lnTo>
                      <a:lnTo>
                        <a:pt x="2156" y="13277"/>
                      </a:lnTo>
                      <a:lnTo>
                        <a:pt x="2354" y="12689"/>
                      </a:lnTo>
                      <a:lnTo>
                        <a:pt x="2553" y="12017"/>
                      </a:lnTo>
                      <a:lnTo>
                        <a:pt x="2825" y="11513"/>
                      </a:lnTo>
                      <a:lnTo>
                        <a:pt x="2949" y="10924"/>
                      </a:lnTo>
                      <a:lnTo>
                        <a:pt x="3172" y="10336"/>
                      </a:lnTo>
                      <a:lnTo>
                        <a:pt x="3346" y="9748"/>
                      </a:lnTo>
                      <a:lnTo>
                        <a:pt x="3544" y="9244"/>
                      </a:lnTo>
                      <a:lnTo>
                        <a:pt x="3767" y="8739"/>
                      </a:lnTo>
                      <a:lnTo>
                        <a:pt x="3941" y="8319"/>
                      </a:lnTo>
                      <a:lnTo>
                        <a:pt x="4139" y="7731"/>
                      </a:lnTo>
                      <a:lnTo>
                        <a:pt x="4362" y="7143"/>
                      </a:lnTo>
                      <a:lnTo>
                        <a:pt x="4560" y="6723"/>
                      </a:lnTo>
                      <a:lnTo>
                        <a:pt x="4783" y="6303"/>
                      </a:lnTo>
                      <a:lnTo>
                        <a:pt x="4932" y="5714"/>
                      </a:lnTo>
                      <a:lnTo>
                        <a:pt x="5130" y="5462"/>
                      </a:lnTo>
                      <a:lnTo>
                        <a:pt x="5304" y="4874"/>
                      </a:lnTo>
                      <a:lnTo>
                        <a:pt x="5551" y="4454"/>
                      </a:lnTo>
                      <a:lnTo>
                        <a:pt x="5799" y="4118"/>
                      </a:lnTo>
                      <a:lnTo>
                        <a:pt x="5973" y="3866"/>
                      </a:lnTo>
                      <a:lnTo>
                        <a:pt x="6171" y="3445"/>
                      </a:lnTo>
                      <a:lnTo>
                        <a:pt x="6369" y="3109"/>
                      </a:lnTo>
                      <a:lnTo>
                        <a:pt x="6568" y="2689"/>
                      </a:lnTo>
                      <a:lnTo>
                        <a:pt x="6766" y="2353"/>
                      </a:lnTo>
                      <a:lnTo>
                        <a:pt x="6964" y="2101"/>
                      </a:lnTo>
                      <a:lnTo>
                        <a:pt x="7237" y="1681"/>
                      </a:lnTo>
                      <a:lnTo>
                        <a:pt x="7410" y="1513"/>
                      </a:lnTo>
                      <a:lnTo>
                        <a:pt x="7608" y="1176"/>
                      </a:lnTo>
                      <a:lnTo>
                        <a:pt x="7807" y="1092"/>
                      </a:lnTo>
                      <a:lnTo>
                        <a:pt x="7980" y="756"/>
                      </a:lnTo>
                      <a:lnTo>
                        <a:pt x="8253" y="672"/>
                      </a:lnTo>
                      <a:lnTo>
                        <a:pt x="8401" y="504"/>
                      </a:lnTo>
                      <a:lnTo>
                        <a:pt x="8649" y="420"/>
                      </a:lnTo>
                      <a:lnTo>
                        <a:pt x="8848" y="252"/>
                      </a:lnTo>
                      <a:lnTo>
                        <a:pt x="9046" y="84"/>
                      </a:lnTo>
                      <a:lnTo>
                        <a:pt x="9269" y="84"/>
                      </a:lnTo>
                      <a:lnTo>
                        <a:pt x="9442" y="0"/>
                      </a:lnTo>
                      <a:lnTo>
                        <a:pt x="9690" y="0"/>
                      </a:lnTo>
                      <a:lnTo>
                        <a:pt x="9888" y="0"/>
                      </a:lnTo>
                      <a:lnTo>
                        <a:pt x="10112" y="84"/>
                      </a:lnTo>
                      <a:lnTo>
                        <a:pt x="10310" y="84"/>
                      </a:lnTo>
                      <a:lnTo>
                        <a:pt x="10508" y="252"/>
                      </a:lnTo>
                      <a:lnTo>
                        <a:pt x="10781" y="420"/>
                      </a:lnTo>
                      <a:lnTo>
                        <a:pt x="11004" y="672"/>
                      </a:lnTo>
                      <a:lnTo>
                        <a:pt x="11202" y="840"/>
                      </a:lnTo>
                      <a:lnTo>
                        <a:pt x="11475" y="1092"/>
                      </a:lnTo>
                      <a:lnTo>
                        <a:pt x="11698" y="1513"/>
                      </a:lnTo>
                      <a:lnTo>
                        <a:pt x="11995" y="1681"/>
                      </a:lnTo>
                      <a:lnTo>
                        <a:pt x="12193" y="2101"/>
                      </a:lnTo>
                      <a:lnTo>
                        <a:pt x="12441" y="2437"/>
                      </a:lnTo>
                      <a:lnTo>
                        <a:pt x="12689" y="2773"/>
                      </a:lnTo>
                      <a:lnTo>
                        <a:pt x="12912" y="3277"/>
                      </a:lnTo>
                      <a:lnTo>
                        <a:pt x="13209" y="3866"/>
                      </a:lnTo>
                      <a:lnTo>
                        <a:pt x="13432" y="4118"/>
                      </a:lnTo>
                      <a:lnTo>
                        <a:pt x="13680" y="4706"/>
                      </a:lnTo>
                      <a:lnTo>
                        <a:pt x="13953" y="5126"/>
                      </a:lnTo>
                      <a:lnTo>
                        <a:pt x="14176" y="5546"/>
                      </a:lnTo>
                      <a:lnTo>
                        <a:pt x="14399" y="6050"/>
                      </a:lnTo>
                      <a:lnTo>
                        <a:pt x="14696" y="6723"/>
                      </a:lnTo>
                      <a:lnTo>
                        <a:pt x="14895" y="7143"/>
                      </a:lnTo>
                      <a:lnTo>
                        <a:pt x="15192" y="7731"/>
                      </a:lnTo>
                      <a:lnTo>
                        <a:pt x="15415" y="8319"/>
                      </a:lnTo>
                      <a:lnTo>
                        <a:pt x="15638" y="8739"/>
                      </a:lnTo>
                      <a:lnTo>
                        <a:pt x="15911" y="9328"/>
                      </a:lnTo>
                      <a:lnTo>
                        <a:pt x="16084" y="9916"/>
                      </a:lnTo>
                      <a:lnTo>
                        <a:pt x="16332" y="10420"/>
                      </a:lnTo>
                      <a:lnTo>
                        <a:pt x="16605" y="11176"/>
                      </a:lnTo>
                      <a:lnTo>
                        <a:pt x="16803" y="11513"/>
                      </a:lnTo>
                      <a:lnTo>
                        <a:pt x="17051" y="12017"/>
                      </a:lnTo>
                      <a:lnTo>
                        <a:pt x="17249" y="12689"/>
                      </a:lnTo>
                      <a:lnTo>
                        <a:pt x="17472" y="13109"/>
                      </a:lnTo>
                      <a:lnTo>
                        <a:pt x="17670" y="13697"/>
                      </a:lnTo>
                      <a:lnTo>
                        <a:pt x="17918" y="14286"/>
                      </a:lnTo>
                      <a:lnTo>
                        <a:pt x="18116" y="14706"/>
                      </a:lnTo>
                      <a:lnTo>
                        <a:pt x="18290" y="15210"/>
                      </a:lnTo>
                      <a:lnTo>
                        <a:pt x="18463" y="15630"/>
                      </a:lnTo>
                      <a:lnTo>
                        <a:pt x="18686" y="16134"/>
                      </a:lnTo>
                      <a:lnTo>
                        <a:pt x="18810" y="16555"/>
                      </a:lnTo>
                      <a:lnTo>
                        <a:pt x="18984" y="16891"/>
                      </a:lnTo>
                      <a:lnTo>
                        <a:pt x="19133" y="17227"/>
                      </a:lnTo>
                      <a:lnTo>
                        <a:pt x="19306" y="17647"/>
                      </a:lnTo>
                      <a:lnTo>
                        <a:pt x="19480" y="17983"/>
                      </a:lnTo>
                      <a:lnTo>
                        <a:pt x="19603" y="18319"/>
                      </a:lnTo>
                      <a:lnTo>
                        <a:pt x="19703" y="18487"/>
                      </a:lnTo>
                      <a:lnTo>
                        <a:pt x="19851" y="18908"/>
                      </a:lnTo>
                      <a:lnTo>
                        <a:pt x="19975" y="19076"/>
                      </a:ln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9183" name="Freeform 518"/>
                <p:cNvSpPr>
                  <a:spLocks/>
                </p:cNvSpPr>
                <p:nvPr/>
              </p:nvSpPr>
              <p:spPr bwMode="auto">
                <a:xfrm rot="10802475" flipV="1">
                  <a:off x="1102" y="3592"/>
                  <a:ext cx="386" cy="50"/>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0"/>
                      </a:moveTo>
                      <a:lnTo>
                        <a:pt x="262" y="599"/>
                      </a:lnTo>
                      <a:lnTo>
                        <a:pt x="452" y="1317"/>
                      </a:lnTo>
                      <a:lnTo>
                        <a:pt x="523" y="1677"/>
                      </a:lnTo>
                      <a:lnTo>
                        <a:pt x="785" y="2635"/>
                      </a:lnTo>
                      <a:lnTo>
                        <a:pt x="999" y="3353"/>
                      </a:lnTo>
                      <a:lnTo>
                        <a:pt x="1070" y="3832"/>
                      </a:lnTo>
                      <a:lnTo>
                        <a:pt x="1379" y="4072"/>
                      </a:lnTo>
                      <a:lnTo>
                        <a:pt x="1546" y="5030"/>
                      </a:lnTo>
                      <a:lnTo>
                        <a:pt x="1807" y="5389"/>
                      </a:lnTo>
                      <a:lnTo>
                        <a:pt x="1998" y="5988"/>
                      </a:lnTo>
                      <a:lnTo>
                        <a:pt x="2069" y="6467"/>
                      </a:lnTo>
                      <a:lnTo>
                        <a:pt x="2402" y="7066"/>
                      </a:lnTo>
                      <a:lnTo>
                        <a:pt x="2568" y="7665"/>
                      </a:lnTo>
                      <a:lnTo>
                        <a:pt x="2711" y="8383"/>
                      </a:lnTo>
                      <a:lnTo>
                        <a:pt x="2878" y="8862"/>
                      </a:lnTo>
                      <a:lnTo>
                        <a:pt x="3092" y="9461"/>
                      </a:lnTo>
                      <a:lnTo>
                        <a:pt x="3401" y="10060"/>
                      </a:lnTo>
                      <a:lnTo>
                        <a:pt x="3639" y="10659"/>
                      </a:lnTo>
                      <a:lnTo>
                        <a:pt x="3781" y="11018"/>
                      </a:lnTo>
                      <a:lnTo>
                        <a:pt x="3948" y="11497"/>
                      </a:lnTo>
                      <a:lnTo>
                        <a:pt x="4185" y="12096"/>
                      </a:lnTo>
                      <a:lnTo>
                        <a:pt x="4352" y="12455"/>
                      </a:lnTo>
                      <a:lnTo>
                        <a:pt x="4542" y="13054"/>
                      </a:lnTo>
                      <a:lnTo>
                        <a:pt x="4780" y="13653"/>
                      </a:lnTo>
                      <a:lnTo>
                        <a:pt x="4946" y="13892"/>
                      </a:lnTo>
                      <a:lnTo>
                        <a:pt x="5065" y="14491"/>
                      </a:lnTo>
                      <a:lnTo>
                        <a:pt x="5327" y="14850"/>
                      </a:lnTo>
                      <a:lnTo>
                        <a:pt x="5612" y="15090"/>
                      </a:lnTo>
                      <a:lnTo>
                        <a:pt x="5707" y="15689"/>
                      </a:lnTo>
                      <a:lnTo>
                        <a:pt x="5969" y="16048"/>
                      </a:lnTo>
                      <a:lnTo>
                        <a:pt x="6183" y="16407"/>
                      </a:lnTo>
                      <a:lnTo>
                        <a:pt x="6350" y="16527"/>
                      </a:lnTo>
                      <a:lnTo>
                        <a:pt x="6564" y="16886"/>
                      </a:lnTo>
                      <a:lnTo>
                        <a:pt x="6825" y="17126"/>
                      </a:lnTo>
                      <a:lnTo>
                        <a:pt x="6968" y="17844"/>
                      </a:lnTo>
                      <a:lnTo>
                        <a:pt x="7182" y="18084"/>
                      </a:lnTo>
                      <a:lnTo>
                        <a:pt x="7348" y="18084"/>
                      </a:lnTo>
                      <a:lnTo>
                        <a:pt x="7562" y="18683"/>
                      </a:lnTo>
                      <a:lnTo>
                        <a:pt x="7800" y="18683"/>
                      </a:lnTo>
                      <a:lnTo>
                        <a:pt x="7990" y="18683"/>
                      </a:lnTo>
                      <a:lnTo>
                        <a:pt x="8228" y="18922"/>
                      </a:lnTo>
                      <a:lnTo>
                        <a:pt x="8466" y="19162"/>
                      </a:lnTo>
                      <a:lnTo>
                        <a:pt x="8704" y="19162"/>
                      </a:lnTo>
                      <a:lnTo>
                        <a:pt x="8799" y="19521"/>
                      </a:lnTo>
                      <a:lnTo>
                        <a:pt x="8989" y="19880"/>
                      </a:lnTo>
                      <a:lnTo>
                        <a:pt x="9227" y="19880"/>
                      </a:lnTo>
                      <a:lnTo>
                        <a:pt x="9441" y="19880"/>
                      </a:lnTo>
                      <a:lnTo>
                        <a:pt x="9655" y="19880"/>
                      </a:lnTo>
                      <a:lnTo>
                        <a:pt x="9822" y="19880"/>
                      </a:lnTo>
                      <a:lnTo>
                        <a:pt x="10178" y="19880"/>
                      </a:lnTo>
                      <a:lnTo>
                        <a:pt x="10321" y="19521"/>
                      </a:lnTo>
                      <a:lnTo>
                        <a:pt x="10559" y="19162"/>
                      </a:lnTo>
                      <a:lnTo>
                        <a:pt x="10773" y="19162"/>
                      </a:lnTo>
                      <a:lnTo>
                        <a:pt x="11011" y="18922"/>
                      </a:lnTo>
                      <a:lnTo>
                        <a:pt x="11201" y="18683"/>
                      </a:lnTo>
                      <a:lnTo>
                        <a:pt x="11463" y="18683"/>
                      </a:lnTo>
                      <a:lnTo>
                        <a:pt x="11724" y="18443"/>
                      </a:lnTo>
                      <a:lnTo>
                        <a:pt x="12010" y="18084"/>
                      </a:lnTo>
                      <a:lnTo>
                        <a:pt x="12200" y="17844"/>
                      </a:lnTo>
                      <a:lnTo>
                        <a:pt x="12438" y="17126"/>
                      </a:lnTo>
                      <a:lnTo>
                        <a:pt x="12652" y="16886"/>
                      </a:lnTo>
                      <a:lnTo>
                        <a:pt x="12842" y="16527"/>
                      </a:lnTo>
                      <a:lnTo>
                        <a:pt x="13175" y="16048"/>
                      </a:lnTo>
                      <a:lnTo>
                        <a:pt x="13341" y="15689"/>
                      </a:lnTo>
                      <a:lnTo>
                        <a:pt x="13650" y="15090"/>
                      </a:lnTo>
                      <a:lnTo>
                        <a:pt x="13936" y="14491"/>
                      </a:lnTo>
                      <a:lnTo>
                        <a:pt x="14150" y="14132"/>
                      </a:lnTo>
                      <a:lnTo>
                        <a:pt x="14388" y="13653"/>
                      </a:lnTo>
                      <a:lnTo>
                        <a:pt x="14673" y="13054"/>
                      </a:lnTo>
                      <a:lnTo>
                        <a:pt x="14958" y="12814"/>
                      </a:lnTo>
                      <a:lnTo>
                        <a:pt x="15220" y="12096"/>
                      </a:lnTo>
                      <a:lnTo>
                        <a:pt x="15458" y="11497"/>
                      </a:lnTo>
                      <a:lnTo>
                        <a:pt x="15672" y="11018"/>
                      </a:lnTo>
                      <a:lnTo>
                        <a:pt x="15815" y="10659"/>
                      </a:lnTo>
                      <a:lnTo>
                        <a:pt x="16171" y="10060"/>
                      </a:lnTo>
                      <a:lnTo>
                        <a:pt x="16290" y="9102"/>
                      </a:lnTo>
                      <a:lnTo>
                        <a:pt x="16552" y="8862"/>
                      </a:lnTo>
                      <a:lnTo>
                        <a:pt x="16790" y="8383"/>
                      </a:lnTo>
                      <a:lnTo>
                        <a:pt x="17122" y="7665"/>
                      </a:lnTo>
                      <a:lnTo>
                        <a:pt x="17218" y="7066"/>
                      </a:lnTo>
                      <a:lnTo>
                        <a:pt x="17432" y="6467"/>
                      </a:lnTo>
                      <a:lnTo>
                        <a:pt x="17693" y="5988"/>
                      </a:lnTo>
                      <a:lnTo>
                        <a:pt x="17955" y="5629"/>
                      </a:lnTo>
                      <a:lnTo>
                        <a:pt x="18002" y="5030"/>
                      </a:lnTo>
                      <a:lnTo>
                        <a:pt x="18335" y="4671"/>
                      </a:lnTo>
                      <a:lnTo>
                        <a:pt x="18454" y="4072"/>
                      </a:lnTo>
                      <a:lnTo>
                        <a:pt x="18668" y="3832"/>
                      </a:lnTo>
                      <a:lnTo>
                        <a:pt x="18716" y="3353"/>
                      </a:lnTo>
                      <a:lnTo>
                        <a:pt x="19001" y="2994"/>
                      </a:lnTo>
                      <a:lnTo>
                        <a:pt x="19191" y="2635"/>
                      </a:lnTo>
                      <a:lnTo>
                        <a:pt x="19405" y="2036"/>
                      </a:lnTo>
                      <a:lnTo>
                        <a:pt x="19501" y="1677"/>
                      </a:lnTo>
                      <a:lnTo>
                        <a:pt x="19548" y="1677"/>
                      </a:lnTo>
                      <a:lnTo>
                        <a:pt x="19667" y="1317"/>
                      </a:lnTo>
                      <a:lnTo>
                        <a:pt x="19810" y="1317"/>
                      </a:lnTo>
                      <a:lnTo>
                        <a:pt x="19976" y="958"/>
                      </a:ln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9184" name="Freeform 519"/>
                <p:cNvSpPr>
                  <a:spLocks/>
                </p:cNvSpPr>
                <p:nvPr/>
              </p:nvSpPr>
              <p:spPr bwMode="auto">
                <a:xfrm rot="10802475" flipV="1">
                  <a:off x="379" y="3599"/>
                  <a:ext cx="523" cy="50"/>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19981" y="0"/>
                      </a:moveTo>
                      <a:lnTo>
                        <a:pt x="19731" y="826"/>
                      </a:lnTo>
                      <a:lnTo>
                        <a:pt x="19481" y="1157"/>
                      </a:lnTo>
                      <a:lnTo>
                        <a:pt x="19443" y="1818"/>
                      </a:lnTo>
                      <a:lnTo>
                        <a:pt x="19174" y="2314"/>
                      </a:lnTo>
                      <a:lnTo>
                        <a:pt x="19001" y="3140"/>
                      </a:lnTo>
                      <a:lnTo>
                        <a:pt x="18847" y="3802"/>
                      </a:lnTo>
                      <a:lnTo>
                        <a:pt x="18540" y="4132"/>
                      </a:lnTo>
                      <a:lnTo>
                        <a:pt x="18329" y="5124"/>
                      </a:lnTo>
                      <a:lnTo>
                        <a:pt x="18271" y="5289"/>
                      </a:lnTo>
                      <a:lnTo>
                        <a:pt x="17963" y="6116"/>
                      </a:lnTo>
                      <a:lnTo>
                        <a:pt x="17810" y="6942"/>
                      </a:lnTo>
                      <a:lnTo>
                        <a:pt x="17541" y="7107"/>
                      </a:lnTo>
                      <a:lnTo>
                        <a:pt x="17329" y="7438"/>
                      </a:lnTo>
                      <a:lnTo>
                        <a:pt x="17253" y="8264"/>
                      </a:lnTo>
                      <a:lnTo>
                        <a:pt x="17022" y="9091"/>
                      </a:lnTo>
                      <a:lnTo>
                        <a:pt x="16849" y="9752"/>
                      </a:lnTo>
                      <a:lnTo>
                        <a:pt x="16580" y="10248"/>
                      </a:lnTo>
                      <a:lnTo>
                        <a:pt x="16330" y="10744"/>
                      </a:lnTo>
                      <a:lnTo>
                        <a:pt x="16177" y="11074"/>
                      </a:lnTo>
                      <a:lnTo>
                        <a:pt x="16004" y="11736"/>
                      </a:lnTo>
                      <a:lnTo>
                        <a:pt x="15773" y="12231"/>
                      </a:lnTo>
                      <a:lnTo>
                        <a:pt x="15581" y="12893"/>
                      </a:lnTo>
                      <a:lnTo>
                        <a:pt x="15312" y="13058"/>
                      </a:lnTo>
                      <a:lnTo>
                        <a:pt x="15255" y="13719"/>
                      </a:lnTo>
                      <a:lnTo>
                        <a:pt x="14966" y="14215"/>
                      </a:lnTo>
                      <a:lnTo>
                        <a:pt x="14832" y="14711"/>
                      </a:lnTo>
                      <a:lnTo>
                        <a:pt x="14563" y="14711"/>
                      </a:lnTo>
                      <a:lnTo>
                        <a:pt x="14428" y="15041"/>
                      </a:lnTo>
                      <a:lnTo>
                        <a:pt x="14179" y="16033"/>
                      </a:lnTo>
                      <a:lnTo>
                        <a:pt x="14006" y="16198"/>
                      </a:lnTo>
                      <a:lnTo>
                        <a:pt x="13718" y="16364"/>
                      </a:lnTo>
                      <a:lnTo>
                        <a:pt x="13660" y="16860"/>
                      </a:lnTo>
                      <a:lnTo>
                        <a:pt x="13295" y="17190"/>
                      </a:lnTo>
                      <a:lnTo>
                        <a:pt x="13103" y="17355"/>
                      </a:lnTo>
                      <a:lnTo>
                        <a:pt x="12968" y="17686"/>
                      </a:lnTo>
                      <a:lnTo>
                        <a:pt x="12795" y="18347"/>
                      </a:lnTo>
                      <a:lnTo>
                        <a:pt x="12546" y="18347"/>
                      </a:lnTo>
                      <a:lnTo>
                        <a:pt x="12315" y="18678"/>
                      </a:lnTo>
                      <a:lnTo>
                        <a:pt x="12161" y="18678"/>
                      </a:lnTo>
                      <a:lnTo>
                        <a:pt x="11988" y="19008"/>
                      </a:lnTo>
                      <a:lnTo>
                        <a:pt x="11758" y="19174"/>
                      </a:lnTo>
                      <a:lnTo>
                        <a:pt x="11547" y="19174"/>
                      </a:lnTo>
                      <a:lnTo>
                        <a:pt x="11316" y="19504"/>
                      </a:lnTo>
                      <a:lnTo>
                        <a:pt x="11085" y="19835"/>
                      </a:lnTo>
                      <a:lnTo>
                        <a:pt x="10951" y="19835"/>
                      </a:lnTo>
                      <a:lnTo>
                        <a:pt x="10720" y="19835"/>
                      </a:lnTo>
                      <a:lnTo>
                        <a:pt x="10548" y="19835"/>
                      </a:lnTo>
                      <a:lnTo>
                        <a:pt x="10240" y="19835"/>
                      </a:lnTo>
                      <a:lnTo>
                        <a:pt x="10086" y="19835"/>
                      </a:lnTo>
                      <a:lnTo>
                        <a:pt x="9798" y="19835"/>
                      </a:lnTo>
                      <a:lnTo>
                        <a:pt x="9606" y="19835"/>
                      </a:lnTo>
                      <a:lnTo>
                        <a:pt x="9414" y="19504"/>
                      </a:lnTo>
                      <a:lnTo>
                        <a:pt x="9183" y="19504"/>
                      </a:lnTo>
                      <a:lnTo>
                        <a:pt x="9011" y="19174"/>
                      </a:lnTo>
                      <a:lnTo>
                        <a:pt x="8703" y="19008"/>
                      </a:lnTo>
                      <a:lnTo>
                        <a:pt x="8473" y="18678"/>
                      </a:lnTo>
                      <a:lnTo>
                        <a:pt x="8184" y="18347"/>
                      </a:lnTo>
                      <a:lnTo>
                        <a:pt x="7915" y="18347"/>
                      </a:lnTo>
                      <a:lnTo>
                        <a:pt x="7762" y="17686"/>
                      </a:lnTo>
                      <a:lnTo>
                        <a:pt x="7493" y="17190"/>
                      </a:lnTo>
                      <a:lnTo>
                        <a:pt x="7262" y="16860"/>
                      </a:lnTo>
                      <a:lnTo>
                        <a:pt x="7012" y="16364"/>
                      </a:lnTo>
                      <a:lnTo>
                        <a:pt x="6724" y="16198"/>
                      </a:lnTo>
                      <a:lnTo>
                        <a:pt x="6590" y="16033"/>
                      </a:lnTo>
                      <a:lnTo>
                        <a:pt x="6321" y="15041"/>
                      </a:lnTo>
                      <a:lnTo>
                        <a:pt x="6013" y="14711"/>
                      </a:lnTo>
                      <a:lnTo>
                        <a:pt x="5744" y="14215"/>
                      </a:lnTo>
                      <a:lnTo>
                        <a:pt x="5533" y="13719"/>
                      </a:lnTo>
                      <a:lnTo>
                        <a:pt x="5303" y="13223"/>
                      </a:lnTo>
                      <a:lnTo>
                        <a:pt x="4995" y="12893"/>
                      </a:lnTo>
                      <a:lnTo>
                        <a:pt x="4707" y="12231"/>
                      </a:lnTo>
                      <a:lnTo>
                        <a:pt x="4553" y="11736"/>
                      </a:lnTo>
                      <a:lnTo>
                        <a:pt x="4304" y="11074"/>
                      </a:lnTo>
                      <a:lnTo>
                        <a:pt x="4092" y="10744"/>
                      </a:lnTo>
                      <a:lnTo>
                        <a:pt x="3804" y="10248"/>
                      </a:lnTo>
                      <a:lnTo>
                        <a:pt x="3689" y="9256"/>
                      </a:lnTo>
                      <a:lnTo>
                        <a:pt x="3247" y="9091"/>
                      </a:lnTo>
                      <a:lnTo>
                        <a:pt x="3112" y="8264"/>
                      </a:lnTo>
                      <a:lnTo>
                        <a:pt x="2843" y="7438"/>
                      </a:lnTo>
                      <a:lnTo>
                        <a:pt x="2690" y="7107"/>
                      </a:lnTo>
                      <a:lnTo>
                        <a:pt x="2536" y="6942"/>
                      </a:lnTo>
                      <a:lnTo>
                        <a:pt x="2229" y="6116"/>
                      </a:lnTo>
                      <a:lnTo>
                        <a:pt x="2017" y="5620"/>
                      </a:lnTo>
                      <a:lnTo>
                        <a:pt x="1902" y="5124"/>
                      </a:lnTo>
                      <a:lnTo>
                        <a:pt x="1691" y="4793"/>
                      </a:lnTo>
                      <a:lnTo>
                        <a:pt x="1479" y="4132"/>
                      </a:lnTo>
                      <a:lnTo>
                        <a:pt x="1306" y="3802"/>
                      </a:lnTo>
                      <a:lnTo>
                        <a:pt x="1095" y="3140"/>
                      </a:lnTo>
                      <a:lnTo>
                        <a:pt x="903" y="2975"/>
                      </a:lnTo>
                      <a:lnTo>
                        <a:pt x="826" y="2810"/>
                      </a:lnTo>
                      <a:lnTo>
                        <a:pt x="596" y="2149"/>
                      </a:lnTo>
                      <a:lnTo>
                        <a:pt x="480" y="1818"/>
                      </a:lnTo>
                      <a:lnTo>
                        <a:pt x="365" y="1818"/>
                      </a:lnTo>
                      <a:lnTo>
                        <a:pt x="288" y="1157"/>
                      </a:lnTo>
                      <a:lnTo>
                        <a:pt x="96" y="1157"/>
                      </a:lnTo>
                      <a:lnTo>
                        <a:pt x="0" y="826"/>
                      </a:ln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9185" name="Freeform 520"/>
                <p:cNvSpPr>
                  <a:spLocks/>
                </p:cNvSpPr>
                <p:nvPr/>
              </p:nvSpPr>
              <p:spPr bwMode="auto">
                <a:xfrm rot="10802475" flipV="1">
                  <a:off x="893" y="3582"/>
                  <a:ext cx="227" cy="17"/>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19655"/>
                      </a:moveTo>
                      <a:lnTo>
                        <a:pt x="181" y="18621"/>
                      </a:lnTo>
                      <a:lnTo>
                        <a:pt x="363" y="17931"/>
                      </a:lnTo>
                      <a:lnTo>
                        <a:pt x="590" y="17931"/>
                      </a:lnTo>
                      <a:lnTo>
                        <a:pt x="771" y="16897"/>
                      </a:lnTo>
                      <a:lnTo>
                        <a:pt x="998" y="15862"/>
                      </a:lnTo>
                      <a:lnTo>
                        <a:pt x="1224" y="15862"/>
                      </a:lnTo>
                      <a:lnTo>
                        <a:pt x="1406" y="14828"/>
                      </a:lnTo>
                      <a:lnTo>
                        <a:pt x="1542" y="14828"/>
                      </a:lnTo>
                      <a:lnTo>
                        <a:pt x="1769" y="14138"/>
                      </a:lnTo>
                      <a:lnTo>
                        <a:pt x="1905" y="13103"/>
                      </a:lnTo>
                      <a:lnTo>
                        <a:pt x="2132" y="13103"/>
                      </a:lnTo>
                      <a:lnTo>
                        <a:pt x="2358" y="12069"/>
                      </a:lnTo>
                      <a:lnTo>
                        <a:pt x="2540" y="12069"/>
                      </a:lnTo>
                      <a:lnTo>
                        <a:pt x="2766" y="11034"/>
                      </a:lnTo>
                      <a:lnTo>
                        <a:pt x="2948" y="10345"/>
                      </a:lnTo>
                      <a:lnTo>
                        <a:pt x="3129" y="10345"/>
                      </a:lnTo>
                      <a:lnTo>
                        <a:pt x="3356" y="9310"/>
                      </a:lnTo>
                      <a:lnTo>
                        <a:pt x="3537" y="9310"/>
                      </a:lnTo>
                      <a:lnTo>
                        <a:pt x="3764" y="8276"/>
                      </a:lnTo>
                      <a:lnTo>
                        <a:pt x="3900" y="8276"/>
                      </a:lnTo>
                      <a:lnTo>
                        <a:pt x="4127" y="7586"/>
                      </a:lnTo>
                      <a:lnTo>
                        <a:pt x="4354" y="7586"/>
                      </a:lnTo>
                      <a:lnTo>
                        <a:pt x="4535" y="6552"/>
                      </a:lnTo>
                      <a:lnTo>
                        <a:pt x="4762" y="6552"/>
                      </a:lnTo>
                      <a:lnTo>
                        <a:pt x="4943" y="5517"/>
                      </a:lnTo>
                      <a:lnTo>
                        <a:pt x="5125" y="5517"/>
                      </a:lnTo>
                      <a:lnTo>
                        <a:pt x="5351" y="4483"/>
                      </a:lnTo>
                      <a:lnTo>
                        <a:pt x="5533" y="4483"/>
                      </a:lnTo>
                      <a:lnTo>
                        <a:pt x="5760" y="3793"/>
                      </a:lnTo>
                      <a:lnTo>
                        <a:pt x="5941" y="3793"/>
                      </a:lnTo>
                      <a:lnTo>
                        <a:pt x="6122" y="2759"/>
                      </a:lnTo>
                      <a:lnTo>
                        <a:pt x="6440" y="2759"/>
                      </a:lnTo>
                      <a:lnTo>
                        <a:pt x="6576" y="2759"/>
                      </a:lnTo>
                      <a:lnTo>
                        <a:pt x="6803" y="2759"/>
                      </a:lnTo>
                      <a:lnTo>
                        <a:pt x="6893" y="1724"/>
                      </a:lnTo>
                      <a:lnTo>
                        <a:pt x="7211" y="1724"/>
                      </a:lnTo>
                      <a:lnTo>
                        <a:pt x="7392" y="1724"/>
                      </a:lnTo>
                      <a:lnTo>
                        <a:pt x="7574" y="1724"/>
                      </a:lnTo>
                      <a:lnTo>
                        <a:pt x="7846" y="690"/>
                      </a:lnTo>
                      <a:lnTo>
                        <a:pt x="7982" y="690"/>
                      </a:lnTo>
                      <a:lnTo>
                        <a:pt x="8254" y="690"/>
                      </a:lnTo>
                      <a:lnTo>
                        <a:pt x="8390" y="690"/>
                      </a:lnTo>
                      <a:lnTo>
                        <a:pt x="8662" y="0"/>
                      </a:lnTo>
                      <a:lnTo>
                        <a:pt x="8844" y="0"/>
                      </a:lnTo>
                      <a:lnTo>
                        <a:pt x="9025" y="0"/>
                      </a:lnTo>
                      <a:lnTo>
                        <a:pt x="9252" y="0"/>
                      </a:lnTo>
                      <a:lnTo>
                        <a:pt x="9433" y="0"/>
                      </a:lnTo>
                      <a:lnTo>
                        <a:pt x="9660" y="0"/>
                      </a:lnTo>
                      <a:lnTo>
                        <a:pt x="9887" y="0"/>
                      </a:lnTo>
                      <a:lnTo>
                        <a:pt x="10113" y="0"/>
                      </a:lnTo>
                      <a:lnTo>
                        <a:pt x="10340" y="0"/>
                      </a:lnTo>
                      <a:lnTo>
                        <a:pt x="10567" y="0"/>
                      </a:lnTo>
                      <a:lnTo>
                        <a:pt x="10748" y="0"/>
                      </a:lnTo>
                      <a:lnTo>
                        <a:pt x="10975" y="690"/>
                      </a:lnTo>
                      <a:lnTo>
                        <a:pt x="11247" y="690"/>
                      </a:lnTo>
                      <a:lnTo>
                        <a:pt x="11474" y="690"/>
                      </a:lnTo>
                      <a:lnTo>
                        <a:pt x="11655" y="1724"/>
                      </a:lnTo>
                      <a:lnTo>
                        <a:pt x="11973" y="1724"/>
                      </a:lnTo>
                      <a:lnTo>
                        <a:pt x="12154" y="1724"/>
                      </a:lnTo>
                      <a:lnTo>
                        <a:pt x="12426" y="2759"/>
                      </a:lnTo>
                      <a:lnTo>
                        <a:pt x="12744" y="2759"/>
                      </a:lnTo>
                      <a:lnTo>
                        <a:pt x="12971" y="2759"/>
                      </a:lnTo>
                      <a:lnTo>
                        <a:pt x="13152" y="3793"/>
                      </a:lnTo>
                      <a:lnTo>
                        <a:pt x="13424" y="3793"/>
                      </a:lnTo>
                      <a:lnTo>
                        <a:pt x="13651" y="4483"/>
                      </a:lnTo>
                      <a:lnTo>
                        <a:pt x="13968" y="4483"/>
                      </a:lnTo>
                      <a:lnTo>
                        <a:pt x="14195" y="5517"/>
                      </a:lnTo>
                      <a:lnTo>
                        <a:pt x="14376" y="6552"/>
                      </a:lnTo>
                      <a:lnTo>
                        <a:pt x="14649" y="6552"/>
                      </a:lnTo>
                      <a:lnTo>
                        <a:pt x="14875" y="7586"/>
                      </a:lnTo>
                      <a:lnTo>
                        <a:pt x="15147" y="7586"/>
                      </a:lnTo>
                      <a:lnTo>
                        <a:pt x="15420" y="8276"/>
                      </a:lnTo>
                      <a:lnTo>
                        <a:pt x="15646" y="8276"/>
                      </a:lnTo>
                      <a:lnTo>
                        <a:pt x="15873" y="9310"/>
                      </a:lnTo>
                      <a:lnTo>
                        <a:pt x="16100" y="9310"/>
                      </a:lnTo>
                      <a:lnTo>
                        <a:pt x="16327" y="10345"/>
                      </a:lnTo>
                      <a:lnTo>
                        <a:pt x="16553" y="10345"/>
                      </a:lnTo>
                      <a:lnTo>
                        <a:pt x="16871" y="11034"/>
                      </a:lnTo>
                      <a:lnTo>
                        <a:pt x="17052" y="12069"/>
                      </a:lnTo>
                      <a:lnTo>
                        <a:pt x="17234" y="12069"/>
                      </a:lnTo>
                      <a:lnTo>
                        <a:pt x="17506" y="13103"/>
                      </a:lnTo>
                      <a:lnTo>
                        <a:pt x="17687" y="13103"/>
                      </a:lnTo>
                      <a:lnTo>
                        <a:pt x="17868" y="13103"/>
                      </a:lnTo>
                      <a:lnTo>
                        <a:pt x="18141" y="14138"/>
                      </a:lnTo>
                      <a:lnTo>
                        <a:pt x="18322" y="14828"/>
                      </a:lnTo>
                      <a:lnTo>
                        <a:pt x="18458" y="14828"/>
                      </a:lnTo>
                      <a:lnTo>
                        <a:pt x="18639" y="15862"/>
                      </a:lnTo>
                      <a:lnTo>
                        <a:pt x="18821" y="15862"/>
                      </a:lnTo>
                      <a:lnTo>
                        <a:pt x="18957" y="16897"/>
                      </a:lnTo>
                      <a:lnTo>
                        <a:pt x="19184" y="16897"/>
                      </a:lnTo>
                      <a:lnTo>
                        <a:pt x="19229" y="17931"/>
                      </a:lnTo>
                      <a:lnTo>
                        <a:pt x="19546" y="17931"/>
                      </a:lnTo>
                      <a:lnTo>
                        <a:pt x="19592" y="17931"/>
                      </a:lnTo>
                      <a:lnTo>
                        <a:pt x="19773" y="17931"/>
                      </a:lnTo>
                      <a:lnTo>
                        <a:pt x="19819" y="18621"/>
                      </a:lnTo>
                      <a:lnTo>
                        <a:pt x="19955" y="18621"/>
                      </a:ln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49173" name="Freeform 521"/>
              <p:cNvSpPr>
                <a:spLocks/>
              </p:cNvSpPr>
              <p:nvPr/>
            </p:nvSpPr>
            <p:spPr bwMode="auto">
              <a:xfrm rot="10449095" flipV="1">
                <a:off x="1846" y="3542"/>
                <a:ext cx="302" cy="100"/>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0"/>
                    </a:moveTo>
                    <a:lnTo>
                      <a:pt x="239" y="738"/>
                    </a:lnTo>
                    <a:lnTo>
                      <a:pt x="444" y="1148"/>
                    </a:lnTo>
                    <a:lnTo>
                      <a:pt x="512" y="1885"/>
                    </a:lnTo>
                    <a:lnTo>
                      <a:pt x="785" y="2541"/>
                    </a:lnTo>
                    <a:lnTo>
                      <a:pt x="990" y="3115"/>
                    </a:lnTo>
                    <a:lnTo>
                      <a:pt x="1058" y="3852"/>
                    </a:lnTo>
                    <a:lnTo>
                      <a:pt x="1365" y="4262"/>
                    </a:lnTo>
                    <a:lnTo>
                      <a:pt x="1604" y="4918"/>
                    </a:lnTo>
                    <a:lnTo>
                      <a:pt x="1843" y="5328"/>
                    </a:lnTo>
                    <a:lnTo>
                      <a:pt x="2014" y="6148"/>
                    </a:lnTo>
                    <a:lnTo>
                      <a:pt x="2116" y="6803"/>
                    </a:lnTo>
                    <a:lnTo>
                      <a:pt x="2423" y="7213"/>
                    </a:lnTo>
                    <a:lnTo>
                      <a:pt x="2560" y="7869"/>
                    </a:lnTo>
                    <a:lnTo>
                      <a:pt x="2696" y="8443"/>
                    </a:lnTo>
                    <a:lnTo>
                      <a:pt x="2867" y="8934"/>
                    </a:lnTo>
                    <a:lnTo>
                      <a:pt x="3106" y="9590"/>
                    </a:lnTo>
                    <a:lnTo>
                      <a:pt x="3379" y="10082"/>
                    </a:lnTo>
                    <a:lnTo>
                      <a:pt x="3584" y="10574"/>
                    </a:lnTo>
                    <a:lnTo>
                      <a:pt x="3720" y="11148"/>
                    </a:lnTo>
                    <a:lnTo>
                      <a:pt x="3959" y="11639"/>
                    </a:lnTo>
                    <a:lnTo>
                      <a:pt x="4164" y="12131"/>
                    </a:lnTo>
                    <a:lnTo>
                      <a:pt x="4403" y="12705"/>
                    </a:lnTo>
                    <a:lnTo>
                      <a:pt x="4573" y="13115"/>
                    </a:lnTo>
                    <a:lnTo>
                      <a:pt x="4812" y="13607"/>
                    </a:lnTo>
                    <a:lnTo>
                      <a:pt x="5017" y="14098"/>
                    </a:lnTo>
                    <a:lnTo>
                      <a:pt x="5119" y="14672"/>
                    </a:lnTo>
                    <a:lnTo>
                      <a:pt x="5358" y="14918"/>
                    </a:lnTo>
                    <a:lnTo>
                      <a:pt x="5597" y="15328"/>
                    </a:lnTo>
                    <a:lnTo>
                      <a:pt x="5734" y="15738"/>
                    </a:lnTo>
                    <a:lnTo>
                      <a:pt x="5939" y="16148"/>
                    </a:lnTo>
                    <a:lnTo>
                      <a:pt x="6177" y="16393"/>
                    </a:lnTo>
                    <a:lnTo>
                      <a:pt x="6348" y="16885"/>
                    </a:lnTo>
                    <a:lnTo>
                      <a:pt x="6587" y="17131"/>
                    </a:lnTo>
                    <a:lnTo>
                      <a:pt x="6826" y="17459"/>
                    </a:lnTo>
                    <a:lnTo>
                      <a:pt x="6928" y="17705"/>
                    </a:lnTo>
                    <a:lnTo>
                      <a:pt x="7167" y="18115"/>
                    </a:lnTo>
                    <a:lnTo>
                      <a:pt x="7406" y="18361"/>
                    </a:lnTo>
                    <a:lnTo>
                      <a:pt x="7611" y="18689"/>
                    </a:lnTo>
                    <a:lnTo>
                      <a:pt x="7816" y="18852"/>
                    </a:lnTo>
                    <a:lnTo>
                      <a:pt x="7986" y="19098"/>
                    </a:lnTo>
                    <a:lnTo>
                      <a:pt x="8191" y="19262"/>
                    </a:lnTo>
                    <a:lnTo>
                      <a:pt x="8464" y="19262"/>
                    </a:lnTo>
                    <a:lnTo>
                      <a:pt x="8703" y="19590"/>
                    </a:lnTo>
                    <a:lnTo>
                      <a:pt x="8771" y="19672"/>
                    </a:lnTo>
                    <a:lnTo>
                      <a:pt x="8942" y="19754"/>
                    </a:lnTo>
                    <a:lnTo>
                      <a:pt x="9215" y="19754"/>
                    </a:lnTo>
                    <a:lnTo>
                      <a:pt x="9386" y="19918"/>
                    </a:lnTo>
                    <a:lnTo>
                      <a:pt x="9625" y="19918"/>
                    </a:lnTo>
                    <a:lnTo>
                      <a:pt x="9795" y="19918"/>
                    </a:lnTo>
                    <a:lnTo>
                      <a:pt x="10205" y="19754"/>
                    </a:lnTo>
                    <a:lnTo>
                      <a:pt x="10341" y="19672"/>
                    </a:lnTo>
                    <a:lnTo>
                      <a:pt x="10614" y="19590"/>
                    </a:lnTo>
                    <a:lnTo>
                      <a:pt x="10785" y="19344"/>
                    </a:lnTo>
                    <a:lnTo>
                      <a:pt x="11058" y="19262"/>
                    </a:lnTo>
                    <a:lnTo>
                      <a:pt x="11229" y="19098"/>
                    </a:lnTo>
                    <a:lnTo>
                      <a:pt x="11433" y="18852"/>
                    </a:lnTo>
                    <a:lnTo>
                      <a:pt x="11741" y="18443"/>
                    </a:lnTo>
                    <a:lnTo>
                      <a:pt x="12014" y="18115"/>
                    </a:lnTo>
                    <a:lnTo>
                      <a:pt x="12184" y="17705"/>
                    </a:lnTo>
                    <a:lnTo>
                      <a:pt x="12389" y="17295"/>
                    </a:lnTo>
                    <a:lnTo>
                      <a:pt x="12594" y="17049"/>
                    </a:lnTo>
                    <a:lnTo>
                      <a:pt x="12901" y="16639"/>
                    </a:lnTo>
                    <a:lnTo>
                      <a:pt x="13174" y="16148"/>
                    </a:lnTo>
                    <a:lnTo>
                      <a:pt x="13345" y="15738"/>
                    </a:lnTo>
                    <a:lnTo>
                      <a:pt x="13652" y="15246"/>
                    </a:lnTo>
                    <a:lnTo>
                      <a:pt x="13925" y="14754"/>
                    </a:lnTo>
                    <a:lnTo>
                      <a:pt x="14130" y="14344"/>
                    </a:lnTo>
                    <a:lnTo>
                      <a:pt x="14403" y="13689"/>
                    </a:lnTo>
                    <a:lnTo>
                      <a:pt x="14642" y="13115"/>
                    </a:lnTo>
                    <a:lnTo>
                      <a:pt x="14915" y="12787"/>
                    </a:lnTo>
                    <a:lnTo>
                      <a:pt x="15188" y="12131"/>
                    </a:lnTo>
                    <a:lnTo>
                      <a:pt x="15427" y="11639"/>
                    </a:lnTo>
                    <a:lnTo>
                      <a:pt x="15631" y="11148"/>
                    </a:lnTo>
                    <a:lnTo>
                      <a:pt x="15836" y="10574"/>
                    </a:lnTo>
                    <a:lnTo>
                      <a:pt x="16212" y="10082"/>
                    </a:lnTo>
                    <a:lnTo>
                      <a:pt x="16348" y="9426"/>
                    </a:lnTo>
                    <a:lnTo>
                      <a:pt x="16587" y="8852"/>
                    </a:lnTo>
                    <a:lnTo>
                      <a:pt x="16792" y="8361"/>
                    </a:lnTo>
                    <a:lnTo>
                      <a:pt x="17133" y="7869"/>
                    </a:lnTo>
                    <a:lnTo>
                      <a:pt x="17304" y="7213"/>
                    </a:lnTo>
                    <a:lnTo>
                      <a:pt x="17440" y="6803"/>
                    </a:lnTo>
                    <a:lnTo>
                      <a:pt x="17645" y="6148"/>
                    </a:lnTo>
                    <a:lnTo>
                      <a:pt x="17918" y="5656"/>
                    </a:lnTo>
                    <a:lnTo>
                      <a:pt x="17986" y="5164"/>
                    </a:lnTo>
                    <a:lnTo>
                      <a:pt x="18294" y="4754"/>
                    </a:lnTo>
                    <a:lnTo>
                      <a:pt x="18396" y="4262"/>
                    </a:lnTo>
                    <a:lnTo>
                      <a:pt x="18669" y="3852"/>
                    </a:lnTo>
                    <a:lnTo>
                      <a:pt x="18771" y="3361"/>
                    </a:lnTo>
                    <a:lnTo>
                      <a:pt x="19010" y="2951"/>
                    </a:lnTo>
                    <a:lnTo>
                      <a:pt x="19181" y="2705"/>
                    </a:lnTo>
                    <a:lnTo>
                      <a:pt x="19454" y="2295"/>
                    </a:lnTo>
                    <a:lnTo>
                      <a:pt x="19522" y="1885"/>
                    </a:lnTo>
                    <a:lnTo>
                      <a:pt x="19556" y="1639"/>
                    </a:lnTo>
                    <a:lnTo>
                      <a:pt x="19693" y="1230"/>
                    </a:lnTo>
                    <a:lnTo>
                      <a:pt x="19829" y="1066"/>
                    </a:lnTo>
                    <a:lnTo>
                      <a:pt x="19966" y="820"/>
                    </a:ln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nvGrpSpPr>
              <p:cNvPr id="49174" name="Group 522"/>
              <p:cNvGrpSpPr>
                <a:grpSpLocks/>
              </p:cNvGrpSpPr>
              <p:nvPr/>
            </p:nvGrpSpPr>
            <p:grpSpPr bwMode="auto">
              <a:xfrm>
                <a:off x="3175" y="3475"/>
                <a:ext cx="1764" cy="168"/>
                <a:chOff x="3175" y="3475"/>
                <a:chExt cx="1764" cy="168"/>
              </a:xfrm>
            </p:grpSpPr>
            <p:grpSp>
              <p:nvGrpSpPr>
                <p:cNvPr id="49175" name="Group 523"/>
                <p:cNvGrpSpPr>
                  <a:grpSpLocks/>
                </p:cNvGrpSpPr>
                <p:nvPr/>
              </p:nvGrpSpPr>
              <p:grpSpPr bwMode="auto">
                <a:xfrm>
                  <a:off x="4222" y="3584"/>
                  <a:ext cx="717" cy="54"/>
                  <a:chOff x="4222" y="3584"/>
                  <a:chExt cx="717" cy="54"/>
                </a:xfrm>
              </p:grpSpPr>
              <p:sp>
                <p:nvSpPr>
                  <p:cNvPr id="49180" name="Freeform 524"/>
                  <p:cNvSpPr>
                    <a:spLocks/>
                  </p:cNvSpPr>
                  <p:nvPr/>
                </p:nvSpPr>
                <p:spPr bwMode="auto">
                  <a:xfrm rot="10802475" flipV="1">
                    <a:off x="4432" y="3596"/>
                    <a:ext cx="507" cy="42"/>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0" y="0"/>
                        </a:moveTo>
                        <a:lnTo>
                          <a:pt x="244" y="889"/>
                        </a:lnTo>
                        <a:lnTo>
                          <a:pt x="508" y="1185"/>
                        </a:lnTo>
                        <a:lnTo>
                          <a:pt x="528" y="1926"/>
                        </a:lnTo>
                        <a:lnTo>
                          <a:pt x="812" y="2370"/>
                        </a:lnTo>
                        <a:lnTo>
                          <a:pt x="975" y="3259"/>
                        </a:lnTo>
                        <a:lnTo>
                          <a:pt x="1137" y="3704"/>
                        </a:lnTo>
                        <a:lnTo>
                          <a:pt x="1442" y="4296"/>
                        </a:lnTo>
                        <a:lnTo>
                          <a:pt x="1645" y="5185"/>
                        </a:lnTo>
                        <a:lnTo>
                          <a:pt x="1706" y="5481"/>
                        </a:lnTo>
                        <a:lnTo>
                          <a:pt x="2010" y="5926"/>
                        </a:lnTo>
                        <a:lnTo>
                          <a:pt x="2173" y="6963"/>
                        </a:lnTo>
                        <a:lnTo>
                          <a:pt x="2437" y="7111"/>
                        </a:lnTo>
                        <a:lnTo>
                          <a:pt x="2660" y="7556"/>
                        </a:lnTo>
                        <a:lnTo>
                          <a:pt x="2721" y="8444"/>
                        </a:lnTo>
                        <a:lnTo>
                          <a:pt x="2964" y="9037"/>
                        </a:lnTo>
                        <a:lnTo>
                          <a:pt x="3127" y="9926"/>
                        </a:lnTo>
                        <a:lnTo>
                          <a:pt x="3391" y="10222"/>
                        </a:lnTo>
                        <a:lnTo>
                          <a:pt x="3655" y="10815"/>
                        </a:lnTo>
                        <a:lnTo>
                          <a:pt x="3797" y="11111"/>
                        </a:lnTo>
                        <a:lnTo>
                          <a:pt x="3980" y="11852"/>
                        </a:lnTo>
                        <a:lnTo>
                          <a:pt x="4203" y="12296"/>
                        </a:lnTo>
                        <a:lnTo>
                          <a:pt x="4406" y="12889"/>
                        </a:lnTo>
                        <a:lnTo>
                          <a:pt x="4670" y="13185"/>
                        </a:lnTo>
                        <a:lnTo>
                          <a:pt x="4731" y="13778"/>
                        </a:lnTo>
                        <a:lnTo>
                          <a:pt x="5015" y="14370"/>
                        </a:lnTo>
                        <a:lnTo>
                          <a:pt x="5157" y="14667"/>
                        </a:lnTo>
                        <a:lnTo>
                          <a:pt x="5421" y="14667"/>
                        </a:lnTo>
                        <a:lnTo>
                          <a:pt x="5543" y="15259"/>
                        </a:lnTo>
                        <a:lnTo>
                          <a:pt x="5807" y="16296"/>
                        </a:lnTo>
                        <a:lnTo>
                          <a:pt x="5970" y="16444"/>
                        </a:lnTo>
                        <a:lnTo>
                          <a:pt x="6254" y="16444"/>
                        </a:lnTo>
                        <a:lnTo>
                          <a:pt x="6315" y="16889"/>
                        </a:lnTo>
                        <a:lnTo>
                          <a:pt x="6680" y="17481"/>
                        </a:lnTo>
                        <a:lnTo>
                          <a:pt x="6883" y="17481"/>
                        </a:lnTo>
                        <a:lnTo>
                          <a:pt x="7005" y="17778"/>
                        </a:lnTo>
                        <a:lnTo>
                          <a:pt x="7188" y="18667"/>
                        </a:lnTo>
                        <a:lnTo>
                          <a:pt x="7431" y="18667"/>
                        </a:lnTo>
                        <a:lnTo>
                          <a:pt x="7675" y="18667"/>
                        </a:lnTo>
                        <a:lnTo>
                          <a:pt x="7817" y="18667"/>
                        </a:lnTo>
                        <a:lnTo>
                          <a:pt x="8000" y="19111"/>
                        </a:lnTo>
                        <a:lnTo>
                          <a:pt x="8223" y="19111"/>
                        </a:lnTo>
                        <a:lnTo>
                          <a:pt x="8426" y="19111"/>
                        </a:lnTo>
                        <a:lnTo>
                          <a:pt x="8670" y="19704"/>
                        </a:lnTo>
                        <a:lnTo>
                          <a:pt x="8893" y="19852"/>
                        </a:lnTo>
                        <a:lnTo>
                          <a:pt x="9036" y="19852"/>
                        </a:lnTo>
                        <a:lnTo>
                          <a:pt x="9259" y="19852"/>
                        </a:lnTo>
                        <a:lnTo>
                          <a:pt x="9442" y="19852"/>
                        </a:lnTo>
                        <a:lnTo>
                          <a:pt x="9746" y="19852"/>
                        </a:lnTo>
                        <a:lnTo>
                          <a:pt x="9888" y="19852"/>
                        </a:lnTo>
                        <a:lnTo>
                          <a:pt x="10173" y="19852"/>
                        </a:lnTo>
                        <a:lnTo>
                          <a:pt x="10376" y="19852"/>
                        </a:lnTo>
                        <a:lnTo>
                          <a:pt x="10558" y="19704"/>
                        </a:lnTo>
                        <a:lnTo>
                          <a:pt x="10802" y="19704"/>
                        </a:lnTo>
                        <a:lnTo>
                          <a:pt x="10964" y="19111"/>
                        </a:lnTo>
                        <a:lnTo>
                          <a:pt x="11269" y="19111"/>
                        </a:lnTo>
                        <a:lnTo>
                          <a:pt x="11513" y="18667"/>
                        </a:lnTo>
                        <a:lnTo>
                          <a:pt x="11797" y="18667"/>
                        </a:lnTo>
                        <a:lnTo>
                          <a:pt x="12061" y="18667"/>
                        </a:lnTo>
                        <a:lnTo>
                          <a:pt x="12223" y="17778"/>
                        </a:lnTo>
                        <a:lnTo>
                          <a:pt x="12487" y="17481"/>
                        </a:lnTo>
                        <a:lnTo>
                          <a:pt x="12711" y="16889"/>
                        </a:lnTo>
                        <a:lnTo>
                          <a:pt x="12975" y="16444"/>
                        </a:lnTo>
                        <a:lnTo>
                          <a:pt x="13259" y="16444"/>
                        </a:lnTo>
                        <a:lnTo>
                          <a:pt x="13401" y="16296"/>
                        </a:lnTo>
                        <a:lnTo>
                          <a:pt x="13665" y="15259"/>
                        </a:lnTo>
                        <a:lnTo>
                          <a:pt x="13970" y="14667"/>
                        </a:lnTo>
                        <a:lnTo>
                          <a:pt x="14234" y="14370"/>
                        </a:lnTo>
                        <a:lnTo>
                          <a:pt x="14457" y="13778"/>
                        </a:lnTo>
                        <a:lnTo>
                          <a:pt x="14680" y="13333"/>
                        </a:lnTo>
                        <a:lnTo>
                          <a:pt x="14985" y="12889"/>
                        </a:lnTo>
                        <a:lnTo>
                          <a:pt x="15269" y="12296"/>
                        </a:lnTo>
                        <a:lnTo>
                          <a:pt x="15431" y="11852"/>
                        </a:lnTo>
                        <a:lnTo>
                          <a:pt x="15675" y="11111"/>
                        </a:lnTo>
                        <a:lnTo>
                          <a:pt x="15898" y="10815"/>
                        </a:lnTo>
                        <a:lnTo>
                          <a:pt x="16183" y="10222"/>
                        </a:lnTo>
                        <a:lnTo>
                          <a:pt x="16284" y="9333"/>
                        </a:lnTo>
                        <a:lnTo>
                          <a:pt x="16731" y="9037"/>
                        </a:lnTo>
                        <a:lnTo>
                          <a:pt x="16873" y="8444"/>
                        </a:lnTo>
                        <a:lnTo>
                          <a:pt x="17137" y="7556"/>
                        </a:lnTo>
                        <a:lnTo>
                          <a:pt x="17299" y="7111"/>
                        </a:lnTo>
                        <a:lnTo>
                          <a:pt x="17442" y="6963"/>
                        </a:lnTo>
                        <a:lnTo>
                          <a:pt x="17746" y="5926"/>
                        </a:lnTo>
                        <a:lnTo>
                          <a:pt x="17970" y="5630"/>
                        </a:lnTo>
                        <a:lnTo>
                          <a:pt x="18071" y="5185"/>
                        </a:lnTo>
                        <a:lnTo>
                          <a:pt x="18294" y="4741"/>
                        </a:lnTo>
                        <a:lnTo>
                          <a:pt x="18497" y="4296"/>
                        </a:lnTo>
                        <a:lnTo>
                          <a:pt x="18680" y="3704"/>
                        </a:lnTo>
                        <a:lnTo>
                          <a:pt x="18883" y="3259"/>
                        </a:lnTo>
                        <a:lnTo>
                          <a:pt x="19086" y="3111"/>
                        </a:lnTo>
                        <a:lnTo>
                          <a:pt x="19147" y="2667"/>
                        </a:lnTo>
                        <a:lnTo>
                          <a:pt x="19391" y="2074"/>
                        </a:lnTo>
                        <a:lnTo>
                          <a:pt x="19492" y="1926"/>
                        </a:lnTo>
                        <a:lnTo>
                          <a:pt x="19614" y="1926"/>
                        </a:lnTo>
                        <a:lnTo>
                          <a:pt x="19695" y="1185"/>
                        </a:lnTo>
                        <a:lnTo>
                          <a:pt x="19878" y="1185"/>
                        </a:lnTo>
                        <a:lnTo>
                          <a:pt x="19980" y="889"/>
                        </a:ln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9181" name="Freeform 525"/>
                  <p:cNvSpPr>
                    <a:spLocks/>
                  </p:cNvSpPr>
                  <p:nvPr/>
                </p:nvSpPr>
                <p:spPr bwMode="auto">
                  <a:xfrm rot="10802475" flipV="1">
                    <a:off x="4222" y="3584"/>
                    <a:ext cx="216" cy="10"/>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19952" y="19444"/>
                        </a:moveTo>
                        <a:lnTo>
                          <a:pt x="19760" y="18889"/>
                        </a:lnTo>
                        <a:lnTo>
                          <a:pt x="19568" y="18333"/>
                        </a:lnTo>
                        <a:lnTo>
                          <a:pt x="19376" y="18333"/>
                        </a:lnTo>
                        <a:lnTo>
                          <a:pt x="19185" y="16667"/>
                        </a:lnTo>
                        <a:lnTo>
                          <a:pt x="18945" y="16111"/>
                        </a:lnTo>
                        <a:lnTo>
                          <a:pt x="18753" y="16111"/>
                        </a:lnTo>
                        <a:lnTo>
                          <a:pt x="18561" y="15000"/>
                        </a:lnTo>
                        <a:lnTo>
                          <a:pt x="18417" y="15000"/>
                        </a:lnTo>
                        <a:lnTo>
                          <a:pt x="18177" y="14444"/>
                        </a:lnTo>
                        <a:lnTo>
                          <a:pt x="18034" y="12778"/>
                        </a:lnTo>
                        <a:lnTo>
                          <a:pt x="17842" y="12778"/>
                        </a:lnTo>
                        <a:lnTo>
                          <a:pt x="17602" y="12222"/>
                        </a:lnTo>
                        <a:lnTo>
                          <a:pt x="17410" y="12222"/>
                        </a:lnTo>
                        <a:lnTo>
                          <a:pt x="17170" y="11111"/>
                        </a:lnTo>
                        <a:lnTo>
                          <a:pt x="17026" y="10556"/>
                        </a:lnTo>
                        <a:lnTo>
                          <a:pt x="16835" y="10556"/>
                        </a:lnTo>
                        <a:lnTo>
                          <a:pt x="16595" y="8889"/>
                        </a:lnTo>
                        <a:lnTo>
                          <a:pt x="16403" y="8889"/>
                        </a:lnTo>
                        <a:lnTo>
                          <a:pt x="16211" y="8333"/>
                        </a:lnTo>
                        <a:lnTo>
                          <a:pt x="16067" y="8333"/>
                        </a:lnTo>
                        <a:lnTo>
                          <a:pt x="15827" y="7778"/>
                        </a:lnTo>
                        <a:lnTo>
                          <a:pt x="15588" y="7778"/>
                        </a:lnTo>
                        <a:lnTo>
                          <a:pt x="15396" y="6667"/>
                        </a:lnTo>
                        <a:lnTo>
                          <a:pt x="15204" y="6667"/>
                        </a:lnTo>
                        <a:lnTo>
                          <a:pt x="15012" y="5000"/>
                        </a:lnTo>
                        <a:lnTo>
                          <a:pt x="14820" y="5000"/>
                        </a:lnTo>
                        <a:lnTo>
                          <a:pt x="14580" y="4444"/>
                        </a:lnTo>
                        <a:lnTo>
                          <a:pt x="14436" y="4444"/>
                        </a:lnTo>
                        <a:lnTo>
                          <a:pt x="14197" y="3889"/>
                        </a:lnTo>
                        <a:lnTo>
                          <a:pt x="14005" y="3889"/>
                        </a:lnTo>
                        <a:lnTo>
                          <a:pt x="13813" y="3333"/>
                        </a:lnTo>
                        <a:lnTo>
                          <a:pt x="13525" y="3333"/>
                        </a:lnTo>
                        <a:lnTo>
                          <a:pt x="13381" y="3333"/>
                        </a:lnTo>
                        <a:lnTo>
                          <a:pt x="13141" y="3333"/>
                        </a:lnTo>
                        <a:lnTo>
                          <a:pt x="13046" y="1667"/>
                        </a:lnTo>
                        <a:lnTo>
                          <a:pt x="12758" y="1667"/>
                        </a:lnTo>
                        <a:lnTo>
                          <a:pt x="12566" y="1667"/>
                        </a:lnTo>
                        <a:lnTo>
                          <a:pt x="12374" y="1667"/>
                        </a:lnTo>
                        <a:lnTo>
                          <a:pt x="12086" y="556"/>
                        </a:lnTo>
                        <a:lnTo>
                          <a:pt x="11990" y="556"/>
                        </a:lnTo>
                        <a:lnTo>
                          <a:pt x="11703" y="556"/>
                        </a:lnTo>
                        <a:lnTo>
                          <a:pt x="11559" y="556"/>
                        </a:lnTo>
                        <a:lnTo>
                          <a:pt x="11271" y="0"/>
                        </a:lnTo>
                        <a:lnTo>
                          <a:pt x="11127" y="0"/>
                        </a:lnTo>
                        <a:lnTo>
                          <a:pt x="10935" y="0"/>
                        </a:lnTo>
                        <a:lnTo>
                          <a:pt x="10695" y="0"/>
                        </a:lnTo>
                        <a:lnTo>
                          <a:pt x="10504" y="0"/>
                        </a:lnTo>
                        <a:lnTo>
                          <a:pt x="10312" y="0"/>
                        </a:lnTo>
                        <a:lnTo>
                          <a:pt x="10072" y="0"/>
                        </a:lnTo>
                        <a:lnTo>
                          <a:pt x="9832" y="0"/>
                        </a:lnTo>
                        <a:lnTo>
                          <a:pt x="9592" y="0"/>
                        </a:lnTo>
                        <a:lnTo>
                          <a:pt x="9400" y="0"/>
                        </a:lnTo>
                        <a:lnTo>
                          <a:pt x="9209" y="0"/>
                        </a:lnTo>
                        <a:lnTo>
                          <a:pt x="8969" y="556"/>
                        </a:lnTo>
                        <a:lnTo>
                          <a:pt x="8729" y="556"/>
                        </a:lnTo>
                        <a:lnTo>
                          <a:pt x="8489" y="556"/>
                        </a:lnTo>
                        <a:lnTo>
                          <a:pt x="8297" y="1667"/>
                        </a:lnTo>
                        <a:lnTo>
                          <a:pt x="7962" y="1667"/>
                        </a:lnTo>
                        <a:lnTo>
                          <a:pt x="7818" y="1667"/>
                        </a:lnTo>
                        <a:lnTo>
                          <a:pt x="7530" y="3333"/>
                        </a:lnTo>
                        <a:lnTo>
                          <a:pt x="7194" y="3333"/>
                        </a:lnTo>
                        <a:lnTo>
                          <a:pt x="7002" y="3333"/>
                        </a:lnTo>
                        <a:lnTo>
                          <a:pt x="6811" y="3889"/>
                        </a:lnTo>
                        <a:lnTo>
                          <a:pt x="6523" y="3889"/>
                        </a:lnTo>
                        <a:lnTo>
                          <a:pt x="6283" y="4444"/>
                        </a:lnTo>
                        <a:lnTo>
                          <a:pt x="5995" y="4444"/>
                        </a:lnTo>
                        <a:lnTo>
                          <a:pt x="5755" y="5000"/>
                        </a:lnTo>
                        <a:lnTo>
                          <a:pt x="5564" y="6667"/>
                        </a:lnTo>
                        <a:lnTo>
                          <a:pt x="5324" y="6667"/>
                        </a:lnTo>
                        <a:lnTo>
                          <a:pt x="5084" y="7778"/>
                        </a:lnTo>
                        <a:lnTo>
                          <a:pt x="4796" y="7778"/>
                        </a:lnTo>
                        <a:lnTo>
                          <a:pt x="4556" y="8333"/>
                        </a:lnTo>
                        <a:lnTo>
                          <a:pt x="4317" y="8333"/>
                        </a:lnTo>
                        <a:lnTo>
                          <a:pt x="4077" y="8889"/>
                        </a:lnTo>
                        <a:lnTo>
                          <a:pt x="3837" y="8889"/>
                        </a:lnTo>
                        <a:lnTo>
                          <a:pt x="3645" y="10556"/>
                        </a:lnTo>
                        <a:lnTo>
                          <a:pt x="3405" y="10556"/>
                        </a:lnTo>
                        <a:lnTo>
                          <a:pt x="3070" y="11111"/>
                        </a:lnTo>
                        <a:lnTo>
                          <a:pt x="2926" y="12222"/>
                        </a:lnTo>
                        <a:lnTo>
                          <a:pt x="2734" y="12222"/>
                        </a:lnTo>
                        <a:lnTo>
                          <a:pt x="2446" y="12778"/>
                        </a:lnTo>
                        <a:lnTo>
                          <a:pt x="2254" y="12778"/>
                        </a:lnTo>
                        <a:lnTo>
                          <a:pt x="2062" y="12778"/>
                        </a:lnTo>
                        <a:lnTo>
                          <a:pt x="1823" y="14444"/>
                        </a:lnTo>
                        <a:lnTo>
                          <a:pt x="1631" y="15000"/>
                        </a:lnTo>
                        <a:lnTo>
                          <a:pt x="1487" y="15000"/>
                        </a:lnTo>
                        <a:lnTo>
                          <a:pt x="1295" y="16111"/>
                        </a:lnTo>
                        <a:lnTo>
                          <a:pt x="1151" y="16111"/>
                        </a:lnTo>
                        <a:lnTo>
                          <a:pt x="1007" y="16667"/>
                        </a:lnTo>
                        <a:lnTo>
                          <a:pt x="767" y="16667"/>
                        </a:lnTo>
                        <a:lnTo>
                          <a:pt x="719" y="18333"/>
                        </a:lnTo>
                        <a:lnTo>
                          <a:pt x="432" y="18333"/>
                        </a:lnTo>
                        <a:lnTo>
                          <a:pt x="384" y="18333"/>
                        </a:lnTo>
                        <a:lnTo>
                          <a:pt x="192" y="18333"/>
                        </a:lnTo>
                        <a:lnTo>
                          <a:pt x="144" y="18889"/>
                        </a:lnTo>
                        <a:lnTo>
                          <a:pt x="0" y="18889"/>
                        </a:ln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
              <p:nvSpPr>
                <p:cNvPr id="49176" name="Freeform 526"/>
                <p:cNvSpPr>
                  <a:spLocks/>
                </p:cNvSpPr>
                <p:nvPr/>
              </p:nvSpPr>
              <p:spPr bwMode="auto">
                <a:xfrm rot="11492815" flipV="1">
                  <a:off x="3180" y="3545"/>
                  <a:ext cx="281" cy="98"/>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19966" y="0"/>
                      </a:moveTo>
                      <a:lnTo>
                        <a:pt x="19727" y="738"/>
                      </a:lnTo>
                      <a:lnTo>
                        <a:pt x="19522" y="1148"/>
                      </a:lnTo>
                      <a:lnTo>
                        <a:pt x="19454" y="1885"/>
                      </a:lnTo>
                      <a:lnTo>
                        <a:pt x="19181" y="2541"/>
                      </a:lnTo>
                      <a:lnTo>
                        <a:pt x="18976" y="3115"/>
                      </a:lnTo>
                      <a:lnTo>
                        <a:pt x="18908" y="3852"/>
                      </a:lnTo>
                      <a:lnTo>
                        <a:pt x="18601" y="4262"/>
                      </a:lnTo>
                      <a:lnTo>
                        <a:pt x="18396" y="4918"/>
                      </a:lnTo>
                      <a:lnTo>
                        <a:pt x="18123" y="5328"/>
                      </a:lnTo>
                      <a:lnTo>
                        <a:pt x="17952" y="6148"/>
                      </a:lnTo>
                      <a:lnTo>
                        <a:pt x="17850" y="6803"/>
                      </a:lnTo>
                      <a:lnTo>
                        <a:pt x="17543" y="7213"/>
                      </a:lnTo>
                      <a:lnTo>
                        <a:pt x="17406" y="7869"/>
                      </a:lnTo>
                      <a:lnTo>
                        <a:pt x="17304" y="8443"/>
                      </a:lnTo>
                      <a:lnTo>
                        <a:pt x="17099" y="8934"/>
                      </a:lnTo>
                      <a:lnTo>
                        <a:pt x="16860" y="9590"/>
                      </a:lnTo>
                      <a:lnTo>
                        <a:pt x="16587" y="10082"/>
                      </a:lnTo>
                      <a:lnTo>
                        <a:pt x="16382" y="10574"/>
                      </a:lnTo>
                      <a:lnTo>
                        <a:pt x="16246" y="11148"/>
                      </a:lnTo>
                      <a:lnTo>
                        <a:pt x="16041" y="11639"/>
                      </a:lnTo>
                      <a:lnTo>
                        <a:pt x="15802" y="12131"/>
                      </a:lnTo>
                      <a:lnTo>
                        <a:pt x="15563" y="12705"/>
                      </a:lnTo>
                      <a:lnTo>
                        <a:pt x="15358" y="13115"/>
                      </a:lnTo>
                      <a:lnTo>
                        <a:pt x="15154" y="13607"/>
                      </a:lnTo>
                      <a:lnTo>
                        <a:pt x="14983" y="14098"/>
                      </a:lnTo>
                      <a:lnTo>
                        <a:pt x="14846" y="14672"/>
                      </a:lnTo>
                      <a:lnTo>
                        <a:pt x="14608" y="14918"/>
                      </a:lnTo>
                      <a:lnTo>
                        <a:pt x="14369" y="15328"/>
                      </a:lnTo>
                      <a:lnTo>
                        <a:pt x="14232" y="15738"/>
                      </a:lnTo>
                      <a:lnTo>
                        <a:pt x="14027" y="16148"/>
                      </a:lnTo>
                      <a:lnTo>
                        <a:pt x="13788" y="16393"/>
                      </a:lnTo>
                      <a:lnTo>
                        <a:pt x="13618" y="16885"/>
                      </a:lnTo>
                      <a:lnTo>
                        <a:pt x="13379" y="17131"/>
                      </a:lnTo>
                      <a:lnTo>
                        <a:pt x="13140" y="17459"/>
                      </a:lnTo>
                      <a:lnTo>
                        <a:pt x="13038" y="17705"/>
                      </a:lnTo>
                      <a:lnTo>
                        <a:pt x="12730" y="18115"/>
                      </a:lnTo>
                      <a:lnTo>
                        <a:pt x="12560" y="18361"/>
                      </a:lnTo>
                      <a:lnTo>
                        <a:pt x="12355" y="18689"/>
                      </a:lnTo>
                      <a:lnTo>
                        <a:pt x="12150" y="18852"/>
                      </a:lnTo>
                      <a:lnTo>
                        <a:pt x="11980" y="19098"/>
                      </a:lnTo>
                      <a:lnTo>
                        <a:pt x="11775" y="19262"/>
                      </a:lnTo>
                      <a:lnTo>
                        <a:pt x="11502" y="19262"/>
                      </a:lnTo>
                      <a:lnTo>
                        <a:pt x="11263" y="19590"/>
                      </a:lnTo>
                      <a:lnTo>
                        <a:pt x="11195" y="19672"/>
                      </a:lnTo>
                      <a:lnTo>
                        <a:pt x="11024" y="19754"/>
                      </a:lnTo>
                      <a:lnTo>
                        <a:pt x="10751" y="19754"/>
                      </a:lnTo>
                      <a:lnTo>
                        <a:pt x="10580" y="19918"/>
                      </a:lnTo>
                      <a:lnTo>
                        <a:pt x="10341" y="19918"/>
                      </a:lnTo>
                      <a:lnTo>
                        <a:pt x="10171" y="19918"/>
                      </a:lnTo>
                      <a:lnTo>
                        <a:pt x="9761" y="19754"/>
                      </a:lnTo>
                      <a:lnTo>
                        <a:pt x="9625" y="19672"/>
                      </a:lnTo>
                      <a:lnTo>
                        <a:pt x="9352" y="19590"/>
                      </a:lnTo>
                      <a:lnTo>
                        <a:pt x="9181" y="19344"/>
                      </a:lnTo>
                      <a:lnTo>
                        <a:pt x="8908" y="19262"/>
                      </a:lnTo>
                      <a:lnTo>
                        <a:pt x="8737" y="19098"/>
                      </a:lnTo>
                      <a:lnTo>
                        <a:pt x="8532" y="18852"/>
                      </a:lnTo>
                      <a:lnTo>
                        <a:pt x="8225" y="18443"/>
                      </a:lnTo>
                      <a:lnTo>
                        <a:pt x="7952" y="18115"/>
                      </a:lnTo>
                      <a:lnTo>
                        <a:pt x="7782" y="17705"/>
                      </a:lnTo>
                      <a:lnTo>
                        <a:pt x="7577" y="17295"/>
                      </a:lnTo>
                      <a:lnTo>
                        <a:pt x="7372" y="17049"/>
                      </a:lnTo>
                      <a:lnTo>
                        <a:pt x="7065" y="16639"/>
                      </a:lnTo>
                      <a:lnTo>
                        <a:pt x="6792" y="16148"/>
                      </a:lnTo>
                      <a:lnTo>
                        <a:pt x="6621" y="15738"/>
                      </a:lnTo>
                      <a:lnTo>
                        <a:pt x="6314" y="15246"/>
                      </a:lnTo>
                      <a:lnTo>
                        <a:pt x="6041" y="14754"/>
                      </a:lnTo>
                      <a:lnTo>
                        <a:pt x="5836" y="14344"/>
                      </a:lnTo>
                      <a:lnTo>
                        <a:pt x="5563" y="13689"/>
                      </a:lnTo>
                      <a:lnTo>
                        <a:pt x="5324" y="13115"/>
                      </a:lnTo>
                      <a:lnTo>
                        <a:pt x="5051" y="12787"/>
                      </a:lnTo>
                      <a:lnTo>
                        <a:pt x="4778" y="12131"/>
                      </a:lnTo>
                      <a:lnTo>
                        <a:pt x="4539" y="11639"/>
                      </a:lnTo>
                      <a:lnTo>
                        <a:pt x="4334" y="11148"/>
                      </a:lnTo>
                      <a:lnTo>
                        <a:pt x="4130" y="10574"/>
                      </a:lnTo>
                      <a:lnTo>
                        <a:pt x="3754" y="10082"/>
                      </a:lnTo>
                      <a:lnTo>
                        <a:pt x="3618" y="9426"/>
                      </a:lnTo>
                      <a:lnTo>
                        <a:pt x="3379" y="8852"/>
                      </a:lnTo>
                      <a:lnTo>
                        <a:pt x="3174" y="8361"/>
                      </a:lnTo>
                      <a:lnTo>
                        <a:pt x="2833" y="7869"/>
                      </a:lnTo>
                      <a:lnTo>
                        <a:pt x="2696" y="7213"/>
                      </a:lnTo>
                      <a:lnTo>
                        <a:pt x="2526" y="6803"/>
                      </a:lnTo>
                      <a:lnTo>
                        <a:pt x="2321" y="6148"/>
                      </a:lnTo>
                      <a:lnTo>
                        <a:pt x="2048" y="5656"/>
                      </a:lnTo>
                      <a:lnTo>
                        <a:pt x="1980" y="5164"/>
                      </a:lnTo>
                      <a:lnTo>
                        <a:pt x="1604" y="4754"/>
                      </a:lnTo>
                      <a:lnTo>
                        <a:pt x="1570" y="4262"/>
                      </a:lnTo>
                      <a:lnTo>
                        <a:pt x="1297" y="3852"/>
                      </a:lnTo>
                      <a:lnTo>
                        <a:pt x="1195" y="3361"/>
                      </a:lnTo>
                      <a:lnTo>
                        <a:pt x="956" y="2951"/>
                      </a:lnTo>
                      <a:lnTo>
                        <a:pt x="785" y="2705"/>
                      </a:lnTo>
                      <a:lnTo>
                        <a:pt x="546" y="2295"/>
                      </a:lnTo>
                      <a:lnTo>
                        <a:pt x="444" y="1885"/>
                      </a:lnTo>
                      <a:lnTo>
                        <a:pt x="410" y="1639"/>
                      </a:lnTo>
                      <a:lnTo>
                        <a:pt x="273" y="1230"/>
                      </a:lnTo>
                      <a:lnTo>
                        <a:pt x="137" y="1066"/>
                      </a:lnTo>
                      <a:lnTo>
                        <a:pt x="0" y="820"/>
                      </a:ln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9177" name="Freeform 527"/>
                <p:cNvSpPr>
                  <a:spLocks/>
                </p:cNvSpPr>
                <p:nvPr/>
              </p:nvSpPr>
              <p:spPr bwMode="auto">
                <a:xfrm rot="10802475" flipV="1">
                  <a:off x="3446" y="3542"/>
                  <a:ext cx="393" cy="46"/>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19974" y="19867"/>
                      </a:moveTo>
                      <a:lnTo>
                        <a:pt x="19764" y="19200"/>
                      </a:lnTo>
                      <a:lnTo>
                        <a:pt x="19607" y="18800"/>
                      </a:lnTo>
                      <a:lnTo>
                        <a:pt x="19398" y="18000"/>
                      </a:lnTo>
                      <a:lnTo>
                        <a:pt x="19162" y="17600"/>
                      </a:lnTo>
                      <a:lnTo>
                        <a:pt x="18953" y="16667"/>
                      </a:lnTo>
                      <a:lnTo>
                        <a:pt x="18770" y="16133"/>
                      </a:lnTo>
                      <a:lnTo>
                        <a:pt x="18586" y="15733"/>
                      </a:lnTo>
                      <a:lnTo>
                        <a:pt x="18403" y="15067"/>
                      </a:lnTo>
                      <a:lnTo>
                        <a:pt x="18246" y="14400"/>
                      </a:lnTo>
                      <a:lnTo>
                        <a:pt x="18010" y="13733"/>
                      </a:lnTo>
                      <a:lnTo>
                        <a:pt x="17827" y="13200"/>
                      </a:lnTo>
                      <a:lnTo>
                        <a:pt x="17618" y="12667"/>
                      </a:lnTo>
                      <a:lnTo>
                        <a:pt x="17435" y="12000"/>
                      </a:lnTo>
                      <a:lnTo>
                        <a:pt x="17147" y="11600"/>
                      </a:lnTo>
                      <a:lnTo>
                        <a:pt x="17016" y="10933"/>
                      </a:lnTo>
                      <a:lnTo>
                        <a:pt x="16806" y="10267"/>
                      </a:lnTo>
                      <a:lnTo>
                        <a:pt x="16623" y="9733"/>
                      </a:lnTo>
                      <a:lnTo>
                        <a:pt x="16440" y="9200"/>
                      </a:lnTo>
                      <a:lnTo>
                        <a:pt x="16204" y="8800"/>
                      </a:lnTo>
                      <a:lnTo>
                        <a:pt x="16047" y="8267"/>
                      </a:lnTo>
                      <a:lnTo>
                        <a:pt x="15838" y="7733"/>
                      </a:lnTo>
                      <a:lnTo>
                        <a:pt x="15602" y="7067"/>
                      </a:lnTo>
                      <a:lnTo>
                        <a:pt x="15419" y="6800"/>
                      </a:lnTo>
                      <a:lnTo>
                        <a:pt x="15183" y="6267"/>
                      </a:lnTo>
                      <a:lnTo>
                        <a:pt x="15052" y="5733"/>
                      </a:lnTo>
                      <a:lnTo>
                        <a:pt x="14843" y="5333"/>
                      </a:lnTo>
                      <a:lnTo>
                        <a:pt x="14660" y="4933"/>
                      </a:lnTo>
                      <a:lnTo>
                        <a:pt x="14424" y="4400"/>
                      </a:lnTo>
                      <a:lnTo>
                        <a:pt x="14188" y="4133"/>
                      </a:lnTo>
                      <a:lnTo>
                        <a:pt x="14005" y="3867"/>
                      </a:lnTo>
                      <a:lnTo>
                        <a:pt x="13796" y="3333"/>
                      </a:lnTo>
                      <a:lnTo>
                        <a:pt x="13613" y="3067"/>
                      </a:lnTo>
                      <a:lnTo>
                        <a:pt x="13403" y="2800"/>
                      </a:lnTo>
                      <a:lnTo>
                        <a:pt x="13220" y="2267"/>
                      </a:lnTo>
                      <a:lnTo>
                        <a:pt x="13010" y="2133"/>
                      </a:lnTo>
                      <a:lnTo>
                        <a:pt x="12749" y="1733"/>
                      </a:lnTo>
                      <a:lnTo>
                        <a:pt x="12565" y="1600"/>
                      </a:lnTo>
                      <a:lnTo>
                        <a:pt x="12356" y="1200"/>
                      </a:lnTo>
                      <a:lnTo>
                        <a:pt x="12173" y="1067"/>
                      </a:lnTo>
                      <a:lnTo>
                        <a:pt x="11990" y="800"/>
                      </a:lnTo>
                      <a:lnTo>
                        <a:pt x="11728" y="800"/>
                      </a:lnTo>
                      <a:lnTo>
                        <a:pt x="11571" y="400"/>
                      </a:lnTo>
                      <a:lnTo>
                        <a:pt x="11335" y="400"/>
                      </a:lnTo>
                      <a:lnTo>
                        <a:pt x="11126" y="267"/>
                      </a:lnTo>
                      <a:lnTo>
                        <a:pt x="10942" y="133"/>
                      </a:lnTo>
                      <a:lnTo>
                        <a:pt x="10707" y="133"/>
                      </a:lnTo>
                      <a:lnTo>
                        <a:pt x="10524" y="0"/>
                      </a:lnTo>
                      <a:lnTo>
                        <a:pt x="10288" y="0"/>
                      </a:lnTo>
                      <a:lnTo>
                        <a:pt x="10079" y="0"/>
                      </a:lnTo>
                      <a:lnTo>
                        <a:pt x="9869" y="133"/>
                      </a:lnTo>
                      <a:lnTo>
                        <a:pt x="9660" y="133"/>
                      </a:lnTo>
                      <a:lnTo>
                        <a:pt x="9476" y="267"/>
                      </a:lnTo>
                      <a:lnTo>
                        <a:pt x="9188" y="400"/>
                      </a:lnTo>
                      <a:lnTo>
                        <a:pt x="8979" y="800"/>
                      </a:lnTo>
                      <a:lnTo>
                        <a:pt x="8770" y="800"/>
                      </a:lnTo>
                      <a:lnTo>
                        <a:pt x="8508" y="1067"/>
                      </a:lnTo>
                      <a:lnTo>
                        <a:pt x="8272" y="1600"/>
                      </a:lnTo>
                      <a:lnTo>
                        <a:pt x="7984" y="1733"/>
                      </a:lnTo>
                      <a:lnTo>
                        <a:pt x="7775" y="2133"/>
                      </a:lnTo>
                      <a:lnTo>
                        <a:pt x="7539" y="2400"/>
                      </a:lnTo>
                      <a:lnTo>
                        <a:pt x="7277" y="2800"/>
                      </a:lnTo>
                      <a:lnTo>
                        <a:pt x="7068" y="3333"/>
                      </a:lnTo>
                      <a:lnTo>
                        <a:pt x="6754" y="3867"/>
                      </a:lnTo>
                      <a:lnTo>
                        <a:pt x="6545" y="4133"/>
                      </a:lnTo>
                      <a:lnTo>
                        <a:pt x="6283" y="4800"/>
                      </a:lnTo>
                      <a:lnTo>
                        <a:pt x="6021" y="5067"/>
                      </a:lnTo>
                      <a:lnTo>
                        <a:pt x="5812" y="5600"/>
                      </a:lnTo>
                      <a:lnTo>
                        <a:pt x="5576" y="6000"/>
                      </a:lnTo>
                      <a:lnTo>
                        <a:pt x="5288" y="6800"/>
                      </a:lnTo>
                      <a:lnTo>
                        <a:pt x="5079" y="7067"/>
                      </a:lnTo>
                      <a:lnTo>
                        <a:pt x="4791" y="7733"/>
                      </a:lnTo>
                      <a:lnTo>
                        <a:pt x="4555" y="8267"/>
                      </a:lnTo>
                      <a:lnTo>
                        <a:pt x="4346" y="8800"/>
                      </a:lnTo>
                      <a:lnTo>
                        <a:pt x="4058" y="9333"/>
                      </a:lnTo>
                      <a:lnTo>
                        <a:pt x="3901" y="10000"/>
                      </a:lnTo>
                      <a:lnTo>
                        <a:pt x="3639" y="10400"/>
                      </a:lnTo>
                      <a:lnTo>
                        <a:pt x="3377" y="11067"/>
                      </a:lnTo>
                      <a:lnTo>
                        <a:pt x="3168" y="11600"/>
                      </a:lnTo>
                      <a:lnTo>
                        <a:pt x="2932" y="12000"/>
                      </a:lnTo>
                      <a:lnTo>
                        <a:pt x="2723" y="12667"/>
                      </a:lnTo>
                      <a:lnTo>
                        <a:pt x="2513" y="13067"/>
                      </a:lnTo>
                      <a:lnTo>
                        <a:pt x="2304" y="13733"/>
                      </a:lnTo>
                      <a:lnTo>
                        <a:pt x="2068" y="14267"/>
                      </a:lnTo>
                      <a:lnTo>
                        <a:pt x="1859" y="14667"/>
                      </a:lnTo>
                      <a:lnTo>
                        <a:pt x="1675" y="15200"/>
                      </a:lnTo>
                      <a:lnTo>
                        <a:pt x="1518" y="15733"/>
                      </a:lnTo>
                      <a:lnTo>
                        <a:pt x="1283" y="16133"/>
                      </a:lnTo>
                      <a:lnTo>
                        <a:pt x="1152" y="16667"/>
                      </a:lnTo>
                      <a:lnTo>
                        <a:pt x="995" y="16933"/>
                      </a:lnTo>
                      <a:lnTo>
                        <a:pt x="838" y="17200"/>
                      </a:lnTo>
                      <a:lnTo>
                        <a:pt x="681" y="17733"/>
                      </a:lnTo>
                      <a:lnTo>
                        <a:pt x="497" y="18000"/>
                      </a:lnTo>
                      <a:lnTo>
                        <a:pt x="366" y="18267"/>
                      </a:lnTo>
                      <a:lnTo>
                        <a:pt x="262" y="18400"/>
                      </a:lnTo>
                      <a:lnTo>
                        <a:pt x="131" y="18933"/>
                      </a:lnTo>
                      <a:lnTo>
                        <a:pt x="0" y="19067"/>
                      </a:ln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9178" name="Freeform 528"/>
                <p:cNvSpPr>
                  <a:spLocks/>
                </p:cNvSpPr>
                <p:nvPr/>
              </p:nvSpPr>
              <p:spPr bwMode="auto">
                <a:xfrm rot="10802475" flipV="1">
                  <a:off x="3831" y="3587"/>
                  <a:ext cx="408" cy="47"/>
                </a:xfrm>
                <a:custGeom>
                  <a:avLst/>
                  <a:gdLst>
                    <a:gd name="T0" fmla="*/ 0 w 20000"/>
                    <a:gd name="T1" fmla="*/ 0 h 20000"/>
                    <a:gd name="T2" fmla="*/ 0 w 20000"/>
                    <a:gd name="T3" fmla="*/ 0 h 20000"/>
                    <a:gd name="T4" fmla="*/ 0 w 20000"/>
                    <a:gd name="T5" fmla="*/ 0 h 20000"/>
                    <a:gd name="T6" fmla="*/ 0 w 20000"/>
                    <a:gd name="T7" fmla="*/ 0 h 20000"/>
                    <a:gd name="T8" fmla="*/ 0 w 20000"/>
                    <a:gd name="T9" fmla="*/ 0 h 20000"/>
                    <a:gd name="T10" fmla="*/ 0 w 20000"/>
                    <a:gd name="T11" fmla="*/ 0 h 20000"/>
                    <a:gd name="T12" fmla="*/ 0 w 20000"/>
                    <a:gd name="T13" fmla="*/ 0 h 20000"/>
                    <a:gd name="T14" fmla="*/ 0 w 20000"/>
                    <a:gd name="T15" fmla="*/ 0 h 20000"/>
                    <a:gd name="T16" fmla="*/ 0 w 20000"/>
                    <a:gd name="T17" fmla="*/ 0 h 20000"/>
                    <a:gd name="T18" fmla="*/ 0 w 20000"/>
                    <a:gd name="T19" fmla="*/ 0 h 20000"/>
                    <a:gd name="T20" fmla="*/ 0 w 20000"/>
                    <a:gd name="T21" fmla="*/ 0 h 20000"/>
                    <a:gd name="T22" fmla="*/ 0 w 20000"/>
                    <a:gd name="T23" fmla="*/ 0 h 20000"/>
                    <a:gd name="T24" fmla="*/ 0 w 20000"/>
                    <a:gd name="T25" fmla="*/ 0 h 20000"/>
                    <a:gd name="T26" fmla="*/ 0 w 20000"/>
                    <a:gd name="T27" fmla="*/ 0 h 20000"/>
                    <a:gd name="T28" fmla="*/ 0 w 20000"/>
                    <a:gd name="T29" fmla="*/ 0 h 20000"/>
                    <a:gd name="T30" fmla="*/ 0 w 20000"/>
                    <a:gd name="T31" fmla="*/ 0 h 20000"/>
                    <a:gd name="T32" fmla="*/ 0 w 20000"/>
                    <a:gd name="T33" fmla="*/ 0 h 20000"/>
                    <a:gd name="T34" fmla="*/ 0 w 20000"/>
                    <a:gd name="T35" fmla="*/ 0 h 20000"/>
                    <a:gd name="T36" fmla="*/ 0 w 20000"/>
                    <a:gd name="T37" fmla="*/ 0 h 20000"/>
                    <a:gd name="T38" fmla="*/ 0 w 20000"/>
                    <a:gd name="T39" fmla="*/ 0 h 20000"/>
                    <a:gd name="T40" fmla="*/ 0 w 20000"/>
                    <a:gd name="T41" fmla="*/ 0 h 20000"/>
                    <a:gd name="T42" fmla="*/ 0 w 20000"/>
                    <a:gd name="T43" fmla="*/ 0 h 20000"/>
                    <a:gd name="T44" fmla="*/ 0 w 20000"/>
                    <a:gd name="T45" fmla="*/ 0 h 20000"/>
                    <a:gd name="T46" fmla="*/ 0 w 20000"/>
                    <a:gd name="T47" fmla="*/ 0 h 20000"/>
                    <a:gd name="T48" fmla="*/ 0 w 20000"/>
                    <a:gd name="T49" fmla="*/ 0 h 20000"/>
                    <a:gd name="T50" fmla="*/ 0 w 20000"/>
                    <a:gd name="T51" fmla="*/ 0 h 20000"/>
                    <a:gd name="T52" fmla="*/ 0 w 20000"/>
                    <a:gd name="T53" fmla="*/ 0 h 20000"/>
                    <a:gd name="T54" fmla="*/ 0 w 20000"/>
                    <a:gd name="T55" fmla="*/ 0 h 20000"/>
                    <a:gd name="T56" fmla="*/ 0 w 20000"/>
                    <a:gd name="T57" fmla="*/ 0 h 20000"/>
                    <a:gd name="T58" fmla="*/ 0 w 20000"/>
                    <a:gd name="T59" fmla="*/ 0 h 20000"/>
                    <a:gd name="T60" fmla="*/ 0 w 20000"/>
                    <a:gd name="T61" fmla="*/ 0 h 20000"/>
                    <a:gd name="T62" fmla="*/ 0 w 20000"/>
                    <a:gd name="T63" fmla="*/ 0 h 20000"/>
                    <a:gd name="T64" fmla="*/ 0 w 20000"/>
                    <a:gd name="T65" fmla="*/ 0 h 20000"/>
                    <a:gd name="T66" fmla="*/ 0 w 20000"/>
                    <a:gd name="T67" fmla="*/ 0 h 20000"/>
                    <a:gd name="T68" fmla="*/ 0 w 20000"/>
                    <a:gd name="T69" fmla="*/ 0 h 20000"/>
                    <a:gd name="T70" fmla="*/ 0 w 20000"/>
                    <a:gd name="T71" fmla="*/ 0 h 20000"/>
                    <a:gd name="T72" fmla="*/ 0 w 20000"/>
                    <a:gd name="T73" fmla="*/ 0 h 20000"/>
                    <a:gd name="T74" fmla="*/ 0 w 20000"/>
                    <a:gd name="T75" fmla="*/ 0 h 20000"/>
                    <a:gd name="T76" fmla="*/ 0 w 20000"/>
                    <a:gd name="T77" fmla="*/ 0 h 20000"/>
                    <a:gd name="T78" fmla="*/ 0 w 20000"/>
                    <a:gd name="T79" fmla="*/ 0 h 20000"/>
                    <a:gd name="T80" fmla="*/ 0 w 20000"/>
                    <a:gd name="T81" fmla="*/ 0 h 20000"/>
                    <a:gd name="T82" fmla="*/ 0 w 20000"/>
                    <a:gd name="T83" fmla="*/ 0 h 20000"/>
                    <a:gd name="T84" fmla="*/ 0 w 20000"/>
                    <a:gd name="T85" fmla="*/ 0 h 20000"/>
                    <a:gd name="T86" fmla="*/ 0 w 20000"/>
                    <a:gd name="T87" fmla="*/ 0 h 20000"/>
                    <a:gd name="T88" fmla="*/ 0 w 20000"/>
                    <a:gd name="T89" fmla="*/ 0 h 20000"/>
                    <a:gd name="T90" fmla="*/ 0 w 20000"/>
                    <a:gd name="T91" fmla="*/ 0 h 20000"/>
                    <a:gd name="T92" fmla="*/ 0 w 20000"/>
                    <a:gd name="T93" fmla="*/ 0 h 20000"/>
                    <a:gd name="T94" fmla="*/ 0 w 20000"/>
                    <a:gd name="T95" fmla="*/ 0 h 20000"/>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000"/>
                    <a:gd name="T145" fmla="*/ 0 h 20000"/>
                    <a:gd name="T146" fmla="*/ 20000 w 20000"/>
                    <a:gd name="T147" fmla="*/ 20000 h 20000"/>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000" h="20000">
                      <a:moveTo>
                        <a:pt x="19975" y="0"/>
                      </a:moveTo>
                      <a:lnTo>
                        <a:pt x="19724" y="755"/>
                      </a:lnTo>
                      <a:lnTo>
                        <a:pt x="19523" y="1258"/>
                      </a:lnTo>
                      <a:lnTo>
                        <a:pt x="19447" y="1761"/>
                      </a:lnTo>
                      <a:lnTo>
                        <a:pt x="19196" y="2642"/>
                      </a:lnTo>
                      <a:lnTo>
                        <a:pt x="18970" y="3396"/>
                      </a:lnTo>
                      <a:lnTo>
                        <a:pt x="18894" y="3899"/>
                      </a:lnTo>
                      <a:lnTo>
                        <a:pt x="18593" y="4025"/>
                      </a:lnTo>
                      <a:lnTo>
                        <a:pt x="18442" y="5031"/>
                      </a:lnTo>
                      <a:lnTo>
                        <a:pt x="18166" y="5535"/>
                      </a:lnTo>
                      <a:lnTo>
                        <a:pt x="17990" y="6038"/>
                      </a:lnTo>
                      <a:lnTo>
                        <a:pt x="17915" y="6415"/>
                      </a:lnTo>
                      <a:lnTo>
                        <a:pt x="17563" y="7044"/>
                      </a:lnTo>
                      <a:lnTo>
                        <a:pt x="17412" y="7799"/>
                      </a:lnTo>
                      <a:lnTo>
                        <a:pt x="17261" y="8428"/>
                      </a:lnTo>
                      <a:lnTo>
                        <a:pt x="17111" y="8931"/>
                      </a:lnTo>
                      <a:lnTo>
                        <a:pt x="16884" y="9434"/>
                      </a:lnTo>
                      <a:lnTo>
                        <a:pt x="16583" y="10189"/>
                      </a:lnTo>
                      <a:lnTo>
                        <a:pt x="16332" y="10692"/>
                      </a:lnTo>
                      <a:lnTo>
                        <a:pt x="16206" y="11195"/>
                      </a:lnTo>
                      <a:lnTo>
                        <a:pt x="16030" y="11447"/>
                      </a:lnTo>
                      <a:lnTo>
                        <a:pt x="15779" y="12201"/>
                      </a:lnTo>
                      <a:lnTo>
                        <a:pt x="15628" y="12579"/>
                      </a:lnTo>
                      <a:lnTo>
                        <a:pt x="15427" y="13208"/>
                      </a:lnTo>
                      <a:lnTo>
                        <a:pt x="15201" y="13585"/>
                      </a:lnTo>
                      <a:lnTo>
                        <a:pt x="15025" y="14088"/>
                      </a:lnTo>
                      <a:lnTo>
                        <a:pt x="14899" y="14465"/>
                      </a:lnTo>
                      <a:lnTo>
                        <a:pt x="14648" y="14969"/>
                      </a:lnTo>
                      <a:lnTo>
                        <a:pt x="14372" y="15220"/>
                      </a:lnTo>
                      <a:lnTo>
                        <a:pt x="14271" y="15597"/>
                      </a:lnTo>
                      <a:lnTo>
                        <a:pt x="13995" y="15975"/>
                      </a:lnTo>
                      <a:lnTo>
                        <a:pt x="13794" y="16478"/>
                      </a:lnTo>
                      <a:lnTo>
                        <a:pt x="13618" y="16478"/>
                      </a:lnTo>
                      <a:lnTo>
                        <a:pt x="13417" y="16981"/>
                      </a:lnTo>
                      <a:lnTo>
                        <a:pt x="13141" y="17233"/>
                      </a:lnTo>
                      <a:lnTo>
                        <a:pt x="13015" y="17862"/>
                      </a:lnTo>
                      <a:lnTo>
                        <a:pt x="12789" y="18239"/>
                      </a:lnTo>
                      <a:lnTo>
                        <a:pt x="12638" y="18239"/>
                      </a:lnTo>
                      <a:lnTo>
                        <a:pt x="12412" y="18868"/>
                      </a:lnTo>
                      <a:lnTo>
                        <a:pt x="12186" y="18868"/>
                      </a:lnTo>
                      <a:lnTo>
                        <a:pt x="11985" y="18868"/>
                      </a:lnTo>
                      <a:lnTo>
                        <a:pt x="11759" y="19119"/>
                      </a:lnTo>
                      <a:lnTo>
                        <a:pt x="11508" y="19245"/>
                      </a:lnTo>
                      <a:lnTo>
                        <a:pt x="11281" y="19245"/>
                      </a:lnTo>
                      <a:lnTo>
                        <a:pt x="11181" y="19623"/>
                      </a:lnTo>
                      <a:lnTo>
                        <a:pt x="10980" y="19874"/>
                      </a:lnTo>
                      <a:lnTo>
                        <a:pt x="10754" y="19874"/>
                      </a:lnTo>
                      <a:lnTo>
                        <a:pt x="10528" y="19874"/>
                      </a:lnTo>
                      <a:lnTo>
                        <a:pt x="10327" y="19874"/>
                      </a:lnTo>
                      <a:lnTo>
                        <a:pt x="10151" y="19874"/>
                      </a:lnTo>
                      <a:lnTo>
                        <a:pt x="9799" y="19874"/>
                      </a:lnTo>
                      <a:lnTo>
                        <a:pt x="9648" y="19623"/>
                      </a:lnTo>
                      <a:lnTo>
                        <a:pt x="9422" y="19245"/>
                      </a:lnTo>
                      <a:lnTo>
                        <a:pt x="9196" y="19245"/>
                      </a:lnTo>
                      <a:lnTo>
                        <a:pt x="8970" y="19119"/>
                      </a:lnTo>
                      <a:lnTo>
                        <a:pt x="8769" y="18868"/>
                      </a:lnTo>
                      <a:lnTo>
                        <a:pt x="8518" y="18868"/>
                      </a:lnTo>
                      <a:lnTo>
                        <a:pt x="8241" y="18491"/>
                      </a:lnTo>
                      <a:lnTo>
                        <a:pt x="7965" y="18239"/>
                      </a:lnTo>
                      <a:lnTo>
                        <a:pt x="7789" y="17862"/>
                      </a:lnTo>
                      <a:lnTo>
                        <a:pt x="7538" y="17233"/>
                      </a:lnTo>
                      <a:lnTo>
                        <a:pt x="7337" y="16981"/>
                      </a:lnTo>
                      <a:lnTo>
                        <a:pt x="7136" y="16478"/>
                      </a:lnTo>
                      <a:lnTo>
                        <a:pt x="6809" y="15975"/>
                      </a:lnTo>
                      <a:lnTo>
                        <a:pt x="6633" y="15597"/>
                      </a:lnTo>
                      <a:lnTo>
                        <a:pt x="6332" y="15220"/>
                      </a:lnTo>
                      <a:lnTo>
                        <a:pt x="6030" y="14465"/>
                      </a:lnTo>
                      <a:lnTo>
                        <a:pt x="5829" y="14214"/>
                      </a:lnTo>
                      <a:lnTo>
                        <a:pt x="5578" y="13585"/>
                      </a:lnTo>
                      <a:lnTo>
                        <a:pt x="5302" y="13208"/>
                      </a:lnTo>
                      <a:lnTo>
                        <a:pt x="5025" y="12956"/>
                      </a:lnTo>
                      <a:lnTo>
                        <a:pt x="4749" y="12201"/>
                      </a:lnTo>
                      <a:lnTo>
                        <a:pt x="4523" y="11447"/>
                      </a:lnTo>
                      <a:lnTo>
                        <a:pt x="4296" y="11195"/>
                      </a:lnTo>
                      <a:lnTo>
                        <a:pt x="4171" y="10692"/>
                      </a:lnTo>
                      <a:lnTo>
                        <a:pt x="3794" y="10189"/>
                      </a:lnTo>
                      <a:lnTo>
                        <a:pt x="3693" y="9182"/>
                      </a:lnTo>
                      <a:lnTo>
                        <a:pt x="3417" y="8931"/>
                      </a:lnTo>
                      <a:lnTo>
                        <a:pt x="3191" y="8428"/>
                      </a:lnTo>
                      <a:lnTo>
                        <a:pt x="2864" y="7799"/>
                      </a:lnTo>
                      <a:lnTo>
                        <a:pt x="2764" y="7044"/>
                      </a:lnTo>
                      <a:lnTo>
                        <a:pt x="2538" y="6415"/>
                      </a:lnTo>
                      <a:lnTo>
                        <a:pt x="2286" y="6038"/>
                      </a:lnTo>
                      <a:lnTo>
                        <a:pt x="2010" y="5535"/>
                      </a:lnTo>
                      <a:lnTo>
                        <a:pt x="1985" y="5031"/>
                      </a:lnTo>
                      <a:lnTo>
                        <a:pt x="1633" y="4780"/>
                      </a:lnTo>
                      <a:lnTo>
                        <a:pt x="1533" y="4025"/>
                      </a:lnTo>
                      <a:lnTo>
                        <a:pt x="1307" y="3899"/>
                      </a:lnTo>
                      <a:lnTo>
                        <a:pt x="1256" y="3396"/>
                      </a:lnTo>
                      <a:lnTo>
                        <a:pt x="980" y="3019"/>
                      </a:lnTo>
                      <a:lnTo>
                        <a:pt x="779" y="2642"/>
                      </a:lnTo>
                      <a:lnTo>
                        <a:pt x="578" y="2013"/>
                      </a:lnTo>
                      <a:lnTo>
                        <a:pt x="477" y="1761"/>
                      </a:lnTo>
                      <a:lnTo>
                        <a:pt x="427" y="1761"/>
                      </a:lnTo>
                      <a:lnTo>
                        <a:pt x="302" y="1258"/>
                      </a:lnTo>
                      <a:lnTo>
                        <a:pt x="176" y="1258"/>
                      </a:lnTo>
                      <a:lnTo>
                        <a:pt x="0" y="1006"/>
                      </a:lnTo>
                    </a:path>
                  </a:pathLst>
                </a:custGeom>
                <a:noFill/>
                <a:ln w="38100">
                  <a:solidFill>
                    <a:srgbClr val="FF0000"/>
                  </a:solidFill>
                  <a:round/>
                  <a:headEnd/>
                  <a:tailEnd/>
                </a:ln>
                <a:extLst>
                  <a:ext uri="{909E8E84-426E-40DD-AFC4-6F175D3DCCD1}">
                    <a14:hiddenFill xmlns:a14="http://schemas.microsoft.com/office/drawing/2010/main">
                      <a:solidFill>
                        <a:srgbClr val="FFFFFF"/>
                      </a:solidFill>
                    </a14:hiddenFill>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49179" name="Line 529"/>
                <p:cNvSpPr>
                  <a:spLocks noChangeShapeType="1"/>
                </p:cNvSpPr>
                <p:nvPr/>
              </p:nvSpPr>
              <p:spPr bwMode="auto">
                <a:xfrm rot="-10797525" flipH="1" flipV="1">
                  <a:off x="3175" y="3475"/>
                  <a:ext cx="31" cy="66"/>
                </a:xfrm>
                <a:prstGeom prst="line">
                  <a:avLst/>
                </a:prstGeom>
                <a:noFill/>
                <a:ln w="38100">
                  <a:solidFill>
                    <a:srgbClr val="FF0000"/>
                  </a:solidFill>
                  <a:round/>
                  <a:headEnd/>
                  <a:tailEnd/>
                </a:ln>
                <a:extLst>
                  <a:ext uri="{909E8E84-426E-40DD-AFC4-6F175D3DCCD1}">
                    <a14:hiddenFill xmlns:a14="http://schemas.microsoft.com/office/drawing/2010/main">
                      <a:noFill/>
                    </a14:hiddenFill>
                  </a:ext>
                </a:extLst>
              </p:spPr>
              <p:txBody>
                <a:bodyPr/>
                <a:lstStyle/>
                <a:p>
                  <a:endParaRPr lang="zh-CN" altLang="en-US"/>
                </a:p>
              </p:txBody>
            </p:sp>
          </p:grpSp>
        </p:grpSp>
        <p:grpSp>
          <p:nvGrpSpPr>
            <p:cNvPr id="49165" name="Group 573"/>
            <p:cNvGrpSpPr>
              <a:grpSpLocks/>
            </p:cNvGrpSpPr>
            <p:nvPr/>
          </p:nvGrpSpPr>
          <p:grpSpPr bwMode="auto">
            <a:xfrm>
              <a:off x="3805258" y="4224932"/>
              <a:ext cx="4695832" cy="1447794"/>
              <a:chOff x="204" y="1910"/>
              <a:chExt cx="5140" cy="1724"/>
            </a:xfrm>
          </p:grpSpPr>
          <p:sp>
            <p:nvSpPr>
              <p:cNvPr id="49166" name="Text Box 574"/>
              <p:cNvSpPr txBox="1">
                <a:spLocks noChangeArrowheads="1"/>
              </p:cNvSpPr>
              <p:nvPr/>
            </p:nvSpPr>
            <p:spPr bwMode="auto">
              <a:xfrm>
                <a:off x="5057" y="3339"/>
                <a:ext cx="287" cy="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a:t>x</a:t>
                </a:r>
              </a:p>
            </p:txBody>
          </p:sp>
          <p:grpSp>
            <p:nvGrpSpPr>
              <p:cNvPr id="49167" name="Group 575"/>
              <p:cNvGrpSpPr>
                <a:grpSpLocks/>
              </p:cNvGrpSpPr>
              <p:nvPr/>
            </p:nvGrpSpPr>
            <p:grpSpPr bwMode="auto">
              <a:xfrm>
                <a:off x="204" y="1910"/>
                <a:ext cx="5040" cy="1724"/>
                <a:chOff x="204" y="2160"/>
                <a:chExt cx="5040" cy="1724"/>
              </a:xfrm>
            </p:grpSpPr>
            <p:sp>
              <p:nvSpPr>
                <p:cNvPr id="49168" name="Line 576"/>
                <p:cNvSpPr>
                  <a:spLocks noChangeShapeType="1"/>
                </p:cNvSpPr>
                <p:nvPr/>
              </p:nvSpPr>
              <p:spPr bwMode="auto">
                <a:xfrm>
                  <a:off x="204" y="3648"/>
                  <a:ext cx="5040" cy="0"/>
                </a:xfrm>
                <a:prstGeom prst="line">
                  <a:avLst/>
                </a:prstGeom>
                <a:noFill/>
                <a:ln w="19050">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69" name="Line 577"/>
                <p:cNvSpPr>
                  <a:spLocks noChangeShapeType="1"/>
                </p:cNvSpPr>
                <p:nvPr/>
              </p:nvSpPr>
              <p:spPr bwMode="auto">
                <a:xfrm flipV="1">
                  <a:off x="2659" y="2160"/>
                  <a:ext cx="0" cy="1488"/>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zh-CN" altLang="en-US"/>
                </a:p>
              </p:txBody>
            </p:sp>
            <p:sp>
              <p:nvSpPr>
                <p:cNvPr id="49170" name="Text Box 578"/>
                <p:cNvSpPr txBox="1">
                  <a:spLocks noChangeArrowheads="1"/>
                </p:cNvSpPr>
                <p:nvPr/>
              </p:nvSpPr>
              <p:spPr bwMode="auto">
                <a:xfrm>
                  <a:off x="2517" y="3634"/>
                  <a:ext cx="287" cy="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a:t>O</a:t>
                  </a:r>
                </a:p>
              </p:txBody>
            </p:sp>
          </p:grpSp>
        </p:grpSp>
      </p:grpSp>
      <p:sp>
        <p:nvSpPr>
          <p:cNvPr id="49163" name="TextBox 53"/>
          <p:cNvSpPr txBox="1">
            <a:spLocks noChangeArrowheads="1"/>
          </p:cNvSpPr>
          <p:nvPr/>
        </p:nvSpPr>
        <p:spPr bwMode="auto">
          <a:xfrm>
            <a:off x="844550" y="4691063"/>
            <a:ext cx="7399338"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衍射条纹位置、宽度</a:t>
            </a:r>
            <a:endParaRPr lang="en-US" altLang="zh-CN" sz="2800" b="1">
              <a:latin typeface="Calibri" panose="020F0502020204030204" pitchFamily="34" charset="0"/>
            </a:endParaRPr>
          </a:p>
          <a:p>
            <a:pPr eaLnBrk="1" hangingPunct="1"/>
            <a:r>
              <a:rPr lang="zh-CN" altLang="en-US" sz="2800" b="1">
                <a:latin typeface="Calibri" panose="020F0502020204030204" pitchFamily="34" charset="0"/>
              </a:rPr>
              <a:t>缝宽的影响</a:t>
            </a:r>
            <a:endParaRPr lang="en-US" altLang="zh-CN" sz="2800" b="1">
              <a:latin typeface="Calibri" panose="020F0502020204030204" pitchFamily="34" charset="0"/>
            </a:endParaRPr>
          </a:p>
          <a:p>
            <a:pPr eaLnBrk="1" hangingPunct="1"/>
            <a:r>
              <a:rPr lang="zh-CN" altLang="en-US" sz="2800" b="1">
                <a:latin typeface="Calibri" panose="020F0502020204030204" pitchFamily="34" charset="0"/>
              </a:rPr>
              <a:t>级次的影响</a:t>
            </a:r>
            <a:endParaRPr lang="en-US" altLang="zh-CN" sz="2800" b="1">
              <a:latin typeface="Calibri" panose="020F0502020204030204" pitchFamily="34" charset="0"/>
            </a:endParaRPr>
          </a:p>
          <a:p>
            <a:pPr eaLnBrk="1" hangingPunct="1"/>
            <a:r>
              <a:rPr lang="zh-CN" altLang="en-US" sz="2800" b="1">
                <a:latin typeface="Calibri" panose="020F0502020204030204" pitchFamily="34" charset="0"/>
              </a:rPr>
              <a:t>复色光入射，单缝或光源位置移动的影响等等</a:t>
            </a:r>
          </a:p>
        </p:txBody>
      </p:sp>
    </p:spTree>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9" name="TextBox 3"/>
          <p:cNvSpPr txBox="1">
            <a:spLocks noChangeArrowheads="1"/>
          </p:cNvSpPr>
          <p:nvPr/>
        </p:nvSpPr>
        <p:spPr bwMode="auto">
          <a:xfrm>
            <a:off x="571500" y="4572000"/>
            <a:ext cx="68738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其余部分均为一般理解，</a:t>
            </a:r>
            <a:r>
              <a:rPr lang="en-US" altLang="zh-CN" sz="2800" b="1">
                <a:latin typeface="Calibri" panose="020F0502020204030204" pitchFamily="34" charset="0"/>
              </a:rPr>
              <a:t>X</a:t>
            </a:r>
            <a:r>
              <a:rPr lang="zh-CN" altLang="en-US" sz="2800" b="1">
                <a:latin typeface="Calibri" panose="020F0502020204030204" pitchFamily="34" charset="0"/>
              </a:rPr>
              <a:t>射线衍射不要求</a:t>
            </a:r>
          </a:p>
        </p:txBody>
      </p:sp>
      <p:sp>
        <p:nvSpPr>
          <p:cNvPr id="50180" name="TextBox 4"/>
          <p:cNvSpPr txBox="1">
            <a:spLocks noChangeArrowheads="1"/>
          </p:cNvSpPr>
          <p:nvPr/>
        </p:nvSpPr>
        <p:spPr bwMode="auto">
          <a:xfrm>
            <a:off x="566738" y="476250"/>
            <a:ext cx="38925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latin typeface="Calibri" panose="020F0502020204030204" pitchFamily="34" charset="0"/>
              </a:rPr>
              <a:t>5.4.2 </a:t>
            </a:r>
            <a:r>
              <a:rPr lang="zh-CN" altLang="en-US" sz="2800" b="1">
                <a:latin typeface="Calibri" panose="020F0502020204030204" pitchFamily="34" charset="0"/>
              </a:rPr>
              <a:t>光栅衍射图样分析</a:t>
            </a:r>
          </a:p>
        </p:txBody>
      </p:sp>
      <p:graphicFrame>
        <p:nvGraphicFramePr>
          <p:cNvPr id="112650" name="Object 10"/>
          <p:cNvGraphicFramePr>
            <a:graphicFrameLocks/>
          </p:cNvGraphicFramePr>
          <p:nvPr/>
        </p:nvGraphicFramePr>
        <p:xfrm>
          <a:off x="1571625" y="1357313"/>
          <a:ext cx="2419350" cy="431800"/>
        </p:xfrm>
        <a:graphic>
          <a:graphicData uri="http://schemas.openxmlformats.org/presentationml/2006/ole">
            <mc:AlternateContent xmlns:mc="http://schemas.openxmlformats.org/markup-compatibility/2006">
              <mc:Choice xmlns:v="urn:schemas-microsoft-com:vml" Requires="v">
                <p:oleObj spid="_x0000_s50194" name="Equation" r:id="rId3" imgW="876240" imgH="177480" progId="Equation.DSMT4">
                  <p:embed/>
                </p:oleObj>
              </mc:Choice>
              <mc:Fallback>
                <p:oleObj name="Equation" r:id="rId3" imgW="876240" imgH="177480" progId="Equation.DSMT4">
                  <p:embed/>
                  <p:pic>
                    <p:nvPicPr>
                      <p:cNvPr id="0" name="Object 10"/>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1625" y="1357313"/>
                        <a:ext cx="2419350" cy="43180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50181" name="Rectangle 55"/>
          <p:cNvSpPr>
            <a:spLocks noChangeArrowheads="1"/>
          </p:cNvSpPr>
          <p:nvPr/>
        </p:nvSpPr>
        <p:spPr bwMode="auto">
          <a:xfrm>
            <a:off x="4321175" y="1266825"/>
            <a:ext cx="4679950"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t>主极大级数</a:t>
            </a:r>
            <a:r>
              <a:rPr lang="en-US" altLang="zh-CN" sz="2800" b="1"/>
              <a:t>:  </a:t>
            </a:r>
            <a:r>
              <a:rPr lang="en-US" altLang="zh-CN" sz="2800" b="1" i="1"/>
              <a:t>k </a:t>
            </a:r>
            <a:r>
              <a:rPr lang="en-US" altLang="zh-CN" sz="2800" b="1"/>
              <a:t>= 0, 1, 2, </a:t>
            </a:r>
            <a:r>
              <a:rPr lang="en-US" altLang="zh-CN" sz="2800" b="1">
                <a:sym typeface="Symbol" panose="05050102010706020507" pitchFamily="18" charset="2"/>
              </a:rPr>
              <a:t></a:t>
            </a:r>
          </a:p>
        </p:txBody>
      </p:sp>
      <p:sp>
        <p:nvSpPr>
          <p:cNvPr id="50182" name="TextBox 7"/>
          <p:cNvSpPr txBox="1">
            <a:spLocks noChangeArrowheads="1"/>
          </p:cNvSpPr>
          <p:nvPr/>
        </p:nvSpPr>
        <p:spPr bwMode="auto">
          <a:xfrm>
            <a:off x="571500" y="2357438"/>
            <a:ext cx="2449513"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latin typeface="Calibri" panose="020F0502020204030204" pitchFamily="34" charset="0"/>
              </a:rPr>
              <a:t>5.4.3 </a:t>
            </a:r>
            <a:r>
              <a:rPr lang="zh-CN" altLang="en-US" sz="2800" b="1">
                <a:latin typeface="Calibri" panose="020F0502020204030204" pitchFamily="34" charset="0"/>
              </a:rPr>
              <a:t>光栅光谱</a:t>
            </a:r>
          </a:p>
        </p:txBody>
      </p:sp>
      <p:sp>
        <p:nvSpPr>
          <p:cNvPr id="50183" name="TextBox 8"/>
          <p:cNvSpPr txBox="1">
            <a:spLocks noChangeArrowheads="1"/>
          </p:cNvSpPr>
          <p:nvPr/>
        </p:nvSpPr>
        <p:spPr bwMode="auto">
          <a:xfrm>
            <a:off x="1500188" y="3143250"/>
            <a:ext cx="19875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复色光入射</a:t>
            </a:r>
          </a:p>
        </p:txBody>
      </p:sp>
    </p:spTree>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4" name="TextBox 3"/>
          <p:cNvSpPr txBox="1">
            <a:spLocks noChangeArrowheads="1"/>
          </p:cNvSpPr>
          <p:nvPr/>
        </p:nvSpPr>
        <p:spPr bwMode="auto">
          <a:xfrm>
            <a:off x="3071813" y="428625"/>
            <a:ext cx="26955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第</a:t>
            </a:r>
            <a:r>
              <a:rPr lang="en-US" altLang="zh-CN" sz="2800" b="1">
                <a:latin typeface="Calibri" panose="020F0502020204030204" pitchFamily="34" charset="0"/>
              </a:rPr>
              <a:t>6</a:t>
            </a:r>
            <a:r>
              <a:rPr lang="zh-CN" altLang="en-US" sz="2800" b="1">
                <a:latin typeface="Calibri" panose="020F0502020204030204" pitchFamily="34" charset="0"/>
              </a:rPr>
              <a:t>章  光的偏振</a:t>
            </a:r>
          </a:p>
        </p:txBody>
      </p:sp>
      <p:sp>
        <p:nvSpPr>
          <p:cNvPr id="51205" name="TextBox 4"/>
          <p:cNvSpPr txBox="1">
            <a:spLocks noChangeArrowheads="1"/>
          </p:cNvSpPr>
          <p:nvPr/>
        </p:nvSpPr>
        <p:spPr bwMode="auto">
          <a:xfrm>
            <a:off x="566738" y="1262063"/>
            <a:ext cx="46958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latin typeface="Calibri" panose="020F0502020204030204" pitchFamily="34" charset="0"/>
              </a:rPr>
              <a:t>6.1 </a:t>
            </a:r>
            <a:r>
              <a:rPr lang="zh-CN" altLang="en-US" sz="2800" b="1">
                <a:latin typeface="Calibri" panose="020F0502020204030204" pitchFamily="34" charset="0"/>
              </a:rPr>
              <a:t>光的偏振态（一般理解）</a:t>
            </a:r>
          </a:p>
        </p:txBody>
      </p:sp>
      <p:sp>
        <p:nvSpPr>
          <p:cNvPr id="51206" name="TextBox 5"/>
          <p:cNvSpPr txBox="1">
            <a:spLocks noChangeArrowheads="1"/>
          </p:cNvSpPr>
          <p:nvPr/>
        </p:nvSpPr>
        <p:spPr bwMode="auto">
          <a:xfrm>
            <a:off x="571500" y="2047875"/>
            <a:ext cx="361315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latin typeface="Calibri" panose="020F0502020204030204" pitchFamily="34" charset="0"/>
              </a:rPr>
              <a:t>6.2 </a:t>
            </a:r>
            <a:r>
              <a:rPr lang="zh-CN" altLang="en-US" sz="2800" b="1">
                <a:latin typeface="Calibri" panose="020F0502020204030204" pitchFamily="34" charset="0"/>
              </a:rPr>
              <a:t>获得偏振光的方法</a:t>
            </a:r>
          </a:p>
        </p:txBody>
      </p:sp>
      <p:sp>
        <p:nvSpPr>
          <p:cNvPr id="51207" name="TextBox 6"/>
          <p:cNvSpPr txBox="1">
            <a:spLocks noChangeArrowheads="1"/>
          </p:cNvSpPr>
          <p:nvPr/>
        </p:nvSpPr>
        <p:spPr bwMode="auto">
          <a:xfrm>
            <a:off x="928688" y="2833688"/>
            <a:ext cx="34305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偏振片，马吕斯定律</a:t>
            </a:r>
          </a:p>
        </p:txBody>
      </p:sp>
      <p:graphicFrame>
        <p:nvGraphicFramePr>
          <p:cNvPr id="11347" name="Object 83"/>
          <p:cNvGraphicFramePr>
            <a:graphicFrameLocks noChangeAspect="1"/>
          </p:cNvGraphicFramePr>
          <p:nvPr/>
        </p:nvGraphicFramePr>
        <p:xfrm>
          <a:off x="4572000" y="2786063"/>
          <a:ext cx="2227263" cy="647700"/>
        </p:xfrm>
        <a:graphic>
          <a:graphicData uri="http://schemas.openxmlformats.org/presentationml/2006/ole">
            <mc:AlternateContent xmlns:mc="http://schemas.openxmlformats.org/markup-compatibility/2006">
              <mc:Choice xmlns:v="urn:schemas-microsoft-com:vml" Requires="v">
                <p:oleObj spid="_x0000_s51230" name="Equation" r:id="rId4" imgW="825480" imgH="241200" progId="Equation.DSMT4">
                  <p:embed/>
                </p:oleObj>
              </mc:Choice>
              <mc:Fallback>
                <p:oleObj name="Equation" r:id="rId4" imgW="825480" imgH="241200" progId="Equation.DSMT4">
                  <p:embed/>
                  <p:pic>
                    <p:nvPicPr>
                      <p:cNvPr id="0" name="Object 8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572000" y="2786063"/>
                        <a:ext cx="2227263" cy="647700"/>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208" name="TextBox 8"/>
          <p:cNvSpPr txBox="1">
            <a:spLocks noChangeArrowheads="1"/>
          </p:cNvSpPr>
          <p:nvPr/>
        </p:nvSpPr>
        <p:spPr bwMode="auto">
          <a:xfrm>
            <a:off x="928688" y="3690938"/>
            <a:ext cx="234791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sz="2800" b="1">
                <a:latin typeface="Calibri" panose="020F0502020204030204" pitchFamily="34" charset="0"/>
              </a:rPr>
              <a:t>布儒斯特定律</a:t>
            </a:r>
          </a:p>
        </p:txBody>
      </p:sp>
      <p:graphicFrame>
        <p:nvGraphicFramePr>
          <p:cNvPr id="15450" name="Object 90"/>
          <p:cNvGraphicFramePr>
            <a:graphicFrameLocks noChangeAspect="1"/>
          </p:cNvGraphicFramePr>
          <p:nvPr/>
        </p:nvGraphicFramePr>
        <p:xfrm>
          <a:off x="3500438" y="3500438"/>
          <a:ext cx="1649412" cy="1000125"/>
        </p:xfrm>
        <a:graphic>
          <a:graphicData uri="http://schemas.openxmlformats.org/presentationml/2006/ole">
            <mc:AlternateContent xmlns:mc="http://schemas.openxmlformats.org/markup-compatibility/2006">
              <mc:Choice xmlns:v="urn:schemas-microsoft-com:vml" Requires="v">
                <p:oleObj spid="_x0000_s51231" name="Equation" r:id="rId6" imgW="711000" imgH="431640" progId="Equation.DSMT4">
                  <p:embed/>
                </p:oleObj>
              </mc:Choice>
              <mc:Fallback>
                <p:oleObj name="Equation" r:id="rId6" imgW="711000" imgH="431640" progId="Equation.DSMT4">
                  <p:embed/>
                  <p:pic>
                    <p:nvPicPr>
                      <p:cNvPr id="0" name="Object 90"/>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00438" y="3500438"/>
                        <a:ext cx="1649412" cy="1000125"/>
                      </a:xfrm>
                      <a:prstGeom prst="rect">
                        <a:avLst/>
                      </a:prstGeom>
                      <a:noFill/>
                      <a:ln>
                        <a:noFill/>
                      </a:ln>
                      <a:effectLst/>
                      <a:extLst>
                        <a:ext uri="{909E8E84-426E-40DD-AFC4-6F175D3DCCD1}">
                          <a14:hiddenFill xmlns:a14="http://schemas.microsoft.com/office/drawing/2010/main">
                            <a:solidFill>
                              <a:srgbClr val="FFFFCC"/>
                            </a:solidFill>
                          </a14:hiddenFill>
                        </a:ext>
                        <a:ext uri="{91240B29-F687-4F45-9708-019B960494DF}">
                          <a14:hiddenLine xmlns:a14="http://schemas.microsoft.com/office/drawing/2010/main" w="38100">
                            <a:solidFill>
                              <a:srgbClr val="FF33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1209" name="TextBox 10"/>
          <p:cNvSpPr txBox="1">
            <a:spLocks noChangeArrowheads="1"/>
          </p:cNvSpPr>
          <p:nvPr/>
        </p:nvSpPr>
        <p:spPr bwMode="auto">
          <a:xfrm>
            <a:off x="571500" y="4905375"/>
            <a:ext cx="28098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800" b="1">
                <a:latin typeface="Calibri" panose="020F0502020204030204" pitchFamily="34" charset="0"/>
              </a:rPr>
              <a:t>6.3</a:t>
            </a:r>
            <a:r>
              <a:rPr lang="zh-CN" altLang="en-US" sz="2800" b="1">
                <a:latin typeface="Calibri" panose="020F0502020204030204" pitchFamily="34" charset="0"/>
              </a:rPr>
              <a:t>以后均不要求</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2542</TotalTime>
  <Words>3251</Words>
  <Application>Microsoft Office PowerPoint</Application>
  <PresentationFormat>全屏显示(4:3)</PresentationFormat>
  <Paragraphs>595</Paragraphs>
  <Slides>60</Slides>
  <Notes>49</Notes>
  <HiddenSlides>0</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1</vt:i4>
      </vt:variant>
      <vt:variant>
        <vt:lpstr>幻灯片标题</vt:lpstr>
      </vt:variant>
      <vt:variant>
        <vt:i4>60</vt:i4>
      </vt:variant>
    </vt:vector>
  </HeadingPairs>
  <TitlesOfParts>
    <vt:vector size="72" baseType="lpstr">
      <vt:lpstr>Arial</vt:lpstr>
      <vt:lpstr>宋体</vt:lpstr>
      <vt:lpstr>Calibri</vt:lpstr>
      <vt:lpstr>Symbol</vt:lpstr>
      <vt:lpstr>华文新魏</vt:lpstr>
      <vt:lpstr>Wingdings</vt:lpstr>
      <vt:lpstr>Times New Roman</vt:lpstr>
      <vt:lpstr>华文中宋</vt:lpstr>
      <vt:lpstr>Bookman Old Style</vt:lpstr>
      <vt:lpstr>楷体_GB2312</vt:lpstr>
      <vt:lpstr>Office 主题</vt:lpstr>
      <vt:lpstr>MathType 6.0 Equation</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think</dc:creator>
  <cp:lastModifiedBy>878751716@qq.com</cp:lastModifiedBy>
  <cp:revision>31</cp:revision>
  <dcterms:created xsi:type="dcterms:W3CDTF">2018-06-07T12:29:32Z</dcterms:created>
  <dcterms:modified xsi:type="dcterms:W3CDTF">2018-06-12T04:24:29Z</dcterms:modified>
</cp:coreProperties>
</file>